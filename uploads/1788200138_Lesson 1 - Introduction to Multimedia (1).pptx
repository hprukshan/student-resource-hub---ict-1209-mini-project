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theme/theme4.xml" ContentType="application/vnd.openxmlformats-officedocument.theme+xml"/>
  <Override PartName="/ppt/slideLayouts/slideLayout61.xml" ContentType="application/vnd.openxmlformats-officedocument.presentationml.slideLayout+xml"/>
  <Override PartName="/ppt/theme/theme5.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2" r:id="rId2"/>
    <p:sldMasterId id="2147483684" r:id="rId3"/>
    <p:sldMasterId id="2147483722" r:id="rId4"/>
    <p:sldMasterId id="2147483752" r:id="rId5"/>
    <p:sldMasterId id="2147483754" r:id="rId6"/>
  </p:sldMasterIdLst>
  <p:notesMasterIdLst>
    <p:notesMasterId r:id="rId33"/>
  </p:notesMasterIdLst>
  <p:sldIdLst>
    <p:sldId id="256" r:id="rId7"/>
    <p:sldId id="267" r:id="rId8"/>
    <p:sldId id="269" r:id="rId9"/>
    <p:sldId id="280" r:id="rId10"/>
    <p:sldId id="268" r:id="rId11"/>
    <p:sldId id="281" r:id="rId12"/>
    <p:sldId id="257" r:id="rId13"/>
    <p:sldId id="278" r:id="rId14"/>
    <p:sldId id="259" r:id="rId15"/>
    <p:sldId id="260" r:id="rId16"/>
    <p:sldId id="258" r:id="rId17"/>
    <p:sldId id="279" r:id="rId18"/>
    <p:sldId id="262" r:id="rId19"/>
    <p:sldId id="263" r:id="rId20"/>
    <p:sldId id="264" r:id="rId21"/>
    <p:sldId id="265" r:id="rId22"/>
    <p:sldId id="261" r:id="rId23"/>
    <p:sldId id="266" r:id="rId24"/>
    <p:sldId id="270" r:id="rId25"/>
    <p:sldId id="271" r:id="rId26"/>
    <p:sldId id="272" r:id="rId27"/>
    <p:sldId id="273" r:id="rId28"/>
    <p:sldId id="274" r:id="rId29"/>
    <p:sldId id="275" r:id="rId30"/>
    <p:sldId id="276" r:id="rId31"/>
    <p:sldId id="277" r:id="rId3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319" autoAdjust="0"/>
  </p:normalViewPr>
  <p:slideViewPr>
    <p:cSldViewPr>
      <p:cViewPr varScale="1">
        <p:scale>
          <a:sx n="84" d="100"/>
          <a:sy n="84" d="100"/>
        </p:scale>
        <p:origin x="1330" y="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C35C23-A969-4EBB-A251-1E5455E54BC9}"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AB28A5A8-940E-4DA0-A29F-75BB2D5A3027}">
      <dgm:prSet phldrT="[Text]"/>
      <dgm:spPr/>
      <dgm:t>
        <a:bodyPr/>
        <a:lstStyle/>
        <a:p>
          <a:r>
            <a:rPr lang="en-US" smtClean="0"/>
            <a:t>Course Aim :</a:t>
          </a:r>
          <a:endParaRPr lang="en-US"/>
        </a:p>
      </dgm:t>
    </dgm:pt>
    <dgm:pt modelId="{ABBD3D0E-1BCB-452C-961E-2809942A6D04}" type="parTrans" cxnId="{8B79DF9A-B24B-4387-AC22-4A23CAABB8F5}">
      <dgm:prSet/>
      <dgm:spPr/>
      <dgm:t>
        <a:bodyPr/>
        <a:lstStyle/>
        <a:p>
          <a:endParaRPr lang="en-US"/>
        </a:p>
      </dgm:t>
    </dgm:pt>
    <dgm:pt modelId="{A249869A-E27F-49AD-B053-5A373D6F88D6}" type="sibTrans" cxnId="{8B79DF9A-B24B-4387-AC22-4A23CAABB8F5}">
      <dgm:prSet/>
      <dgm:spPr/>
      <dgm:t>
        <a:bodyPr/>
        <a:lstStyle/>
        <a:p>
          <a:endParaRPr lang="en-US"/>
        </a:p>
      </dgm:t>
    </dgm:pt>
    <dgm:pt modelId="{0D627E90-C553-47DB-BB3A-4F43F8263733}">
      <dgm:prSet/>
      <dgm:spPr/>
      <dgm:t>
        <a:bodyPr/>
        <a:lstStyle/>
        <a:p>
          <a:pPr algn="just"/>
          <a:r>
            <a:rPr lang="en-US" dirty="0" smtClean="0"/>
            <a:t>To enhance the knowledge of processing and communication of information in various forms.</a:t>
          </a:r>
          <a:endParaRPr lang="en-US" dirty="0"/>
        </a:p>
      </dgm:t>
    </dgm:pt>
    <dgm:pt modelId="{A141554D-92C8-4593-B99A-FA54B5B61BEB}" type="parTrans" cxnId="{9CEAAE66-20BE-4791-A542-C825872C6FBF}">
      <dgm:prSet/>
      <dgm:spPr/>
      <dgm:t>
        <a:bodyPr/>
        <a:lstStyle/>
        <a:p>
          <a:endParaRPr lang="en-US"/>
        </a:p>
      </dgm:t>
    </dgm:pt>
    <dgm:pt modelId="{009B1EBE-D836-45FD-BD35-DAF6458022A4}" type="sibTrans" cxnId="{9CEAAE66-20BE-4791-A542-C825872C6FBF}">
      <dgm:prSet/>
      <dgm:spPr/>
      <dgm:t>
        <a:bodyPr/>
        <a:lstStyle/>
        <a:p>
          <a:endParaRPr lang="en-US"/>
        </a:p>
      </dgm:t>
    </dgm:pt>
    <dgm:pt modelId="{92DBB472-5B92-40C1-BB35-91A2D440D983}">
      <dgm:prSet/>
      <dgm:spPr/>
      <dgm:t>
        <a:bodyPr/>
        <a:lstStyle/>
        <a:p>
          <a:r>
            <a:rPr lang="en-US" smtClean="0"/>
            <a:t>Course ILOs : At the end of the course, the student should be able to</a:t>
          </a:r>
          <a:endParaRPr lang="en-US" dirty="0"/>
        </a:p>
      </dgm:t>
    </dgm:pt>
    <dgm:pt modelId="{60B7D16F-DE59-4228-9A19-D28B9B3D664A}" type="parTrans" cxnId="{26D98AA5-1B0B-4050-9CC5-1AB65AA13DC5}">
      <dgm:prSet/>
      <dgm:spPr/>
      <dgm:t>
        <a:bodyPr/>
        <a:lstStyle/>
        <a:p>
          <a:endParaRPr lang="en-US"/>
        </a:p>
      </dgm:t>
    </dgm:pt>
    <dgm:pt modelId="{5C45E72B-3943-4599-8091-80EE5F8EBBB4}" type="sibTrans" cxnId="{26D98AA5-1B0B-4050-9CC5-1AB65AA13DC5}">
      <dgm:prSet/>
      <dgm:spPr/>
      <dgm:t>
        <a:bodyPr/>
        <a:lstStyle/>
        <a:p>
          <a:endParaRPr lang="en-US"/>
        </a:p>
      </dgm:t>
    </dgm:pt>
    <dgm:pt modelId="{9829677E-6817-414E-85FC-AA0BF3B4CC76}">
      <dgm:prSet/>
      <dgm:spPr/>
      <dgm:t>
        <a:bodyPr/>
        <a:lstStyle/>
        <a:p>
          <a:pPr algn="just"/>
          <a:r>
            <a:rPr lang="en-US" smtClean="0"/>
            <a:t>Formulate a working definition of interactive multimedia</a:t>
          </a:r>
          <a:endParaRPr lang="en-US" dirty="0"/>
        </a:p>
      </dgm:t>
    </dgm:pt>
    <dgm:pt modelId="{A2C1BC45-E70E-45DB-A647-AE9C0B03044D}" type="parTrans" cxnId="{A2601187-22DA-4F76-8DCD-17F4E6650F4C}">
      <dgm:prSet/>
      <dgm:spPr/>
      <dgm:t>
        <a:bodyPr/>
        <a:lstStyle/>
        <a:p>
          <a:endParaRPr lang="en-US"/>
        </a:p>
      </dgm:t>
    </dgm:pt>
    <dgm:pt modelId="{A522AB54-18B0-4BE3-A21D-3904F4BD23DA}" type="sibTrans" cxnId="{A2601187-22DA-4F76-8DCD-17F4E6650F4C}">
      <dgm:prSet/>
      <dgm:spPr/>
      <dgm:t>
        <a:bodyPr/>
        <a:lstStyle/>
        <a:p>
          <a:endParaRPr lang="en-US"/>
        </a:p>
      </dgm:t>
    </dgm:pt>
    <dgm:pt modelId="{C454B2D7-7E8A-43D4-B7CE-D323F282A81F}">
      <dgm:prSet/>
      <dgm:spPr/>
      <dgm:t>
        <a:bodyPr/>
        <a:lstStyle/>
        <a:p>
          <a:pPr algn="just"/>
          <a:r>
            <a:rPr lang="en-US" dirty="0" smtClean="0"/>
            <a:t>Describe different multimedia processing techniques and discuss their advantages and disadvantages</a:t>
          </a:r>
          <a:endParaRPr lang="en-US" dirty="0"/>
        </a:p>
      </dgm:t>
    </dgm:pt>
    <dgm:pt modelId="{B03B5150-DFBC-4187-82BF-4AD3F6014133}" type="parTrans" cxnId="{699E08DE-B8C1-442B-A835-93DBA39A80EC}">
      <dgm:prSet/>
      <dgm:spPr/>
      <dgm:t>
        <a:bodyPr/>
        <a:lstStyle/>
        <a:p>
          <a:endParaRPr lang="en-US"/>
        </a:p>
      </dgm:t>
    </dgm:pt>
    <dgm:pt modelId="{5061C2A6-5D9C-4062-ACC9-C3CBA602706F}" type="sibTrans" cxnId="{699E08DE-B8C1-442B-A835-93DBA39A80EC}">
      <dgm:prSet/>
      <dgm:spPr/>
      <dgm:t>
        <a:bodyPr/>
        <a:lstStyle/>
        <a:p>
          <a:endParaRPr lang="en-US"/>
        </a:p>
      </dgm:t>
    </dgm:pt>
    <dgm:pt modelId="{94D0E266-6F9A-423E-A2BB-BC22BD650595}">
      <dgm:prSet/>
      <dgm:spPr/>
      <dgm:t>
        <a:bodyPr/>
        <a:lstStyle/>
        <a:p>
          <a:pPr algn="just"/>
          <a:r>
            <a:rPr lang="en-US" smtClean="0"/>
            <a:t>Demonstrate the use of text, animation, digitized sound, video control, and scanned images</a:t>
          </a:r>
          <a:endParaRPr lang="en-US" dirty="0"/>
        </a:p>
      </dgm:t>
    </dgm:pt>
    <dgm:pt modelId="{85111757-420F-47E5-AD85-3CB61B7318A1}" type="parTrans" cxnId="{345E745E-7E15-42F5-8279-A840BEBA24BB}">
      <dgm:prSet/>
      <dgm:spPr/>
      <dgm:t>
        <a:bodyPr/>
        <a:lstStyle/>
        <a:p>
          <a:endParaRPr lang="en-US"/>
        </a:p>
      </dgm:t>
    </dgm:pt>
    <dgm:pt modelId="{D54EA4EA-189D-4663-862E-0B05A79EEC46}" type="sibTrans" cxnId="{345E745E-7E15-42F5-8279-A840BEBA24BB}">
      <dgm:prSet/>
      <dgm:spPr/>
      <dgm:t>
        <a:bodyPr/>
        <a:lstStyle/>
        <a:p>
          <a:endParaRPr lang="en-US"/>
        </a:p>
      </dgm:t>
    </dgm:pt>
    <dgm:pt modelId="{0037D074-0F13-49E0-B0B5-2A0D0741B907}">
      <dgm:prSet/>
      <dgm:spPr/>
      <dgm:t>
        <a:bodyPr/>
        <a:lstStyle/>
        <a:p>
          <a:pPr algn="just"/>
          <a:r>
            <a:rPr lang="en-US" smtClean="0"/>
            <a:t>Design and implement multimedia content by applying current multimedia technologies</a:t>
          </a:r>
          <a:endParaRPr lang="en-US" dirty="0"/>
        </a:p>
      </dgm:t>
    </dgm:pt>
    <dgm:pt modelId="{5F8ED18C-48EA-424B-B91A-51F09436D98E}" type="parTrans" cxnId="{A09A147F-7E8E-4A28-A219-6DCC6EC7DC59}">
      <dgm:prSet/>
      <dgm:spPr/>
      <dgm:t>
        <a:bodyPr/>
        <a:lstStyle/>
        <a:p>
          <a:endParaRPr lang="en-US"/>
        </a:p>
      </dgm:t>
    </dgm:pt>
    <dgm:pt modelId="{47004029-8436-400B-8589-76D4ED4CA375}" type="sibTrans" cxnId="{A09A147F-7E8E-4A28-A219-6DCC6EC7DC59}">
      <dgm:prSet/>
      <dgm:spPr/>
      <dgm:t>
        <a:bodyPr/>
        <a:lstStyle/>
        <a:p>
          <a:endParaRPr lang="en-US"/>
        </a:p>
      </dgm:t>
    </dgm:pt>
    <dgm:pt modelId="{E231AE2C-249A-4159-9840-34F2EB4FA2C9}" type="pres">
      <dgm:prSet presAssocID="{2CC35C23-A969-4EBB-A251-1E5455E54BC9}" presName="linear" presStyleCnt="0">
        <dgm:presLayoutVars>
          <dgm:dir/>
          <dgm:animLvl val="lvl"/>
          <dgm:resizeHandles val="exact"/>
        </dgm:presLayoutVars>
      </dgm:prSet>
      <dgm:spPr/>
      <dgm:t>
        <a:bodyPr/>
        <a:lstStyle/>
        <a:p>
          <a:endParaRPr lang="en-US"/>
        </a:p>
      </dgm:t>
    </dgm:pt>
    <dgm:pt modelId="{E94572E2-BBE5-431A-A497-25B9D9C3FCF2}" type="pres">
      <dgm:prSet presAssocID="{AB28A5A8-940E-4DA0-A29F-75BB2D5A3027}" presName="parentLin" presStyleCnt="0"/>
      <dgm:spPr/>
    </dgm:pt>
    <dgm:pt modelId="{23F6C14D-DAA3-486C-BD0F-450595EBDE79}" type="pres">
      <dgm:prSet presAssocID="{AB28A5A8-940E-4DA0-A29F-75BB2D5A3027}" presName="parentLeftMargin" presStyleLbl="node1" presStyleIdx="0" presStyleCnt="2"/>
      <dgm:spPr/>
      <dgm:t>
        <a:bodyPr/>
        <a:lstStyle/>
        <a:p>
          <a:endParaRPr lang="en-US"/>
        </a:p>
      </dgm:t>
    </dgm:pt>
    <dgm:pt modelId="{75CDC84B-5EF3-44D2-B839-A7D1283DA292}" type="pres">
      <dgm:prSet presAssocID="{AB28A5A8-940E-4DA0-A29F-75BB2D5A3027}" presName="parentText" presStyleLbl="node1" presStyleIdx="0" presStyleCnt="2">
        <dgm:presLayoutVars>
          <dgm:chMax val="0"/>
          <dgm:bulletEnabled val="1"/>
        </dgm:presLayoutVars>
      </dgm:prSet>
      <dgm:spPr/>
      <dgm:t>
        <a:bodyPr/>
        <a:lstStyle/>
        <a:p>
          <a:endParaRPr lang="en-US"/>
        </a:p>
      </dgm:t>
    </dgm:pt>
    <dgm:pt modelId="{CDED01EB-2BF3-443C-87A3-FF1B0361D290}" type="pres">
      <dgm:prSet presAssocID="{AB28A5A8-940E-4DA0-A29F-75BB2D5A3027}" presName="negativeSpace" presStyleCnt="0"/>
      <dgm:spPr/>
    </dgm:pt>
    <dgm:pt modelId="{04547030-409F-460C-83F4-F7DDD85E0E75}" type="pres">
      <dgm:prSet presAssocID="{AB28A5A8-940E-4DA0-A29F-75BB2D5A3027}" presName="childText" presStyleLbl="conFgAcc1" presStyleIdx="0" presStyleCnt="2">
        <dgm:presLayoutVars>
          <dgm:bulletEnabled val="1"/>
        </dgm:presLayoutVars>
      </dgm:prSet>
      <dgm:spPr/>
      <dgm:t>
        <a:bodyPr/>
        <a:lstStyle/>
        <a:p>
          <a:endParaRPr lang="en-US"/>
        </a:p>
      </dgm:t>
    </dgm:pt>
    <dgm:pt modelId="{40E44A7E-B0A1-4384-91F9-467BA855690B}" type="pres">
      <dgm:prSet presAssocID="{A249869A-E27F-49AD-B053-5A373D6F88D6}" presName="spaceBetweenRectangles" presStyleCnt="0"/>
      <dgm:spPr/>
    </dgm:pt>
    <dgm:pt modelId="{36F006E5-BCC9-4AD7-9B5B-5D78CAB05E61}" type="pres">
      <dgm:prSet presAssocID="{92DBB472-5B92-40C1-BB35-91A2D440D983}" presName="parentLin" presStyleCnt="0"/>
      <dgm:spPr/>
    </dgm:pt>
    <dgm:pt modelId="{4E48CF48-CC19-47DA-8E9F-7EF5D76A66AF}" type="pres">
      <dgm:prSet presAssocID="{92DBB472-5B92-40C1-BB35-91A2D440D983}" presName="parentLeftMargin" presStyleLbl="node1" presStyleIdx="0" presStyleCnt="2"/>
      <dgm:spPr/>
      <dgm:t>
        <a:bodyPr/>
        <a:lstStyle/>
        <a:p>
          <a:endParaRPr lang="en-US"/>
        </a:p>
      </dgm:t>
    </dgm:pt>
    <dgm:pt modelId="{8AD025A7-7B1D-4198-A97B-50A8B9CB4E7D}" type="pres">
      <dgm:prSet presAssocID="{92DBB472-5B92-40C1-BB35-91A2D440D983}" presName="parentText" presStyleLbl="node1" presStyleIdx="1" presStyleCnt="2">
        <dgm:presLayoutVars>
          <dgm:chMax val="0"/>
          <dgm:bulletEnabled val="1"/>
        </dgm:presLayoutVars>
      </dgm:prSet>
      <dgm:spPr/>
      <dgm:t>
        <a:bodyPr/>
        <a:lstStyle/>
        <a:p>
          <a:endParaRPr lang="en-US"/>
        </a:p>
      </dgm:t>
    </dgm:pt>
    <dgm:pt modelId="{0F6FD290-ADAA-4D7C-9AF7-98FB572B865E}" type="pres">
      <dgm:prSet presAssocID="{92DBB472-5B92-40C1-BB35-91A2D440D983}" presName="negativeSpace" presStyleCnt="0"/>
      <dgm:spPr/>
    </dgm:pt>
    <dgm:pt modelId="{9F56E3DE-BA4E-4CCD-8B4D-0C7DE0E21CB7}" type="pres">
      <dgm:prSet presAssocID="{92DBB472-5B92-40C1-BB35-91A2D440D983}" presName="childText" presStyleLbl="conFgAcc1" presStyleIdx="1" presStyleCnt="2">
        <dgm:presLayoutVars>
          <dgm:bulletEnabled val="1"/>
        </dgm:presLayoutVars>
      </dgm:prSet>
      <dgm:spPr/>
      <dgm:t>
        <a:bodyPr/>
        <a:lstStyle/>
        <a:p>
          <a:endParaRPr lang="en-US"/>
        </a:p>
      </dgm:t>
    </dgm:pt>
  </dgm:ptLst>
  <dgm:cxnLst>
    <dgm:cxn modelId="{8B79DF9A-B24B-4387-AC22-4A23CAABB8F5}" srcId="{2CC35C23-A969-4EBB-A251-1E5455E54BC9}" destId="{AB28A5A8-940E-4DA0-A29F-75BB2D5A3027}" srcOrd="0" destOrd="0" parTransId="{ABBD3D0E-1BCB-452C-961E-2809942A6D04}" sibTransId="{A249869A-E27F-49AD-B053-5A373D6F88D6}"/>
    <dgm:cxn modelId="{699E08DE-B8C1-442B-A835-93DBA39A80EC}" srcId="{92DBB472-5B92-40C1-BB35-91A2D440D983}" destId="{C454B2D7-7E8A-43D4-B7CE-D323F282A81F}" srcOrd="1" destOrd="0" parTransId="{B03B5150-DFBC-4187-82BF-4AD3F6014133}" sibTransId="{5061C2A6-5D9C-4062-ACC9-C3CBA602706F}"/>
    <dgm:cxn modelId="{A2601187-22DA-4F76-8DCD-17F4E6650F4C}" srcId="{92DBB472-5B92-40C1-BB35-91A2D440D983}" destId="{9829677E-6817-414E-85FC-AA0BF3B4CC76}" srcOrd="0" destOrd="0" parTransId="{A2C1BC45-E70E-45DB-A647-AE9C0B03044D}" sibTransId="{A522AB54-18B0-4BE3-A21D-3904F4BD23DA}"/>
    <dgm:cxn modelId="{9CEAAE66-20BE-4791-A542-C825872C6FBF}" srcId="{AB28A5A8-940E-4DA0-A29F-75BB2D5A3027}" destId="{0D627E90-C553-47DB-BB3A-4F43F8263733}" srcOrd="0" destOrd="0" parTransId="{A141554D-92C8-4593-B99A-FA54B5B61BEB}" sibTransId="{009B1EBE-D836-45FD-BD35-DAF6458022A4}"/>
    <dgm:cxn modelId="{99A39C3C-B591-45F4-BC4B-65FDE5731637}" type="presOf" srcId="{0037D074-0F13-49E0-B0B5-2A0D0741B907}" destId="{9F56E3DE-BA4E-4CCD-8B4D-0C7DE0E21CB7}" srcOrd="0" destOrd="3" presId="urn:microsoft.com/office/officeart/2005/8/layout/list1"/>
    <dgm:cxn modelId="{C8A81AD0-7CCF-4C59-BD5D-48B6685A835C}" type="presOf" srcId="{92DBB472-5B92-40C1-BB35-91A2D440D983}" destId="{8AD025A7-7B1D-4198-A97B-50A8B9CB4E7D}" srcOrd="1" destOrd="0" presId="urn:microsoft.com/office/officeart/2005/8/layout/list1"/>
    <dgm:cxn modelId="{345E745E-7E15-42F5-8279-A840BEBA24BB}" srcId="{92DBB472-5B92-40C1-BB35-91A2D440D983}" destId="{94D0E266-6F9A-423E-A2BB-BC22BD650595}" srcOrd="2" destOrd="0" parTransId="{85111757-420F-47E5-AD85-3CB61B7318A1}" sibTransId="{D54EA4EA-189D-4663-862E-0B05A79EEC46}"/>
    <dgm:cxn modelId="{A09A147F-7E8E-4A28-A219-6DCC6EC7DC59}" srcId="{92DBB472-5B92-40C1-BB35-91A2D440D983}" destId="{0037D074-0F13-49E0-B0B5-2A0D0741B907}" srcOrd="3" destOrd="0" parTransId="{5F8ED18C-48EA-424B-B91A-51F09436D98E}" sibTransId="{47004029-8436-400B-8589-76D4ED4CA375}"/>
    <dgm:cxn modelId="{26D98AA5-1B0B-4050-9CC5-1AB65AA13DC5}" srcId="{2CC35C23-A969-4EBB-A251-1E5455E54BC9}" destId="{92DBB472-5B92-40C1-BB35-91A2D440D983}" srcOrd="1" destOrd="0" parTransId="{60B7D16F-DE59-4228-9A19-D28B9B3D664A}" sibTransId="{5C45E72B-3943-4599-8091-80EE5F8EBBB4}"/>
    <dgm:cxn modelId="{30FFDD8E-F776-4F25-8B2B-712BCB55936F}" type="presOf" srcId="{9829677E-6817-414E-85FC-AA0BF3B4CC76}" destId="{9F56E3DE-BA4E-4CCD-8B4D-0C7DE0E21CB7}" srcOrd="0" destOrd="0" presId="urn:microsoft.com/office/officeart/2005/8/layout/list1"/>
    <dgm:cxn modelId="{98D76219-4FCA-4A55-98B0-3939ED487482}" type="presOf" srcId="{C454B2D7-7E8A-43D4-B7CE-D323F282A81F}" destId="{9F56E3DE-BA4E-4CCD-8B4D-0C7DE0E21CB7}" srcOrd="0" destOrd="1" presId="urn:microsoft.com/office/officeart/2005/8/layout/list1"/>
    <dgm:cxn modelId="{D3F35536-540D-4DFA-9532-7B0DB56476E7}" type="presOf" srcId="{2CC35C23-A969-4EBB-A251-1E5455E54BC9}" destId="{E231AE2C-249A-4159-9840-34F2EB4FA2C9}" srcOrd="0" destOrd="0" presId="urn:microsoft.com/office/officeart/2005/8/layout/list1"/>
    <dgm:cxn modelId="{D5BA3399-F026-496A-90FF-1588C961FDA4}" type="presOf" srcId="{92DBB472-5B92-40C1-BB35-91A2D440D983}" destId="{4E48CF48-CC19-47DA-8E9F-7EF5D76A66AF}" srcOrd="0" destOrd="0" presId="urn:microsoft.com/office/officeart/2005/8/layout/list1"/>
    <dgm:cxn modelId="{27E70B6A-FCE4-4094-9344-50B0836F2BE9}" type="presOf" srcId="{94D0E266-6F9A-423E-A2BB-BC22BD650595}" destId="{9F56E3DE-BA4E-4CCD-8B4D-0C7DE0E21CB7}" srcOrd="0" destOrd="2" presId="urn:microsoft.com/office/officeart/2005/8/layout/list1"/>
    <dgm:cxn modelId="{463F3E64-A75D-42EB-96B7-34364DDA3073}" type="presOf" srcId="{AB28A5A8-940E-4DA0-A29F-75BB2D5A3027}" destId="{23F6C14D-DAA3-486C-BD0F-450595EBDE79}" srcOrd="0" destOrd="0" presId="urn:microsoft.com/office/officeart/2005/8/layout/list1"/>
    <dgm:cxn modelId="{B6692C78-F44A-46A8-9C6E-DA5C35AE2916}" type="presOf" srcId="{0D627E90-C553-47DB-BB3A-4F43F8263733}" destId="{04547030-409F-460C-83F4-F7DDD85E0E75}" srcOrd="0" destOrd="0" presId="urn:microsoft.com/office/officeart/2005/8/layout/list1"/>
    <dgm:cxn modelId="{491D1A6F-BF75-42F1-8EBF-CBF5FE624D2C}" type="presOf" srcId="{AB28A5A8-940E-4DA0-A29F-75BB2D5A3027}" destId="{75CDC84B-5EF3-44D2-B839-A7D1283DA292}" srcOrd="1" destOrd="0" presId="urn:microsoft.com/office/officeart/2005/8/layout/list1"/>
    <dgm:cxn modelId="{B67585AF-7B0F-4982-809C-D8C13BFDB4CD}" type="presParOf" srcId="{E231AE2C-249A-4159-9840-34F2EB4FA2C9}" destId="{E94572E2-BBE5-431A-A497-25B9D9C3FCF2}" srcOrd="0" destOrd="0" presId="urn:microsoft.com/office/officeart/2005/8/layout/list1"/>
    <dgm:cxn modelId="{E26F9327-92FA-4694-8D64-2E4236B5644C}" type="presParOf" srcId="{E94572E2-BBE5-431A-A497-25B9D9C3FCF2}" destId="{23F6C14D-DAA3-486C-BD0F-450595EBDE79}" srcOrd="0" destOrd="0" presId="urn:microsoft.com/office/officeart/2005/8/layout/list1"/>
    <dgm:cxn modelId="{F3F372FB-28DB-43F2-8E23-48167BC232DC}" type="presParOf" srcId="{E94572E2-BBE5-431A-A497-25B9D9C3FCF2}" destId="{75CDC84B-5EF3-44D2-B839-A7D1283DA292}" srcOrd="1" destOrd="0" presId="urn:microsoft.com/office/officeart/2005/8/layout/list1"/>
    <dgm:cxn modelId="{9F9FFA17-5C0D-456B-851E-A7A220CE87A1}" type="presParOf" srcId="{E231AE2C-249A-4159-9840-34F2EB4FA2C9}" destId="{CDED01EB-2BF3-443C-87A3-FF1B0361D290}" srcOrd="1" destOrd="0" presId="urn:microsoft.com/office/officeart/2005/8/layout/list1"/>
    <dgm:cxn modelId="{31BE72A2-AD9D-452A-9AD1-0A609B3C92B2}" type="presParOf" srcId="{E231AE2C-249A-4159-9840-34F2EB4FA2C9}" destId="{04547030-409F-460C-83F4-F7DDD85E0E75}" srcOrd="2" destOrd="0" presId="urn:microsoft.com/office/officeart/2005/8/layout/list1"/>
    <dgm:cxn modelId="{7C223E57-4EAD-4F71-839F-C18C2924E965}" type="presParOf" srcId="{E231AE2C-249A-4159-9840-34F2EB4FA2C9}" destId="{40E44A7E-B0A1-4384-91F9-467BA855690B}" srcOrd="3" destOrd="0" presId="urn:microsoft.com/office/officeart/2005/8/layout/list1"/>
    <dgm:cxn modelId="{E5863C59-D595-4D08-BE31-F267FF175D5F}" type="presParOf" srcId="{E231AE2C-249A-4159-9840-34F2EB4FA2C9}" destId="{36F006E5-BCC9-4AD7-9B5B-5D78CAB05E61}" srcOrd="4" destOrd="0" presId="urn:microsoft.com/office/officeart/2005/8/layout/list1"/>
    <dgm:cxn modelId="{1BC0C4C3-DD32-4CB0-B94E-2704EA817B3F}" type="presParOf" srcId="{36F006E5-BCC9-4AD7-9B5B-5D78CAB05E61}" destId="{4E48CF48-CC19-47DA-8E9F-7EF5D76A66AF}" srcOrd="0" destOrd="0" presId="urn:microsoft.com/office/officeart/2005/8/layout/list1"/>
    <dgm:cxn modelId="{5E161253-0A9F-4FAA-AE83-E862071D2749}" type="presParOf" srcId="{36F006E5-BCC9-4AD7-9B5B-5D78CAB05E61}" destId="{8AD025A7-7B1D-4198-A97B-50A8B9CB4E7D}" srcOrd="1" destOrd="0" presId="urn:microsoft.com/office/officeart/2005/8/layout/list1"/>
    <dgm:cxn modelId="{B8721F20-B396-4ED6-BDC5-B783657589E4}" type="presParOf" srcId="{E231AE2C-249A-4159-9840-34F2EB4FA2C9}" destId="{0F6FD290-ADAA-4D7C-9AF7-98FB572B865E}" srcOrd="5" destOrd="0" presId="urn:microsoft.com/office/officeart/2005/8/layout/list1"/>
    <dgm:cxn modelId="{BA9C4A47-4726-4484-9278-955D5CCFEA2C}" type="presParOf" srcId="{E231AE2C-249A-4159-9840-34F2EB4FA2C9}" destId="{9F56E3DE-BA4E-4CCD-8B4D-0C7DE0E21CB7}"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31696A-E336-4B1B-BC99-2493C6E13B41}" type="doc">
      <dgm:prSet loTypeId="urn:microsoft.com/office/officeart/2005/8/layout/chevron2" loCatId="list" qsTypeId="urn:microsoft.com/office/officeart/2005/8/quickstyle/simple1" qsCatId="simple" csTypeId="urn:microsoft.com/office/officeart/2005/8/colors/colorful5" csCatId="colorful" phldr="1"/>
      <dgm:spPr/>
      <dgm:t>
        <a:bodyPr/>
        <a:lstStyle/>
        <a:p>
          <a:endParaRPr lang="en-US"/>
        </a:p>
      </dgm:t>
    </dgm:pt>
    <dgm:pt modelId="{330896D8-4863-4EDA-AD2F-FCC99178347E}">
      <dgm:prSet custT="1"/>
      <dgm:spPr/>
      <dgm:t>
        <a:bodyPr/>
        <a:lstStyle/>
        <a:p>
          <a:r>
            <a:rPr lang="en-US" sz="1600" dirty="0" smtClean="0"/>
            <a:t>10%</a:t>
          </a:r>
          <a:endParaRPr lang="en-US" sz="1600" dirty="0"/>
        </a:p>
      </dgm:t>
    </dgm:pt>
    <dgm:pt modelId="{804D1A3D-CB50-4D9A-A7DD-37EB0C3FBFB5}" type="parTrans" cxnId="{700764C9-C5B1-4F1B-A815-20880D5369EF}">
      <dgm:prSet/>
      <dgm:spPr/>
      <dgm:t>
        <a:bodyPr/>
        <a:lstStyle/>
        <a:p>
          <a:endParaRPr lang="en-US"/>
        </a:p>
      </dgm:t>
    </dgm:pt>
    <dgm:pt modelId="{BB844213-4707-4D12-B8C7-EB1155596098}" type="sibTrans" cxnId="{700764C9-C5B1-4F1B-A815-20880D5369EF}">
      <dgm:prSet/>
      <dgm:spPr/>
      <dgm:t>
        <a:bodyPr/>
        <a:lstStyle/>
        <a:p>
          <a:endParaRPr lang="en-US"/>
        </a:p>
      </dgm:t>
    </dgm:pt>
    <dgm:pt modelId="{03380CE2-0EBD-4E62-AAD4-077860E571D0}">
      <dgm:prSet custT="1"/>
      <dgm:spPr/>
      <dgm:t>
        <a:bodyPr/>
        <a:lstStyle/>
        <a:p>
          <a:r>
            <a:rPr lang="en-US" sz="1600" dirty="0" smtClean="0"/>
            <a:t>10%</a:t>
          </a:r>
          <a:endParaRPr lang="en-US" sz="1600" dirty="0"/>
        </a:p>
      </dgm:t>
    </dgm:pt>
    <dgm:pt modelId="{AF9747E6-FB19-4FA9-80AF-EBF61ABE7C82}" type="parTrans" cxnId="{9AED94A1-7586-4DB9-A9B8-8B58589D04F4}">
      <dgm:prSet/>
      <dgm:spPr/>
      <dgm:t>
        <a:bodyPr/>
        <a:lstStyle/>
        <a:p>
          <a:endParaRPr lang="en-US"/>
        </a:p>
      </dgm:t>
    </dgm:pt>
    <dgm:pt modelId="{9AC5DCC0-3A29-4D98-8668-D5AD6CD0E320}" type="sibTrans" cxnId="{9AED94A1-7586-4DB9-A9B8-8B58589D04F4}">
      <dgm:prSet/>
      <dgm:spPr/>
      <dgm:t>
        <a:bodyPr/>
        <a:lstStyle/>
        <a:p>
          <a:endParaRPr lang="en-US"/>
        </a:p>
      </dgm:t>
    </dgm:pt>
    <dgm:pt modelId="{145ADE63-7C04-4C8C-BE1F-28541EC01F6E}">
      <dgm:prSet custT="1"/>
      <dgm:spPr/>
      <dgm:t>
        <a:bodyPr/>
        <a:lstStyle/>
        <a:p>
          <a:r>
            <a:rPr lang="en-US" sz="2000" dirty="0" smtClean="0"/>
            <a:t>Quizzes/Tutorial</a:t>
          </a:r>
          <a:endParaRPr lang="en-US" sz="2000" dirty="0"/>
        </a:p>
      </dgm:t>
    </dgm:pt>
    <dgm:pt modelId="{96BBC954-5238-4822-BED1-0C5F34D3CA66}" type="parTrans" cxnId="{DF3B854A-5D54-464C-A289-447830B3F116}">
      <dgm:prSet/>
      <dgm:spPr/>
      <dgm:t>
        <a:bodyPr/>
        <a:lstStyle/>
        <a:p>
          <a:endParaRPr lang="en-US"/>
        </a:p>
      </dgm:t>
    </dgm:pt>
    <dgm:pt modelId="{ED1299B2-EFFB-4DC5-BADC-92AA97CCFD60}" type="sibTrans" cxnId="{DF3B854A-5D54-464C-A289-447830B3F116}">
      <dgm:prSet/>
      <dgm:spPr/>
      <dgm:t>
        <a:bodyPr/>
        <a:lstStyle/>
        <a:p>
          <a:endParaRPr lang="en-US"/>
        </a:p>
      </dgm:t>
    </dgm:pt>
    <dgm:pt modelId="{A598D200-D6FC-48BF-B572-1FFEF9BA26D1}">
      <dgm:prSet custT="1"/>
      <dgm:spPr/>
      <dgm:t>
        <a:bodyPr/>
        <a:lstStyle/>
        <a:p>
          <a:r>
            <a:rPr lang="en-US" sz="1600" dirty="0" smtClean="0"/>
            <a:t>10%</a:t>
          </a:r>
          <a:endParaRPr lang="en-US" sz="1600" dirty="0"/>
        </a:p>
      </dgm:t>
    </dgm:pt>
    <dgm:pt modelId="{FE6646BF-C14E-40D6-828C-2766DE524BBA}" type="parTrans" cxnId="{7494E51F-D9B8-4986-A96B-A9261630C56E}">
      <dgm:prSet/>
      <dgm:spPr/>
      <dgm:t>
        <a:bodyPr/>
        <a:lstStyle/>
        <a:p>
          <a:endParaRPr lang="en-US"/>
        </a:p>
      </dgm:t>
    </dgm:pt>
    <dgm:pt modelId="{A22C2D74-52B6-4BA1-B465-72A754608CC1}" type="sibTrans" cxnId="{7494E51F-D9B8-4986-A96B-A9261630C56E}">
      <dgm:prSet/>
      <dgm:spPr/>
      <dgm:t>
        <a:bodyPr/>
        <a:lstStyle/>
        <a:p>
          <a:endParaRPr lang="en-US"/>
        </a:p>
      </dgm:t>
    </dgm:pt>
    <dgm:pt modelId="{7C6B5DF5-C83E-47FE-8E7F-7D957D9A814F}">
      <dgm:prSet custT="1"/>
      <dgm:spPr/>
      <dgm:t>
        <a:bodyPr/>
        <a:lstStyle/>
        <a:p>
          <a:r>
            <a:rPr lang="en-US" sz="2000" dirty="0" smtClean="0"/>
            <a:t>Image and Graphic design and Editing (Individual)</a:t>
          </a:r>
          <a:endParaRPr lang="en-US" sz="2000" dirty="0"/>
        </a:p>
      </dgm:t>
    </dgm:pt>
    <dgm:pt modelId="{24BE196B-2B00-401B-966D-CD4B3483CA80}" type="parTrans" cxnId="{95A9B946-E7E3-4F7A-8C27-8CFEE67EA227}">
      <dgm:prSet/>
      <dgm:spPr/>
      <dgm:t>
        <a:bodyPr/>
        <a:lstStyle/>
        <a:p>
          <a:endParaRPr lang="en-US"/>
        </a:p>
      </dgm:t>
    </dgm:pt>
    <dgm:pt modelId="{92328AF3-6482-4BA9-AA76-62343E284A46}" type="sibTrans" cxnId="{95A9B946-E7E3-4F7A-8C27-8CFEE67EA227}">
      <dgm:prSet/>
      <dgm:spPr/>
      <dgm:t>
        <a:bodyPr/>
        <a:lstStyle/>
        <a:p>
          <a:endParaRPr lang="en-US"/>
        </a:p>
      </dgm:t>
    </dgm:pt>
    <dgm:pt modelId="{390C1B69-A2B1-4C3E-85F3-C3AEB2641D46}">
      <dgm:prSet custT="1"/>
      <dgm:spPr/>
      <dgm:t>
        <a:bodyPr/>
        <a:lstStyle/>
        <a:p>
          <a:r>
            <a:rPr lang="en-US" sz="2000" dirty="0" smtClean="0"/>
            <a:t>Text (font) Design Project (Group)</a:t>
          </a:r>
          <a:endParaRPr lang="en-US" sz="2000" dirty="0"/>
        </a:p>
      </dgm:t>
    </dgm:pt>
    <dgm:pt modelId="{D55BD1A8-E50F-4CC9-92C9-F32243589CEA}" type="parTrans" cxnId="{CEF2514B-AD9A-48D2-A4D5-09B5A0EE2CF4}">
      <dgm:prSet/>
      <dgm:spPr/>
      <dgm:t>
        <a:bodyPr/>
        <a:lstStyle/>
        <a:p>
          <a:endParaRPr lang="en-US"/>
        </a:p>
      </dgm:t>
    </dgm:pt>
    <dgm:pt modelId="{4E7E1392-A2EE-4C52-A83E-9F0552D59518}" type="sibTrans" cxnId="{CEF2514B-AD9A-48D2-A4D5-09B5A0EE2CF4}">
      <dgm:prSet/>
      <dgm:spPr/>
      <dgm:t>
        <a:bodyPr/>
        <a:lstStyle/>
        <a:p>
          <a:endParaRPr lang="en-US"/>
        </a:p>
      </dgm:t>
    </dgm:pt>
    <dgm:pt modelId="{BBF05BC1-DD0D-447E-906A-BE04CF609B32}">
      <dgm:prSet custT="1"/>
      <dgm:spPr/>
      <dgm:t>
        <a:bodyPr/>
        <a:lstStyle/>
        <a:p>
          <a:r>
            <a:rPr lang="en-US" sz="1600" dirty="0" smtClean="0"/>
            <a:t>20%</a:t>
          </a:r>
          <a:endParaRPr lang="en-US" sz="1600" dirty="0"/>
        </a:p>
      </dgm:t>
    </dgm:pt>
    <dgm:pt modelId="{10FF892C-1EC3-4374-AA54-369228E1F5B6}" type="parTrans" cxnId="{3B093C4D-A432-4E37-BDC4-636056DE5BFA}">
      <dgm:prSet/>
      <dgm:spPr/>
      <dgm:t>
        <a:bodyPr/>
        <a:lstStyle/>
        <a:p>
          <a:endParaRPr lang="en-US"/>
        </a:p>
      </dgm:t>
    </dgm:pt>
    <dgm:pt modelId="{A8191198-43CB-442A-806A-AF2C9DDFF365}" type="sibTrans" cxnId="{3B093C4D-A432-4E37-BDC4-636056DE5BFA}">
      <dgm:prSet/>
      <dgm:spPr/>
      <dgm:t>
        <a:bodyPr/>
        <a:lstStyle/>
        <a:p>
          <a:endParaRPr lang="en-US"/>
        </a:p>
      </dgm:t>
    </dgm:pt>
    <dgm:pt modelId="{9D5289AD-DFEA-4B3D-AED2-85D1F8594484}">
      <dgm:prSet custT="1"/>
      <dgm:spPr/>
      <dgm:t>
        <a:bodyPr/>
        <a:lstStyle/>
        <a:p>
          <a:r>
            <a:rPr lang="en-US" sz="1600" dirty="0" smtClean="0"/>
            <a:t>40%</a:t>
          </a:r>
          <a:endParaRPr lang="en-US" sz="1600" dirty="0"/>
        </a:p>
      </dgm:t>
    </dgm:pt>
    <dgm:pt modelId="{E08D2203-8308-4CB2-A6B4-5AA8F23E2C2B}" type="parTrans" cxnId="{D547B011-A0D2-4F24-A798-4C96D9CE16A3}">
      <dgm:prSet/>
      <dgm:spPr/>
      <dgm:t>
        <a:bodyPr/>
        <a:lstStyle/>
        <a:p>
          <a:endParaRPr lang="en-US"/>
        </a:p>
      </dgm:t>
    </dgm:pt>
    <dgm:pt modelId="{FA781870-CA61-46F8-BA06-BEB6150FA738}" type="sibTrans" cxnId="{D547B011-A0D2-4F24-A798-4C96D9CE16A3}">
      <dgm:prSet/>
      <dgm:spPr/>
      <dgm:t>
        <a:bodyPr/>
        <a:lstStyle/>
        <a:p>
          <a:endParaRPr lang="en-US"/>
        </a:p>
      </dgm:t>
    </dgm:pt>
    <dgm:pt modelId="{1407385F-B811-4B95-AD6B-1BC257ECBFE4}">
      <dgm:prSet custT="1"/>
      <dgm:spPr/>
      <dgm:t>
        <a:bodyPr/>
        <a:lstStyle/>
        <a:p>
          <a:r>
            <a:rPr lang="en-US" sz="2000" dirty="0" smtClean="0"/>
            <a:t>Multimedia Project (Group)</a:t>
          </a:r>
          <a:endParaRPr lang="en-US" sz="2000" dirty="0"/>
        </a:p>
      </dgm:t>
    </dgm:pt>
    <dgm:pt modelId="{A3A44BC4-786F-4300-B04B-30818DC722FD}" type="parTrans" cxnId="{30111C03-19E2-4575-BAF6-CC9B16D85554}">
      <dgm:prSet/>
      <dgm:spPr/>
      <dgm:t>
        <a:bodyPr/>
        <a:lstStyle/>
        <a:p>
          <a:endParaRPr lang="en-US"/>
        </a:p>
      </dgm:t>
    </dgm:pt>
    <dgm:pt modelId="{01CE01F7-33C2-4644-BF7D-26A27D607D4F}" type="sibTrans" cxnId="{30111C03-19E2-4575-BAF6-CC9B16D85554}">
      <dgm:prSet/>
      <dgm:spPr/>
      <dgm:t>
        <a:bodyPr/>
        <a:lstStyle/>
        <a:p>
          <a:endParaRPr lang="en-US"/>
        </a:p>
      </dgm:t>
    </dgm:pt>
    <dgm:pt modelId="{233CB0B1-A8EF-41B4-B647-465733AA708D}">
      <dgm:prSet custT="1"/>
      <dgm:spPr/>
      <dgm:t>
        <a:bodyPr/>
        <a:lstStyle/>
        <a:p>
          <a:r>
            <a:rPr lang="en-US" sz="2000" dirty="0" smtClean="0"/>
            <a:t>End semester examination (Theory)</a:t>
          </a:r>
          <a:endParaRPr lang="en-US" sz="2000" dirty="0"/>
        </a:p>
      </dgm:t>
    </dgm:pt>
    <dgm:pt modelId="{432B0E66-584D-4DE7-822B-5EE2164C1368}" type="parTrans" cxnId="{74C70411-87EF-4742-8A98-462940755B0F}">
      <dgm:prSet/>
      <dgm:spPr/>
      <dgm:t>
        <a:bodyPr/>
        <a:lstStyle/>
        <a:p>
          <a:endParaRPr lang="en-US"/>
        </a:p>
      </dgm:t>
    </dgm:pt>
    <dgm:pt modelId="{847CAD19-C8E5-46FD-8E48-17D5DA2B3B61}" type="sibTrans" cxnId="{74C70411-87EF-4742-8A98-462940755B0F}">
      <dgm:prSet/>
      <dgm:spPr/>
      <dgm:t>
        <a:bodyPr/>
        <a:lstStyle/>
        <a:p>
          <a:endParaRPr lang="en-US"/>
        </a:p>
      </dgm:t>
    </dgm:pt>
    <dgm:pt modelId="{6346B843-B55E-4E00-BF7C-F0D309B5D910}">
      <dgm:prSet custT="1"/>
      <dgm:spPr/>
      <dgm:t>
        <a:bodyPr/>
        <a:lstStyle/>
        <a:p>
          <a:r>
            <a:rPr lang="en-US" sz="1600" dirty="0" smtClean="0"/>
            <a:t>10%</a:t>
          </a:r>
          <a:endParaRPr lang="en-US" dirty="0"/>
        </a:p>
      </dgm:t>
    </dgm:pt>
    <dgm:pt modelId="{60175783-4774-48B5-8B33-C0DB1B1FB47B}" type="parTrans" cxnId="{4523328B-4DB1-463A-A872-9812CFAC5A35}">
      <dgm:prSet/>
      <dgm:spPr/>
      <dgm:t>
        <a:bodyPr/>
        <a:lstStyle/>
        <a:p>
          <a:endParaRPr lang="en-US"/>
        </a:p>
      </dgm:t>
    </dgm:pt>
    <dgm:pt modelId="{A28980ED-B28A-4D37-AD97-8B84BA95E406}" type="sibTrans" cxnId="{4523328B-4DB1-463A-A872-9812CFAC5A35}">
      <dgm:prSet/>
      <dgm:spPr/>
      <dgm:t>
        <a:bodyPr/>
        <a:lstStyle/>
        <a:p>
          <a:endParaRPr lang="en-US"/>
        </a:p>
      </dgm:t>
    </dgm:pt>
    <dgm:pt modelId="{F3131C35-28C5-4E23-A74E-ACA0B1DB7AFD}">
      <dgm:prSet custT="1"/>
      <dgm:spPr/>
      <dgm:t>
        <a:bodyPr/>
        <a:lstStyle/>
        <a:p>
          <a:r>
            <a:rPr lang="en-US" sz="2000" dirty="0" smtClean="0"/>
            <a:t>Assignments (Individual) </a:t>
          </a:r>
          <a:endParaRPr lang="en-US" sz="2000" dirty="0"/>
        </a:p>
      </dgm:t>
    </dgm:pt>
    <dgm:pt modelId="{02BE6131-52A4-4D9D-ABD2-702E0E0CB8C8}" type="parTrans" cxnId="{821AC179-F200-4D9A-870C-4C85C1F6EECD}">
      <dgm:prSet/>
      <dgm:spPr/>
      <dgm:t>
        <a:bodyPr/>
        <a:lstStyle/>
        <a:p>
          <a:endParaRPr lang="en-US"/>
        </a:p>
      </dgm:t>
    </dgm:pt>
    <dgm:pt modelId="{13498851-A363-4CC1-9CEE-58B8697320B6}" type="sibTrans" cxnId="{821AC179-F200-4D9A-870C-4C85C1F6EECD}">
      <dgm:prSet/>
      <dgm:spPr/>
      <dgm:t>
        <a:bodyPr/>
        <a:lstStyle/>
        <a:p>
          <a:endParaRPr lang="en-US"/>
        </a:p>
      </dgm:t>
    </dgm:pt>
    <dgm:pt modelId="{2FED88DC-92A1-4B4A-BB63-A815456F5477}" type="pres">
      <dgm:prSet presAssocID="{C231696A-E336-4B1B-BC99-2493C6E13B41}" presName="linearFlow" presStyleCnt="0">
        <dgm:presLayoutVars>
          <dgm:dir/>
          <dgm:animLvl val="lvl"/>
          <dgm:resizeHandles val="exact"/>
        </dgm:presLayoutVars>
      </dgm:prSet>
      <dgm:spPr/>
      <dgm:t>
        <a:bodyPr/>
        <a:lstStyle/>
        <a:p>
          <a:endParaRPr lang="en-US"/>
        </a:p>
      </dgm:t>
    </dgm:pt>
    <dgm:pt modelId="{D57FC9B9-AC72-4958-83FD-BA805EF6094E}" type="pres">
      <dgm:prSet presAssocID="{330896D8-4863-4EDA-AD2F-FCC99178347E}" presName="composite" presStyleCnt="0"/>
      <dgm:spPr/>
    </dgm:pt>
    <dgm:pt modelId="{67CDEC4F-6AD3-4C31-8F81-340711967F01}" type="pres">
      <dgm:prSet presAssocID="{330896D8-4863-4EDA-AD2F-FCC99178347E}" presName="parentText" presStyleLbl="alignNode1" presStyleIdx="0" presStyleCnt="6">
        <dgm:presLayoutVars>
          <dgm:chMax val="1"/>
          <dgm:bulletEnabled val="1"/>
        </dgm:presLayoutVars>
      </dgm:prSet>
      <dgm:spPr/>
      <dgm:t>
        <a:bodyPr/>
        <a:lstStyle/>
        <a:p>
          <a:endParaRPr lang="en-US"/>
        </a:p>
      </dgm:t>
    </dgm:pt>
    <dgm:pt modelId="{66CA7FF6-7E17-48E9-AEDA-1CB94C8C8679}" type="pres">
      <dgm:prSet presAssocID="{330896D8-4863-4EDA-AD2F-FCC99178347E}" presName="descendantText" presStyleLbl="alignAcc1" presStyleIdx="0" presStyleCnt="6">
        <dgm:presLayoutVars>
          <dgm:bulletEnabled val="1"/>
        </dgm:presLayoutVars>
      </dgm:prSet>
      <dgm:spPr/>
      <dgm:t>
        <a:bodyPr/>
        <a:lstStyle/>
        <a:p>
          <a:endParaRPr lang="en-US"/>
        </a:p>
      </dgm:t>
    </dgm:pt>
    <dgm:pt modelId="{9B2154B0-35D7-43D9-8060-8C2F978E7B34}" type="pres">
      <dgm:prSet presAssocID="{BB844213-4707-4D12-B8C7-EB1155596098}" presName="sp" presStyleCnt="0"/>
      <dgm:spPr/>
    </dgm:pt>
    <dgm:pt modelId="{FE00D7E8-D77F-4D44-970F-87A1F198A3E5}" type="pres">
      <dgm:prSet presAssocID="{03380CE2-0EBD-4E62-AAD4-077860E571D0}" presName="composite" presStyleCnt="0"/>
      <dgm:spPr/>
    </dgm:pt>
    <dgm:pt modelId="{A949C83C-2754-4293-AF47-EF4A1610C89C}" type="pres">
      <dgm:prSet presAssocID="{03380CE2-0EBD-4E62-AAD4-077860E571D0}" presName="parentText" presStyleLbl="alignNode1" presStyleIdx="1" presStyleCnt="6">
        <dgm:presLayoutVars>
          <dgm:chMax val="1"/>
          <dgm:bulletEnabled val="1"/>
        </dgm:presLayoutVars>
      </dgm:prSet>
      <dgm:spPr/>
      <dgm:t>
        <a:bodyPr/>
        <a:lstStyle/>
        <a:p>
          <a:endParaRPr lang="en-US"/>
        </a:p>
      </dgm:t>
    </dgm:pt>
    <dgm:pt modelId="{7FA7F098-0498-4938-84D7-65FDAACD2642}" type="pres">
      <dgm:prSet presAssocID="{03380CE2-0EBD-4E62-AAD4-077860E571D0}" presName="descendantText" presStyleLbl="alignAcc1" presStyleIdx="1" presStyleCnt="6">
        <dgm:presLayoutVars>
          <dgm:bulletEnabled val="1"/>
        </dgm:presLayoutVars>
      </dgm:prSet>
      <dgm:spPr/>
      <dgm:t>
        <a:bodyPr/>
        <a:lstStyle/>
        <a:p>
          <a:endParaRPr lang="en-US"/>
        </a:p>
      </dgm:t>
    </dgm:pt>
    <dgm:pt modelId="{8E5674F7-650D-4AE4-B9D3-F73B037F5B11}" type="pres">
      <dgm:prSet presAssocID="{9AC5DCC0-3A29-4D98-8668-D5AD6CD0E320}" presName="sp" presStyleCnt="0"/>
      <dgm:spPr/>
    </dgm:pt>
    <dgm:pt modelId="{F7E9F19C-372C-485A-9DA0-F9F473AD0AB8}" type="pres">
      <dgm:prSet presAssocID="{6346B843-B55E-4E00-BF7C-F0D309B5D910}" presName="composite" presStyleCnt="0"/>
      <dgm:spPr/>
    </dgm:pt>
    <dgm:pt modelId="{A7231A5E-927C-4DA4-9C57-857BB0386F25}" type="pres">
      <dgm:prSet presAssocID="{6346B843-B55E-4E00-BF7C-F0D309B5D910}" presName="parentText" presStyleLbl="alignNode1" presStyleIdx="2" presStyleCnt="6">
        <dgm:presLayoutVars>
          <dgm:chMax val="1"/>
          <dgm:bulletEnabled val="1"/>
        </dgm:presLayoutVars>
      </dgm:prSet>
      <dgm:spPr/>
      <dgm:t>
        <a:bodyPr/>
        <a:lstStyle/>
        <a:p>
          <a:endParaRPr lang="en-US"/>
        </a:p>
      </dgm:t>
    </dgm:pt>
    <dgm:pt modelId="{ABC6114D-AC2E-4E79-BF88-DD968FB0BA5B}" type="pres">
      <dgm:prSet presAssocID="{6346B843-B55E-4E00-BF7C-F0D309B5D910}" presName="descendantText" presStyleLbl="alignAcc1" presStyleIdx="2" presStyleCnt="6">
        <dgm:presLayoutVars>
          <dgm:bulletEnabled val="1"/>
        </dgm:presLayoutVars>
      </dgm:prSet>
      <dgm:spPr/>
      <dgm:t>
        <a:bodyPr/>
        <a:lstStyle/>
        <a:p>
          <a:endParaRPr lang="en-US"/>
        </a:p>
      </dgm:t>
    </dgm:pt>
    <dgm:pt modelId="{7F463793-78C3-4AB6-A852-9E9CA523D42F}" type="pres">
      <dgm:prSet presAssocID="{A28980ED-B28A-4D37-AD97-8B84BA95E406}" presName="sp" presStyleCnt="0"/>
      <dgm:spPr/>
    </dgm:pt>
    <dgm:pt modelId="{10B98493-D21A-42E2-9737-08895EFF310E}" type="pres">
      <dgm:prSet presAssocID="{A598D200-D6FC-48BF-B572-1FFEF9BA26D1}" presName="composite" presStyleCnt="0"/>
      <dgm:spPr/>
    </dgm:pt>
    <dgm:pt modelId="{80CEDC89-098A-4A13-B711-26FCDF421C31}" type="pres">
      <dgm:prSet presAssocID="{A598D200-D6FC-48BF-B572-1FFEF9BA26D1}" presName="parentText" presStyleLbl="alignNode1" presStyleIdx="3" presStyleCnt="6">
        <dgm:presLayoutVars>
          <dgm:chMax val="1"/>
          <dgm:bulletEnabled val="1"/>
        </dgm:presLayoutVars>
      </dgm:prSet>
      <dgm:spPr/>
      <dgm:t>
        <a:bodyPr/>
        <a:lstStyle/>
        <a:p>
          <a:endParaRPr lang="en-US"/>
        </a:p>
      </dgm:t>
    </dgm:pt>
    <dgm:pt modelId="{03BA5757-452F-454A-AB62-90DE13BE7871}" type="pres">
      <dgm:prSet presAssocID="{A598D200-D6FC-48BF-B572-1FFEF9BA26D1}" presName="descendantText" presStyleLbl="alignAcc1" presStyleIdx="3" presStyleCnt="6">
        <dgm:presLayoutVars>
          <dgm:bulletEnabled val="1"/>
        </dgm:presLayoutVars>
      </dgm:prSet>
      <dgm:spPr/>
      <dgm:t>
        <a:bodyPr/>
        <a:lstStyle/>
        <a:p>
          <a:endParaRPr lang="en-US"/>
        </a:p>
      </dgm:t>
    </dgm:pt>
    <dgm:pt modelId="{351BCBB5-AC0E-4895-90D7-9C64EACC18B9}" type="pres">
      <dgm:prSet presAssocID="{A22C2D74-52B6-4BA1-B465-72A754608CC1}" presName="sp" presStyleCnt="0"/>
      <dgm:spPr/>
    </dgm:pt>
    <dgm:pt modelId="{2DBC6277-45E1-41F3-BB8E-798E6138BA2A}" type="pres">
      <dgm:prSet presAssocID="{BBF05BC1-DD0D-447E-906A-BE04CF609B32}" presName="composite" presStyleCnt="0"/>
      <dgm:spPr/>
    </dgm:pt>
    <dgm:pt modelId="{2803B0D2-E55F-45BA-A395-877D7F8753EE}" type="pres">
      <dgm:prSet presAssocID="{BBF05BC1-DD0D-447E-906A-BE04CF609B32}" presName="parentText" presStyleLbl="alignNode1" presStyleIdx="4" presStyleCnt="6">
        <dgm:presLayoutVars>
          <dgm:chMax val="1"/>
          <dgm:bulletEnabled val="1"/>
        </dgm:presLayoutVars>
      </dgm:prSet>
      <dgm:spPr/>
      <dgm:t>
        <a:bodyPr/>
        <a:lstStyle/>
        <a:p>
          <a:endParaRPr lang="en-US"/>
        </a:p>
      </dgm:t>
    </dgm:pt>
    <dgm:pt modelId="{247117E1-1C40-4FD0-9D33-6494270ED474}" type="pres">
      <dgm:prSet presAssocID="{BBF05BC1-DD0D-447E-906A-BE04CF609B32}" presName="descendantText" presStyleLbl="alignAcc1" presStyleIdx="4" presStyleCnt="6">
        <dgm:presLayoutVars>
          <dgm:bulletEnabled val="1"/>
        </dgm:presLayoutVars>
      </dgm:prSet>
      <dgm:spPr/>
      <dgm:t>
        <a:bodyPr/>
        <a:lstStyle/>
        <a:p>
          <a:endParaRPr lang="en-US"/>
        </a:p>
      </dgm:t>
    </dgm:pt>
    <dgm:pt modelId="{F63A6E99-8F16-4980-8F1A-3ED4C04CF494}" type="pres">
      <dgm:prSet presAssocID="{A8191198-43CB-442A-806A-AF2C9DDFF365}" presName="sp" presStyleCnt="0"/>
      <dgm:spPr/>
    </dgm:pt>
    <dgm:pt modelId="{0FE8777D-CF7B-437B-9C6B-53DC94D9F2F2}" type="pres">
      <dgm:prSet presAssocID="{9D5289AD-DFEA-4B3D-AED2-85D1F8594484}" presName="composite" presStyleCnt="0"/>
      <dgm:spPr/>
    </dgm:pt>
    <dgm:pt modelId="{BC3E2C50-2D5B-4E15-B357-A5BF2B4851F9}" type="pres">
      <dgm:prSet presAssocID="{9D5289AD-DFEA-4B3D-AED2-85D1F8594484}" presName="parentText" presStyleLbl="alignNode1" presStyleIdx="5" presStyleCnt="6">
        <dgm:presLayoutVars>
          <dgm:chMax val="1"/>
          <dgm:bulletEnabled val="1"/>
        </dgm:presLayoutVars>
      </dgm:prSet>
      <dgm:spPr/>
      <dgm:t>
        <a:bodyPr/>
        <a:lstStyle/>
        <a:p>
          <a:endParaRPr lang="en-US"/>
        </a:p>
      </dgm:t>
    </dgm:pt>
    <dgm:pt modelId="{4785F44A-357A-4E48-85E2-CEAFF10D7EE2}" type="pres">
      <dgm:prSet presAssocID="{9D5289AD-DFEA-4B3D-AED2-85D1F8594484}" presName="descendantText" presStyleLbl="alignAcc1" presStyleIdx="5" presStyleCnt="6">
        <dgm:presLayoutVars>
          <dgm:bulletEnabled val="1"/>
        </dgm:presLayoutVars>
      </dgm:prSet>
      <dgm:spPr/>
      <dgm:t>
        <a:bodyPr/>
        <a:lstStyle/>
        <a:p>
          <a:endParaRPr lang="en-US"/>
        </a:p>
      </dgm:t>
    </dgm:pt>
  </dgm:ptLst>
  <dgm:cxnLst>
    <dgm:cxn modelId="{3B093C4D-A432-4E37-BDC4-636056DE5BFA}" srcId="{C231696A-E336-4B1B-BC99-2493C6E13B41}" destId="{BBF05BC1-DD0D-447E-906A-BE04CF609B32}" srcOrd="4" destOrd="0" parTransId="{10FF892C-1EC3-4374-AA54-369228E1F5B6}" sibTransId="{A8191198-43CB-442A-806A-AF2C9DDFF365}"/>
    <dgm:cxn modelId="{4523328B-4DB1-463A-A872-9812CFAC5A35}" srcId="{C231696A-E336-4B1B-BC99-2493C6E13B41}" destId="{6346B843-B55E-4E00-BF7C-F0D309B5D910}" srcOrd="2" destOrd="0" parTransId="{60175783-4774-48B5-8B33-C0DB1B1FB47B}" sibTransId="{A28980ED-B28A-4D37-AD97-8B84BA95E406}"/>
    <dgm:cxn modelId="{68742C2A-6350-4C37-8BEC-CC663E77213D}" type="presOf" srcId="{A598D200-D6FC-48BF-B572-1FFEF9BA26D1}" destId="{80CEDC89-098A-4A13-B711-26FCDF421C31}" srcOrd="0" destOrd="0" presId="urn:microsoft.com/office/officeart/2005/8/layout/chevron2"/>
    <dgm:cxn modelId="{6809765E-72E8-4AE3-AF90-6000296B79B7}" type="presOf" srcId="{BBF05BC1-DD0D-447E-906A-BE04CF609B32}" destId="{2803B0D2-E55F-45BA-A395-877D7F8753EE}" srcOrd="0" destOrd="0" presId="urn:microsoft.com/office/officeart/2005/8/layout/chevron2"/>
    <dgm:cxn modelId="{AB962CAF-75B5-42B6-B17A-308FA3B2F0E4}" type="presOf" srcId="{330896D8-4863-4EDA-AD2F-FCC99178347E}" destId="{67CDEC4F-6AD3-4C31-8F81-340711967F01}" srcOrd="0" destOrd="0" presId="urn:microsoft.com/office/officeart/2005/8/layout/chevron2"/>
    <dgm:cxn modelId="{7494E51F-D9B8-4986-A96B-A9261630C56E}" srcId="{C231696A-E336-4B1B-BC99-2493C6E13B41}" destId="{A598D200-D6FC-48BF-B572-1FFEF9BA26D1}" srcOrd="3" destOrd="0" parTransId="{FE6646BF-C14E-40D6-828C-2766DE524BBA}" sibTransId="{A22C2D74-52B6-4BA1-B465-72A754608CC1}"/>
    <dgm:cxn modelId="{700764C9-C5B1-4F1B-A815-20880D5369EF}" srcId="{C231696A-E336-4B1B-BC99-2493C6E13B41}" destId="{330896D8-4863-4EDA-AD2F-FCC99178347E}" srcOrd="0" destOrd="0" parTransId="{804D1A3D-CB50-4D9A-A7DD-37EB0C3FBFB5}" sibTransId="{BB844213-4707-4D12-B8C7-EB1155596098}"/>
    <dgm:cxn modelId="{E8DB8F83-9914-4251-B136-31B31E780D09}" type="presOf" srcId="{C231696A-E336-4B1B-BC99-2493C6E13B41}" destId="{2FED88DC-92A1-4B4A-BB63-A815456F5477}" srcOrd="0" destOrd="0" presId="urn:microsoft.com/office/officeart/2005/8/layout/chevron2"/>
    <dgm:cxn modelId="{DF3B854A-5D54-464C-A289-447830B3F116}" srcId="{330896D8-4863-4EDA-AD2F-FCC99178347E}" destId="{145ADE63-7C04-4C8C-BE1F-28541EC01F6E}" srcOrd="0" destOrd="0" parTransId="{96BBC954-5238-4822-BED1-0C5F34D3CA66}" sibTransId="{ED1299B2-EFFB-4DC5-BADC-92AA97CCFD60}"/>
    <dgm:cxn modelId="{8228D5B3-5BF9-4685-8806-58935D69BF04}" type="presOf" srcId="{F3131C35-28C5-4E23-A74E-ACA0B1DB7AFD}" destId="{7FA7F098-0498-4938-84D7-65FDAACD2642}" srcOrd="0" destOrd="0" presId="urn:microsoft.com/office/officeart/2005/8/layout/chevron2"/>
    <dgm:cxn modelId="{561235A4-75BA-4D48-A122-BEDB67F3F11F}" type="presOf" srcId="{6346B843-B55E-4E00-BF7C-F0D309B5D910}" destId="{A7231A5E-927C-4DA4-9C57-857BB0386F25}" srcOrd="0" destOrd="0" presId="urn:microsoft.com/office/officeart/2005/8/layout/chevron2"/>
    <dgm:cxn modelId="{1B557BA5-7D1B-4748-B654-E1ED989C70A4}" type="presOf" srcId="{390C1B69-A2B1-4C3E-85F3-C3AEB2641D46}" destId="{03BA5757-452F-454A-AB62-90DE13BE7871}" srcOrd="0" destOrd="0" presId="urn:microsoft.com/office/officeart/2005/8/layout/chevron2"/>
    <dgm:cxn modelId="{C225629A-9FA1-4C0F-B3BA-46CC6A9C3A5A}" type="presOf" srcId="{03380CE2-0EBD-4E62-AAD4-077860E571D0}" destId="{A949C83C-2754-4293-AF47-EF4A1610C89C}" srcOrd="0" destOrd="0" presId="urn:microsoft.com/office/officeart/2005/8/layout/chevron2"/>
    <dgm:cxn modelId="{CEF2514B-AD9A-48D2-A4D5-09B5A0EE2CF4}" srcId="{A598D200-D6FC-48BF-B572-1FFEF9BA26D1}" destId="{390C1B69-A2B1-4C3E-85F3-C3AEB2641D46}" srcOrd="0" destOrd="0" parTransId="{D55BD1A8-E50F-4CC9-92C9-F32243589CEA}" sibTransId="{4E7E1392-A2EE-4C52-A83E-9F0552D59518}"/>
    <dgm:cxn modelId="{3EA9B366-9927-45D6-9059-0946E67C7CE1}" type="presOf" srcId="{233CB0B1-A8EF-41B4-B647-465733AA708D}" destId="{4785F44A-357A-4E48-85E2-CEAFF10D7EE2}" srcOrd="0" destOrd="0" presId="urn:microsoft.com/office/officeart/2005/8/layout/chevron2"/>
    <dgm:cxn modelId="{9AED94A1-7586-4DB9-A9B8-8B58589D04F4}" srcId="{C231696A-E336-4B1B-BC99-2493C6E13B41}" destId="{03380CE2-0EBD-4E62-AAD4-077860E571D0}" srcOrd="1" destOrd="0" parTransId="{AF9747E6-FB19-4FA9-80AF-EBF61ABE7C82}" sibTransId="{9AC5DCC0-3A29-4D98-8668-D5AD6CD0E320}"/>
    <dgm:cxn modelId="{B8EA12BD-42D2-499C-9D3F-7A4D2AFA790E}" type="presOf" srcId="{9D5289AD-DFEA-4B3D-AED2-85D1F8594484}" destId="{BC3E2C50-2D5B-4E15-B357-A5BF2B4851F9}" srcOrd="0" destOrd="0" presId="urn:microsoft.com/office/officeart/2005/8/layout/chevron2"/>
    <dgm:cxn modelId="{5DD6A9AA-EE4B-45BA-9E02-25BA627F7F84}" type="presOf" srcId="{145ADE63-7C04-4C8C-BE1F-28541EC01F6E}" destId="{66CA7FF6-7E17-48E9-AEDA-1CB94C8C8679}" srcOrd="0" destOrd="0" presId="urn:microsoft.com/office/officeart/2005/8/layout/chevron2"/>
    <dgm:cxn modelId="{18D1EF70-E1E4-44F1-8DA2-E3501E76396E}" type="presOf" srcId="{7C6B5DF5-C83E-47FE-8E7F-7D957D9A814F}" destId="{ABC6114D-AC2E-4E79-BF88-DD968FB0BA5B}" srcOrd="0" destOrd="0" presId="urn:microsoft.com/office/officeart/2005/8/layout/chevron2"/>
    <dgm:cxn modelId="{74C70411-87EF-4742-8A98-462940755B0F}" srcId="{9D5289AD-DFEA-4B3D-AED2-85D1F8594484}" destId="{233CB0B1-A8EF-41B4-B647-465733AA708D}" srcOrd="0" destOrd="0" parTransId="{432B0E66-584D-4DE7-822B-5EE2164C1368}" sibTransId="{847CAD19-C8E5-46FD-8E48-17D5DA2B3B61}"/>
    <dgm:cxn modelId="{D547B011-A0D2-4F24-A798-4C96D9CE16A3}" srcId="{C231696A-E336-4B1B-BC99-2493C6E13B41}" destId="{9D5289AD-DFEA-4B3D-AED2-85D1F8594484}" srcOrd="5" destOrd="0" parTransId="{E08D2203-8308-4CB2-A6B4-5AA8F23E2C2B}" sibTransId="{FA781870-CA61-46F8-BA06-BEB6150FA738}"/>
    <dgm:cxn modelId="{95A9B946-E7E3-4F7A-8C27-8CFEE67EA227}" srcId="{6346B843-B55E-4E00-BF7C-F0D309B5D910}" destId="{7C6B5DF5-C83E-47FE-8E7F-7D957D9A814F}" srcOrd="0" destOrd="0" parTransId="{24BE196B-2B00-401B-966D-CD4B3483CA80}" sibTransId="{92328AF3-6482-4BA9-AA76-62343E284A46}"/>
    <dgm:cxn modelId="{821AC179-F200-4D9A-870C-4C85C1F6EECD}" srcId="{03380CE2-0EBD-4E62-AAD4-077860E571D0}" destId="{F3131C35-28C5-4E23-A74E-ACA0B1DB7AFD}" srcOrd="0" destOrd="0" parTransId="{02BE6131-52A4-4D9D-ABD2-702E0E0CB8C8}" sibTransId="{13498851-A363-4CC1-9CEE-58B8697320B6}"/>
    <dgm:cxn modelId="{374BFC0E-32A8-4899-9698-4B5E3CFBDE06}" type="presOf" srcId="{1407385F-B811-4B95-AD6B-1BC257ECBFE4}" destId="{247117E1-1C40-4FD0-9D33-6494270ED474}" srcOrd="0" destOrd="0" presId="urn:microsoft.com/office/officeart/2005/8/layout/chevron2"/>
    <dgm:cxn modelId="{30111C03-19E2-4575-BAF6-CC9B16D85554}" srcId="{BBF05BC1-DD0D-447E-906A-BE04CF609B32}" destId="{1407385F-B811-4B95-AD6B-1BC257ECBFE4}" srcOrd="0" destOrd="0" parTransId="{A3A44BC4-786F-4300-B04B-30818DC722FD}" sibTransId="{01CE01F7-33C2-4644-BF7D-26A27D607D4F}"/>
    <dgm:cxn modelId="{461D23C6-4855-4827-B717-399C0F9FA285}" type="presParOf" srcId="{2FED88DC-92A1-4B4A-BB63-A815456F5477}" destId="{D57FC9B9-AC72-4958-83FD-BA805EF6094E}" srcOrd="0" destOrd="0" presId="urn:microsoft.com/office/officeart/2005/8/layout/chevron2"/>
    <dgm:cxn modelId="{479386EF-01A2-427A-B981-0DE89766C542}" type="presParOf" srcId="{D57FC9B9-AC72-4958-83FD-BA805EF6094E}" destId="{67CDEC4F-6AD3-4C31-8F81-340711967F01}" srcOrd="0" destOrd="0" presId="urn:microsoft.com/office/officeart/2005/8/layout/chevron2"/>
    <dgm:cxn modelId="{9F2EA9EB-D839-4E7D-A33A-BED4716AD412}" type="presParOf" srcId="{D57FC9B9-AC72-4958-83FD-BA805EF6094E}" destId="{66CA7FF6-7E17-48E9-AEDA-1CB94C8C8679}" srcOrd="1" destOrd="0" presId="urn:microsoft.com/office/officeart/2005/8/layout/chevron2"/>
    <dgm:cxn modelId="{104AF258-26C4-4F18-A87E-5204005D2B50}" type="presParOf" srcId="{2FED88DC-92A1-4B4A-BB63-A815456F5477}" destId="{9B2154B0-35D7-43D9-8060-8C2F978E7B34}" srcOrd="1" destOrd="0" presId="urn:microsoft.com/office/officeart/2005/8/layout/chevron2"/>
    <dgm:cxn modelId="{1F5FDC6B-4E77-4056-B1F3-31997B77C4F8}" type="presParOf" srcId="{2FED88DC-92A1-4B4A-BB63-A815456F5477}" destId="{FE00D7E8-D77F-4D44-970F-87A1F198A3E5}" srcOrd="2" destOrd="0" presId="urn:microsoft.com/office/officeart/2005/8/layout/chevron2"/>
    <dgm:cxn modelId="{2309087B-D916-491C-9DD6-67789F15C122}" type="presParOf" srcId="{FE00D7E8-D77F-4D44-970F-87A1F198A3E5}" destId="{A949C83C-2754-4293-AF47-EF4A1610C89C}" srcOrd="0" destOrd="0" presId="urn:microsoft.com/office/officeart/2005/8/layout/chevron2"/>
    <dgm:cxn modelId="{B0C08C25-7F7C-46C1-BC7A-FB7340BD21F5}" type="presParOf" srcId="{FE00D7E8-D77F-4D44-970F-87A1F198A3E5}" destId="{7FA7F098-0498-4938-84D7-65FDAACD2642}" srcOrd="1" destOrd="0" presId="urn:microsoft.com/office/officeart/2005/8/layout/chevron2"/>
    <dgm:cxn modelId="{CEBBE117-6D90-4C27-BE9D-2569D13CA725}" type="presParOf" srcId="{2FED88DC-92A1-4B4A-BB63-A815456F5477}" destId="{8E5674F7-650D-4AE4-B9D3-F73B037F5B11}" srcOrd="3" destOrd="0" presId="urn:microsoft.com/office/officeart/2005/8/layout/chevron2"/>
    <dgm:cxn modelId="{37D8F13D-6B10-4F39-8219-94B09E51CD0A}" type="presParOf" srcId="{2FED88DC-92A1-4B4A-BB63-A815456F5477}" destId="{F7E9F19C-372C-485A-9DA0-F9F473AD0AB8}" srcOrd="4" destOrd="0" presId="urn:microsoft.com/office/officeart/2005/8/layout/chevron2"/>
    <dgm:cxn modelId="{8D558789-ADDD-4522-91F0-B45094C9F56D}" type="presParOf" srcId="{F7E9F19C-372C-485A-9DA0-F9F473AD0AB8}" destId="{A7231A5E-927C-4DA4-9C57-857BB0386F25}" srcOrd="0" destOrd="0" presId="urn:microsoft.com/office/officeart/2005/8/layout/chevron2"/>
    <dgm:cxn modelId="{25AE1E48-559D-4201-9F4B-44BA46C0D95B}" type="presParOf" srcId="{F7E9F19C-372C-485A-9DA0-F9F473AD0AB8}" destId="{ABC6114D-AC2E-4E79-BF88-DD968FB0BA5B}" srcOrd="1" destOrd="0" presId="urn:microsoft.com/office/officeart/2005/8/layout/chevron2"/>
    <dgm:cxn modelId="{B319248A-C323-4BC2-9DC5-8C692D29401F}" type="presParOf" srcId="{2FED88DC-92A1-4B4A-BB63-A815456F5477}" destId="{7F463793-78C3-4AB6-A852-9E9CA523D42F}" srcOrd="5" destOrd="0" presId="urn:microsoft.com/office/officeart/2005/8/layout/chevron2"/>
    <dgm:cxn modelId="{B86D143C-EA80-4F35-9291-F0F7E15662CA}" type="presParOf" srcId="{2FED88DC-92A1-4B4A-BB63-A815456F5477}" destId="{10B98493-D21A-42E2-9737-08895EFF310E}" srcOrd="6" destOrd="0" presId="urn:microsoft.com/office/officeart/2005/8/layout/chevron2"/>
    <dgm:cxn modelId="{49649C6B-3222-4C9B-9D78-0EADACBB71FC}" type="presParOf" srcId="{10B98493-D21A-42E2-9737-08895EFF310E}" destId="{80CEDC89-098A-4A13-B711-26FCDF421C31}" srcOrd="0" destOrd="0" presId="urn:microsoft.com/office/officeart/2005/8/layout/chevron2"/>
    <dgm:cxn modelId="{2C142297-DEBA-4F13-89B2-2A9E037BF96F}" type="presParOf" srcId="{10B98493-D21A-42E2-9737-08895EFF310E}" destId="{03BA5757-452F-454A-AB62-90DE13BE7871}" srcOrd="1" destOrd="0" presId="urn:microsoft.com/office/officeart/2005/8/layout/chevron2"/>
    <dgm:cxn modelId="{B16D05B3-27E3-4D83-BC0E-BD2579B01CF5}" type="presParOf" srcId="{2FED88DC-92A1-4B4A-BB63-A815456F5477}" destId="{351BCBB5-AC0E-4895-90D7-9C64EACC18B9}" srcOrd="7" destOrd="0" presId="urn:microsoft.com/office/officeart/2005/8/layout/chevron2"/>
    <dgm:cxn modelId="{71539357-EE7C-46F6-96E1-CD13BD4C9A85}" type="presParOf" srcId="{2FED88DC-92A1-4B4A-BB63-A815456F5477}" destId="{2DBC6277-45E1-41F3-BB8E-798E6138BA2A}" srcOrd="8" destOrd="0" presId="urn:microsoft.com/office/officeart/2005/8/layout/chevron2"/>
    <dgm:cxn modelId="{8A2F3BFC-9495-4B40-923D-188D20A3FD97}" type="presParOf" srcId="{2DBC6277-45E1-41F3-BB8E-798E6138BA2A}" destId="{2803B0D2-E55F-45BA-A395-877D7F8753EE}" srcOrd="0" destOrd="0" presId="urn:microsoft.com/office/officeart/2005/8/layout/chevron2"/>
    <dgm:cxn modelId="{B5A176D4-9DF4-4CCE-9CF3-76A15DBC295A}" type="presParOf" srcId="{2DBC6277-45E1-41F3-BB8E-798E6138BA2A}" destId="{247117E1-1C40-4FD0-9D33-6494270ED474}" srcOrd="1" destOrd="0" presId="urn:microsoft.com/office/officeart/2005/8/layout/chevron2"/>
    <dgm:cxn modelId="{6933E1E4-4314-44E8-BC3D-CB62EB5C3A19}" type="presParOf" srcId="{2FED88DC-92A1-4B4A-BB63-A815456F5477}" destId="{F63A6E99-8F16-4980-8F1A-3ED4C04CF494}" srcOrd="9" destOrd="0" presId="urn:microsoft.com/office/officeart/2005/8/layout/chevron2"/>
    <dgm:cxn modelId="{97C2F0A2-098C-43F3-9429-AE9351F1ABF5}" type="presParOf" srcId="{2FED88DC-92A1-4B4A-BB63-A815456F5477}" destId="{0FE8777D-CF7B-437B-9C6B-53DC94D9F2F2}" srcOrd="10" destOrd="0" presId="urn:microsoft.com/office/officeart/2005/8/layout/chevron2"/>
    <dgm:cxn modelId="{5B652855-CF55-4A2E-A389-BF07B9278A04}" type="presParOf" srcId="{0FE8777D-CF7B-437B-9C6B-53DC94D9F2F2}" destId="{BC3E2C50-2D5B-4E15-B357-A5BF2B4851F9}" srcOrd="0" destOrd="0" presId="urn:microsoft.com/office/officeart/2005/8/layout/chevron2"/>
    <dgm:cxn modelId="{6B14524E-54D6-41B0-8C26-A73DB6F56EE4}" type="presParOf" srcId="{0FE8777D-CF7B-437B-9C6B-53DC94D9F2F2}" destId="{4785F44A-357A-4E48-85E2-CEAFF10D7EE2}"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964DA93-B035-4DC0-9E77-F398D97FFF08}" type="doc">
      <dgm:prSet loTypeId="urn:microsoft.com/office/officeart/2005/8/layout/lProcess2" loCatId="relationship" qsTypeId="urn:microsoft.com/office/officeart/2005/8/quickstyle/simple5" qsCatId="simple" csTypeId="urn:microsoft.com/office/officeart/2005/8/colors/colorful4" csCatId="colorful" phldr="1"/>
      <dgm:spPr/>
      <dgm:t>
        <a:bodyPr/>
        <a:lstStyle/>
        <a:p>
          <a:endParaRPr lang="en-US"/>
        </a:p>
      </dgm:t>
    </dgm:pt>
    <dgm:pt modelId="{67B40F60-2341-4EAD-A472-0D3FDC2318BC}">
      <dgm:prSet phldrT="[Text]"/>
      <dgm:spPr/>
      <dgm:t>
        <a:bodyPr/>
        <a:lstStyle/>
        <a:p>
          <a:r>
            <a:rPr lang="en-US" dirty="0" smtClean="0"/>
            <a:t>Non-Interactive / Traditional</a:t>
          </a:r>
          <a:endParaRPr lang="en-US" dirty="0"/>
        </a:p>
      </dgm:t>
    </dgm:pt>
    <dgm:pt modelId="{B82AB848-BF6A-4C74-A10F-B2C7DE3A89F6}" type="parTrans" cxnId="{A0EBD382-C8FF-48C9-A7A1-1AF73AEA111F}">
      <dgm:prSet/>
      <dgm:spPr/>
      <dgm:t>
        <a:bodyPr/>
        <a:lstStyle/>
        <a:p>
          <a:endParaRPr lang="en-US"/>
        </a:p>
      </dgm:t>
    </dgm:pt>
    <dgm:pt modelId="{7AC5F9B4-F7A4-4A03-9CB4-8D3054BE2358}" type="sibTrans" cxnId="{A0EBD382-C8FF-48C9-A7A1-1AF73AEA111F}">
      <dgm:prSet/>
      <dgm:spPr/>
      <dgm:t>
        <a:bodyPr/>
        <a:lstStyle/>
        <a:p>
          <a:endParaRPr lang="en-US"/>
        </a:p>
      </dgm:t>
    </dgm:pt>
    <dgm:pt modelId="{EE00652B-F6BE-4D24-A1C9-9DC8DACDAB08}">
      <dgm:prSet phldrT="[Text]"/>
      <dgm:spPr/>
      <dgm:t>
        <a:bodyPr/>
        <a:lstStyle/>
        <a:p>
          <a:r>
            <a:rPr lang="en-US" dirty="0" smtClean="0"/>
            <a:t>Interactive / Hypermedia</a:t>
          </a:r>
          <a:endParaRPr lang="en-US" dirty="0"/>
        </a:p>
      </dgm:t>
    </dgm:pt>
    <dgm:pt modelId="{6A4E784D-C123-4E74-921A-70A0818DB2A9}" type="parTrans" cxnId="{E3F5FF44-F228-4A6D-BA43-993FD21DA833}">
      <dgm:prSet/>
      <dgm:spPr/>
      <dgm:t>
        <a:bodyPr/>
        <a:lstStyle/>
        <a:p>
          <a:endParaRPr lang="en-US"/>
        </a:p>
      </dgm:t>
    </dgm:pt>
    <dgm:pt modelId="{9EE58807-97B8-439F-96C9-34851F0D4E02}" type="sibTrans" cxnId="{E3F5FF44-F228-4A6D-BA43-993FD21DA833}">
      <dgm:prSet/>
      <dgm:spPr/>
      <dgm:t>
        <a:bodyPr/>
        <a:lstStyle/>
        <a:p>
          <a:endParaRPr lang="en-US"/>
        </a:p>
      </dgm:t>
    </dgm:pt>
    <dgm:pt modelId="{CA279E47-997F-4648-8017-5217C0457A3F}">
      <dgm:prSet phldrT="[Text]"/>
      <dgm:spPr/>
      <dgm:t>
        <a:bodyPr/>
        <a:lstStyle/>
        <a:p>
          <a:r>
            <a:rPr lang="en-US" dirty="0" smtClean="0"/>
            <a:t>Multimedia</a:t>
          </a:r>
          <a:endParaRPr lang="en-US" dirty="0"/>
        </a:p>
      </dgm:t>
    </dgm:pt>
    <dgm:pt modelId="{CFA51BAC-C293-4144-9483-330F0FD1E1FE}" type="parTrans" cxnId="{BFC1A14C-47C8-45BE-A2C0-110EC0F812D3}">
      <dgm:prSet/>
      <dgm:spPr/>
      <dgm:t>
        <a:bodyPr/>
        <a:lstStyle/>
        <a:p>
          <a:endParaRPr lang="en-US"/>
        </a:p>
      </dgm:t>
    </dgm:pt>
    <dgm:pt modelId="{2FBBE9FA-7116-4678-A161-3E4F63623173}" type="sibTrans" cxnId="{BFC1A14C-47C8-45BE-A2C0-110EC0F812D3}">
      <dgm:prSet/>
      <dgm:spPr/>
      <dgm:t>
        <a:bodyPr/>
        <a:lstStyle/>
        <a:p>
          <a:endParaRPr lang="en-US"/>
        </a:p>
      </dgm:t>
    </dgm:pt>
    <dgm:pt modelId="{A1C1183C-C7C5-45DA-A8CD-9A3E62A4A689}" type="pres">
      <dgm:prSet presAssocID="{2964DA93-B035-4DC0-9E77-F398D97FFF08}" presName="theList" presStyleCnt="0">
        <dgm:presLayoutVars>
          <dgm:dir/>
          <dgm:animLvl val="lvl"/>
          <dgm:resizeHandles val="exact"/>
        </dgm:presLayoutVars>
      </dgm:prSet>
      <dgm:spPr/>
      <dgm:t>
        <a:bodyPr/>
        <a:lstStyle/>
        <a:p>
          <a:endParaRPr lang="en-US"/>
        </a:p>
      </dgm:t>
    </dgm:pt>
    <dgm:pt modelId="{0EB4F8F4-8D65-4E9F-9A9E-BD9B447A81BC}" type="pres">
      <dgm:prSet presAssocID="{CA279E47-997F-4648-8017-5217C0457A3F}" presName="compNode" presStyleCnt="0"/>
      <dgm:spPr/>
    </dgm:pt>
    <dgm:pt modelId="{7ABBAFE2-ADA4-4D5D-801A-E9D8F7BCF4AD}" type="pres">
      <dgm:prSet presAssocID="{CA279E47-997F-4648-8017-5217C0457A3F}" presName="aNode" presStyleLbl="bgShp" presStyleIdx="0" presStyleCnt="1" custLinFactNeighborX="-3333"/>
      <dgm:spPr/>
      <dgm:t>
        <a:bodyPr/>
        <a:lstStyle/>
        <a:p>
          <a:endParaRPr lang="en-US"/>
        </a:p>
      </dgm:t>
    </dgm:pt>
    <dgm:pt modelId="{7F5718B5-876D-47C6-B872-1D182704C810}" type="pres">
      <dgm:prSet presAssocID="{CA279E47-997F-4648-8017-5217C0457A3F}" presName="textNode" presStyleLbl="bgShp" presStyleIdx="0" presStyleCnt="1"/>
      <dgm:spPr/>
      <dgm:t>
        <a:bodyPr/>
        <a:lstStyle/>
        <a:p>
          <a:endParaRPr lang="en-US"/>
        </a:p>
      </dgm:t>
    </dgm:pt>
    <dgm:pt modelId="{A643E8D5-C896-4B9E-A34A-3A7D13774108}" type="pres">
      <dgm:prSet presAssocID="{CA279E47-997F-4648-8017-5217C0457A3F}" presName="compChildNode" presStyleCnt="0"/>
      <dgm:spPr/>
    </dgm:pt>
    <dgm:pt modelId="{6EFD4460-9D5A-4E1C-90C9-EE555FD14BE0}" type="pres">
      <dgm:prSet presAssocID="{CA279E47-997F-4648-8017-5217C0457A3F}" presName="theInnerList" presStyleCnt="0"/>
      <dgm:spPr/>
    </dgm:pt>
    <dgm:pt modelId="{DB905D8D-5492-48A1-8CDC-31D63BAB6F3B}" type="pres">
      <dgm:prSet presAssocID="{67B40F60-2341-4EAD-A472-0D3FDC2318BC}" presName="childNode" presStyleLbl="node1" presStyleIdx="0" presStyleCnt="2">
        <dgm:presLayoutVars>
          <dgm:bulletEnabled val="1"/>
        </dgm:presLayoutVars>
      </dgm:prSet>
      <dgm:spPr/>
      <dgm:t>
        <a:bodyPr/>
        <a:lstStyle/>
        <a:p>
          <a:endParaRPr lang="en-US"/>
        </a:p>
      </dgm:t>
    </dgm:pt>
    <dgm:pt modelId="{B59570B5-8296-4529-9563-5D389E610818}" type="pres">
      <dgm:prSet presAssocID="{67B40F60-2341-4EAD-A472-0D3FDC2318BC}" presName="aSpace2" presStyleCnt="0"/>
      <dgm:spPr/>
    </dgm:pt>
    <dgm:pt modelId="{275F4E2A-0C9F-4202-90DB-FC60A9E8A62A}" type="pres">
      <dgm:prSet presAssocID="{EE00652B-F6BE-4D24-A1C9-9DC8DACDAB08}" presName="childNode" presStyleLbl="node1" presStyleIdx="1" presStyleCnt="2">
        <dgm:presLayoutVars>
          <dgm:bulletEnabled val="1"/>
        </dgm:presLayoutVars>
      </dgm:prSet>
      <dgm:spPr/>
      <dgm:t>
        <a:bodyPr/>
        <a:lstStyle/>
        <a:p>
          <a:endParaRPr lang="en-US"/>
        </a:p>
      </dgm:t>
    </dgm:pt>
  </dgm:ptLst>
  <dgm:cxnLst>
    <dgm:cxn modelId="{A0EBD382-C8FF-48C9-A7A1-1AF73AEA111F}" srcId="{CA279E47-997F-4648-8017-5217C0457A3F}" destId="{67B40F60-2341-4EAD-A472-0D3FDC2318BC}" srcOrd="0" destOrd="0" parTransId="{B82AB848-BF6A-4C74-A10F-B2C7DE3A89F6}" sibTransId="{7AC5F9B4-F7A4-4A03-9CB4-8D3054BE2358}"/>
    <dgm:cxn modelId="{B48B697B-8082-4BFB-A4FD-1ADC8BE95679}" type="presOf" srcId="{CA279E47-997F-4648-8017-5217C0457A3F}" destId="{7F5718B5-876D-47C6-B872-1D182704C810}" srcOrd="1" destOrd="0" presId="urn:microsoft.com/office/officeart/2005/8/layout/lProcess2"/>
    <dgm:cxn modelId="{E3F5FF44-F228-4A6D-BA43-993FD21DA833}" srcId="{CA279E47-997F-4648-8017-5217C0457A3F}" destId="{EE00652B-F6BE-4D24-A1C9-9DC8DACDAB08}" srcOrd="1" destOrd="0" parTransId="{6A4E784D-C123-4E74-921A-70A0818DB2A9}" sibTransId="{9EE58807-97B8-439F-96C9-34851F0D4E02}"/>
    <dgm:cxn modelId="{0BCF3250-489A-4521-8178-30D76A799247}" type="presOf" srcId="{67B40F60-2341-4EAD-A472-0D3FDC2318BC}" destId="{DB905D8D-5492-48A1-8CDC-31D63BAB6F3B}" srcOrd="0" destOrd="0" presId="urn:microsoft.com/office/officeart/2005/8/layout/lProcess2"/>
    <dgm:cxn modelId="{4D61BA67-7BD1-4BE0-80FA-705AF5AADC84}" type="presOf" srcId="{CA279E47-997F-4648-8017-5217C0457A3F}" destId="{7ABBAFE2-ADA4-4D5D-801A-E9D8F7BCF4AD}" srcOrd="0" destOrd="0" presId="urn:microsoft.com/office/officeart/2005/8/layout/lProcess2"/>
    <dgm:cxn modelId="{62A97D4C-0513-4954-B672-756F6218055E}" type="presOf" srcId="{2964DA93-B035-4DC0-9E77-F398D97FFF08}" destId="{A1C1183C-C7C5-45DA-A8CD-9A3E62A4A689}" srcOrd="0" destOrd="0" presId="urn:microsoft.com/office/officeart/2005/8/layout/lProcess2"/>
    <dgm:cxn modelId="{D0BF1311-FBE8-4D7B-ABA5-5C487D0E55E1}" type="presOf" srcId="{EE00652B-F6BE-4D24-A1C9-9DC8DACDAB08}" destId="{275F4E2A-0C9F-4202-90DB-FC60A9E8A62A}" srcOrd="0" destOrd="0" presId="urn:microsoft.com/office/officeart/2005/8/layout/lProcess2"/>
    <dgm:cxn modelId="{BFC1A14C-47C8-45BE-A2C0-110EC0F812D3}" srcId="{2964DA93-B035-4DC0-9E77-F398D97FFF08}" destId="{CA279E47-997F-4648-8017-5217C0457A3F}" srcOrd="0" destOrd="0" parTransId="{CFA51BAC-C293-4144-9483-330F0FD1E1FE}" sibTransId="{2FBBE9FA-7116-4678-A161-3E4F63623173}"/>
    <dgm:cxn modelId="{3090BE21-352A-4B3A-8D90-200ADF04D8A0}" type="presParOf" srcId="{A1C1183C-C7C5-45DA-A8CD-9A3E62A4A689}" destId="{0EB4F8F4-8D65-4E9F-9A9E-BD9B447A81BC}" srcOrd="0" destOrd="0" presId="urn:microsoft.com/office/officeart/2005/8/layout/lProcess2"/>
    <dgm:cxn modelId="{2F3FA83A-ACAB-4EF9-9C10-DE6E3CED11AE}" type="presParOf" srcId="{0EB4F8F4-8D65-4E9F-9A9E-BD9B447A81BC}" destId="{7ABBAFE2-ADA4-4D5D-801A-E9D8F7BCF4AD}" srcOrd="0" destOrd="0" presId="urn:microsoft.com/office/officeart/2005/8/layout/lProcess2"/>
    <dgm:cxn modelId="{A944A33D-F8D7-47B0-816B-365AC5B7A3FC}" type="presParOf" srcId="{0EB4F8F4-8D65-4E9F-9A9E-BD9B447A81BC}" destId="{7F5718B5-876D-47C6-B872-1D182704C810}" srcOrd="1" destOrd="0" presId="urn:microsoft.com/office/officeart/2005/8/layout/lProcess2"/>
    <dgm:cxn modelId="{F00220B3-C130-4EC1-86DC-01ED894A4435}" type="presParOf" srcId="{0EB4F8F4-8D65-4E9F-9A9E-BD9B447A81BC}" destId="{A643E8D5-C896-4B9E-A34A-3A7D13774108}" srcOrd="2" destOrd="0" presId="urn:microsoft.com/office/officeart/2005/8/layout/lProcess2"/>
    <dgm:cxn modelId="{1925F6FB-3E0D-42BC-A725-DF185CC892F6}" type="presParOf" srcId="{A643E8D5-C896-4B9E-A34A-3A7D13774108}" destId="{6EFD4460-9D5A-4E1C-90C9-EE555FD14BE0}" srcOrd="0" destOrd="0" presId="urn:microsoft.com/office/officeart/2005/8/layout/lProcess2"/>
    <dgm:cxn modelId="{34949017-05B4-4F4A-9310-0E70EDF6DBD8}" type="presParOf" srcId="{6EFD4460-9D5A-4E1C-90C9-EE555FD14BE0}" destId="{DB905D8D-5492-48A1-8CDC-31D63BAB6F3B}" srcOrd="0" destOrd="0" presId="urn:microsoft.com/office/officeart/2005/8/layout/lProcess2"/>
    <dgm:cxn modelId="{652CEEB1-66A5-41D0-9A5C-5ED306ECE03D}" type="presParOf" srcId="{6EFD4460-9D5A-4E1C-90C9-EE555FD14BE0}" destId="{B59570B5-8296-4529-9563-5D389E610818}" srcOrd="1" destOrd="0" presId="urn:microsoft.com/office/officeart/2005/8/layout/lProcess2"/>
    <dgm:cxn modelId="{478F0B16-B777-43DF-8ADF-8C1F74CCC003}" type="presParOf" srcId="{6EFD4460-9D5A-4E1C-90C9-EE555FD14BE0}" destId="{275F4E2A-0C9F-4202-90DB-FC60A9E8A62A}"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688DD56-CF97-41E6-8CF2-DA9AA5B6E330}" type="doc">
      <dgm:prSet loTypeId="urn:microsoft.com/office/officeart/2005/8/layout/orgChart1" loCatId="hierarchy" qsTypeId="urn:microsoft.com/office/officeart/2005/8/quickstyle/simple5" qsCatId="simple" csTypeId="urn:microsoft.com/office/officeart/2005/8/colors/colorful5" csCatId="colorful" phldr="1"/>
      <dgm:spPr/>
      <dgm:t>
        <a:bodyPr/>
        <a:lstStyle/>
        <a:p>
          <a:endParaRPr lang="en-US"/>
        </a:p>
      </dgm:t>
    </dgm:pt>
    <dgm:pt modelId="{14982255-C33A-416D-989B-79B3441F2E34}">
      <dgm:prSet phldrT="[Text]" custT="1"/>
      <dgm:spPr/>
      <dgm:t>
        <a:bodyPr/>
        <a:lstStyle/>
        <a:p>
          <a:r>
            <a:rPr lang="en-US" sz="1200" dirty="0" smtClean="0"/>
            <a:t>Monitor</a:t>
          </a:r>
          <a:endParaRPr lang="en-US" sz="1200" dirty="0"/>
        </a:p>
      </dgm:t>
    </dgm:pt>
    <dgm:pt modelId="{DF5ED055-938E-40DD-8F3E-DC7B0F7079B8}" type="parTrans" cxnId="{F09CD6C9-48E0-4846-811D-AF82A1939A2D}">
      <dgm:prSet/>
      <dgm:spPr/>
      <dgm:t>
        <a:bodyPr/>
        <a:lstStyle/>
        <a:p>
          <a:endParaRPr lang="en-US" sz="3600"/>
        </a:p>
      </dgm:t>
    </dgm:pt>
    <dgm:pt modelId="{BC5FD887-7350-433A-A088-A38BA3356C63}" type="sibTrans" cxnId="{F09CD6C9-48E0-4846-811D-AF82A1939A2D}">
      <dgm:prSet/>
      <dgm:spPr/>
      <dgm:t>
        <a:bodyPr/>
        <a:lstStyle/>
        <a:p>
          <a:endParaRPr lang="en-US" sz="3600"/>
        </a:p>
      </dgm:t>
    </dgm:pt>
    <dgm:pt modelId="{17DED7B9-3917-446F-9333-6D42AC944490}">
      <dgm:prSet phldrT="[Text]" custT="1"/>
      <dgm:spPr/>
      <dgm:t>
        <a:bodyPr/>
        <a:lstStyle/>
        <a:p>
          <a:r>
            <a:rPr lang="en-US" sz="1200" dirty="0" smtClean="0"/>
            <a:t>Projector</a:t>
          </a:r>
          <a:endParaRPr lang="en-US" sz="1200" dirty="0"/>
        </a:p>
      </dgm:t>
    </dgm:pt>
    <dgm:pt modelId="{2D95BFDA-769C-4E23-92CB-CFB9734C0169}" type="parTrans" cxnId="{45A897E2-15CC-4539-9918-07AA9CC519B8}">
      <dgm:prSet/>
      <dgm:spPr/>
      <dgm:t>
        <a:bodyPr/>
        <a:lstStyle/>
        <a:p>
          <a:endParaRPr lang="en-US" sz="3600"/>
        </a:p>
      </dgm:t>
    </dgm:pt>
    <dgm:pt modelId="{E88EC579-B6FE-421B-AD34-0EC77E984DCA}" type="sibTrans" cxnId="{45A897E2-15CC-4539-9918-07AA9CC519B8}">
      <dgm:prSet/>
      <dgm:spPr/>
      <dgm:t>
        <a:bodyPr/>
        <a:lstStyle/>
        <a:p>
          <a:endParaRPr lang="en-US" sz="3600"/>
        </a:p>
      </dgm:t>
    </dgm:pt>
    <dgm:pt modelId="{3739C0E5-24C1-4A55-AEFE-721D6D9DEE5E}">
      <dgm:prSet phldrT="[Text]" custT="1"/>
      <dgm:spPr/>
      <dgm:t>
        <a:bodyPr/>
        <a:lstStyle/>
        <a:p>
          <a:r>
            <a:rPr lang="en-US" sz="1200" dirty="0" smtClean="0"/>
            <a:t>Printer</a:t>
          </a:r>
          <a:endParaRPr lang="en-US" sz="1200" dirty="0"/>
        </a:p>
      </dgm:t>
    </dgm:pt>
    <dgm:pt modelId="{8BA77E8A-A72C-4780-9B69-926BE845E686}" type="parTrans" cxnId="{820FB307-97E1-428B-930E-1E291074B021}">
      <dgm:prSet/>
      <dgm:spPr/>
      <dgm:t>
        <a:bodyPr/>
        <a:lstStyle/>
        <a:p>
          <a:endParaRPr lang="en-US" sz="3600"/>
        </a:p>
      </dgm:t>
    </dgm:pt>
    <dgm:pt modelId="{17A06742-2C1B-4077-9F57-C7D4085F1022}" type="sibTrans" cxnId="{820FB307-97E1-428B-930E-1E291074B021}">
      <dgm:prSet/>
      <dgm:spPr/>
      <dgm:t>
        <a:bodyPr/>
        <a:lstStyle/>
        <a:p>
          <a:endParaRPr lang="en-US" sz="3600"/>
        </a:p>
      </dgm:t>
    </dgm:pt>
    <dgm:pt modelId="{03589B3E-FFB8-461D-92C2-A7FEA9DB172B}">
      <dgm:prSet phldrT="[Text]" custT="1"/>
      <dgm:spPr/>
      <dgm:t>
        <a:bodyPr/>
        <a:lstStyle/>
        <a:p>
          <a:r>
            <a:rPr lang="en-US" sz="1200" dirty="0" smtClean="0"/>
            <a:t>Plotter</a:t>
          </a:r>
          <a:endParaRPr lang="en-US" sz="1200" dirty="0"/>
        </a:p>
      </dgm:t>
    </dgm:pt>
    <dgm:pt modelId="{A83EF7AC-8972-4EC2-B739-F19368374C22}" type="parTrans" cxnId="{F0C33520-601E-42B1-8E3D-D8FC69F749A1}">
      <dgm:prSet/>
      <dgm:spPr/>
      <dgm:t>
        <a:bodyPr/>
        <a:lstStyle/>
        <a:p>
          <a:endParaRPr lang="en-US" sz="3600"/>
        </a:p>
      </dgm:t>
    </dgm:pt>
    <dgm:pt modelId="{986252AF-FFFE-4637-AE7F-30A04A18EEA5}" type="sibTrans" cxnId="{F0C33520-601E-42B1-8E3D-D8FC69F749A1}">
      <dgm:prSet/>
      <dgm:spPr/>
      <dgm:t>
        <a:bodyPr/>
        <a:lstStyle/>
        <a:p>
          <a:endParaRPr lang="en-US" sz="3600"/>
        </a:p>
      </dgm:t>
    </dgm:pt>
    <dgm:pt modelId="{68193BF2-7CA3-44DD-9113-C2A86EBF50EF}">
      <dgm:prSet phldrT="[Text]" custT="1"/>
      <dgm:spPr/>
      <dgm:t>
        <a:bodyPr/>
        <a:lstStyle/>
        <a:p>
          <a:r>
            <a:rPr lang="en-US" sz="1200" dirty="0" smtClean="0"/>
            <a:t>Amplifier and Speaker</a:t>
          </a:r>
          <a:endParaRPr lang="en-US" sz="1200" dirty="0"/>
        </a:p>
      </dgm:t>
    </dgm:pt>
    <dgm:pt modelId="{E9C5E8B1-6F02-4090-B6C5-85748A4661E8}" type="parTrans" cxnId="{7F49DD43-88FF-4880-89F6-D9E74C4F5BDE}">
      <dgm:prSet/>
      <dgm:spPr/>
      <dgm:t>
        <a:bodyPr/>
        <a:lstStyle/>
        <a:p>
          <a:endParaRPr lang="en-US" sz="3600"/>
        </a:p>
      </dgm:t>
    </dgm:pt>
    <dgm:pt modelId="{2A6F5544-72C2-402B-83A2-5F77333030CD}" type="sibTrans" cxnId="{7F49DD43-88FF-4880-89F6-D9E74C4F5BDE}">
      <dgm:prSet/>
      <dgm:spPr/>
      <dgm:t>
        <a:bodyPr/>
        <a:lstStyle/>
        <a:p>
          <a:endParaRPr lang="en-US" sz="3600"/>
        </a:p>
      </dgm:t>
    </dgm:pt>
    <dgm:pt modelId="{83C923AC-40B4-436C-8908-08F48F3C5579}">
      <dgm:prSet phldrT="[Text]" custT="1"/>
      <dgm:spPr/>
      <dgm:t>
        <a:bodyPr/>
        <a:lstStyle/>
        <a:p>
          <a:r>
            <a:rPr lang="en-US" sz="1200" dirty="0" smtClean="0"/>
            <a:t>Output</a:t>
          </a:r>
          <a:endParaRPr lang="en-US" sz="1200" dirty="0"/>
        </a:p>
      </dgm:t>
    </dgm:pt>
    <dgm:pt modelId="{EAE1551E-8BFA-4E58-AC12-F35BBD6AA1CE}" type="parTrans" cxnId="{96B5ACCC-C436-4B73-9A4B-48E9CBC7F7FF}">
      <dgm:prSet/>
      <dgm:spPr/>
      <dgm:t>
        <a:bodyPr/>
        <a:lstStyle/>
        <a:p>
          <a:endParaRPr lang="en-US" sz="3600"/>
        </a:p>
      </dgm:t>
    </dgm:pt>
    <dgm:pt modelId="{1D1106B4-9094-41B9-B746-D4EC3CEED390}" type="sibTrans" cxnId="{96B5ACCC-C436-4B73-9A4B-48E9CBC7F7FF}">
      <dgm:prSet/>
      <dgm:spPr/>
      <dgm:t>
        <a:bodyPr/>
        <a:lstStyle/>
        <a:p>
          <a:endParaRPr lang="en-US" sz="3600"/>
        </a:p>
      </dgm:t>
    </dgm:pt>
    <dgm:pt modelId="{5D43E2DC-5414-4C89-A1AC-5E4E4DB078C9}">
      <dgm:prSet phldrT="[Text]" custT="1"/>
      <dgm:spPr/>
      <dgm:t>
        <a:bodyPr/>
        <a:lstStyle/>
        <a:p>
          <a:r>
            <a:rPr lang="en-US" sz="1200" dirty="0" smtClean="0"/>
            <a:t>Input</a:t>
          </a:r>
          <a:endParaRPr lang="en-US" sz="1200" dirty="0"/>
        </a:p>
      </dgm:t>
    </dgm:pt>
    <dgm:pt modelId="{3E9F4723-B5D6-40BF-A89F-60F27746CA2F}" type="parTrans" cxnId="{D997DE14-04D5-4349-AE46-A467DF9F7B16}">
      <dgm:prSet/>
      <dgm:spPr/>
      <dgm:t>
        <a:bodyPr/>
        <a:lstStyle/>
        <a:p>
          <a:endParaRPr lang="en-US" sz="3600"/>
        </a:p>
      </dgm:t>
    </dgm:pt>
    <dgm:pt modelId="{AC78017D-86A4-4EB4-93F6-1761BD2D3185}" type="sibTrans" cxnId="{D997DE14-04D5-4349-AE46-A467DF9F7B16}">
      <dgm:prSet/>
      <dgm:spPr/>
      <dgm:t>
        <a:bodyPr/>
        <a:lstStyle/>
        <a:p>
          <a:endParaRPr lang="en-US" sz="3600"/>
        </a:p>
      </dgm:t>
    </dgm:pt>
    <dgm:pt modelId="{49D1B44F-F2F1-4F56-884F-89805EDB0EE5}">
      <dgm:prSet phldrT="[Text]" custT="1"/>
      <dgm:spPr/>
      <dgm:t>
        <a:bodyPr/>
        <a:lstStyle/>
        <a:p>
          <a:r>
            <a:rPr lang="en-US" sz="1200" dirty="0" smtClean="0"/>
            <a:t>Memory/ Storage</a:t>
          </a:r>
          <a:endParaRPr lang="en-US" sz="1200" dirty="0"/>
        </a:p>
      </dgm:t>
    </dgm:pt>
    <dgm:pt modelId="{8109E4B6-0531-4039-95C9-E595B1F857E5}" type="parTrans" cxnId="{588E4637-6D47-4070-A7DC-4E1D28743E29}">
      <dgm:prSet/>
      <dgm:spPr/>
      <dgm:t>
        <a:bodyPr/>
        <a:lstStyle/>
        <a:p>
          <a:endParaRPr lang="en-US" sz="3600"/>
        </a:p>
      </dgm:t>
    </dgm:pt>
    <dgm:pt modelId="{5966E0D9-6FCD-47F3-9665-04530E5FF4E2}" type="sibTrans" cxnId="{588E4637-6D47-4070-A7DC-4E1D28743E29}">
      <dgm:prSet/>
      <dgm:spPr/>
      <dgm:t>
        <a:bodyPr/>
        <a:lstStyle/>
        <a:p>
          <a:endParaRPr lang="en-US" sz="3600"/>
        </a:p>
      </dgm:t>
    </dgm:pt>
    <dgm:pt modelId="{7F19F876-4812-4661-AF48-4EB9201DD0B6}">
      <dgm:prSet phldrT="[Text]" custT="1"/>
      <dgm:spPr/>
      <dgm:t>
        <a:bodyPr/>
        <a:lstStyle/>
        <a:p>
          <a:r>
            <a:rPr lang="en-US" sz="1200" dirty="0" smtClean="0"/>
            <a:t>Communication</a:t>
          </a:r>
          <a:endParaRPr lang="en-US" sz="1200" dirty="0"/>
        </a:p>
      </dgm:t>
    </dgm:pt>
    <dgm:pt modelId="{1F1470DE-8985-4AC7-BB3A-0332D1C52C1A}" type="parTrans" cxnId="{EEE47E78-F4D2-42EE-8C99-35B548C3C5FD}">
      <dgm:prSet/>
      <dgm:spPr/>
      <dgm:t>
        <a:bodyPr/>
        <a:lstStyle/>
        <a:p>
          <a:endParaRPr lang="en-US" sz="3600"/>
        </a:p>
      </dgm:t>
    </dgm:pt>
    <dgm:pt modelId="{77103918-5C39-4132-A352-707C2E32CBB3}" type="sibTrans" cxnId="{EEE47E78-F4D2-42EE-8C99-35B548C3C5FD}">
      <dgm:prSet/>
      <dgm:spPr/>
      <dgm:t>
        <a:bodyPr/>
        <a:lstStyle/>
        <a:p>
          <a:endParaRPr lang="en-US" sz="3600"/>
        </a:p>
      </dgm:t>
    </dgm:pt>
    <dgm:pt modelId="{2A629FC4-9D4C-47CE-8E5E-87EFBD47434A}">
      <dgm:prSet phldrT="[Text]" custT="1"/>
      <dgm:spPr/>
      <dgm:t>
        <a:bodyPr/>
        <a:lstStyle/>
        <a:p>
          <a:r>
            <a:rPr lang="en-US" sz="1200" dirty="0" smtClean="0"/>
            <a:t>Keyboard</a:t>
          </a:r>
          <a:endParaRPr lang="en-US" sz="1200" dirty="0"/>
        </a:p>
      </dgm:t>
    </dgm:pt>
    <dgm:pt modelId="{84F7C2F4-6459-4723-A736-4FD0400D7B6F}" type="parTrans" cxnId="{5560DD3B-7DDF-4815-8831-68B3DEF74E91}">
      <dgm:prSet/>
      <dgm:spPr/>
      <dgm:t>
        <a:bodyPr/>
        <a:lstStyle/>
        <a:p>
          <a:endParaRPr lang="en-US" sz="3600"/>
        </a:p>
      </dgm:t>
    </dgm:pt>
    <dgm:pt modelId="{8C9CCA4E-EAB7-41D1-96E5-F6D15F612B6F}" type="sibTrans" cxnId="{5560DD3B-7DDF-4815-8831-68B3DEF74E91}">
      <dgm:prSet/>
      <dgm:spPr/>
      <dgm:t>
        <a:bodyPr/>
        <a:lstStyle/>
        <a:p>
          <a:endParaRPr lang="en-US" sz="3600"/>
        </a:p>
      </dgm:t>
    </dgm:pt>
    <dgm:pt modelId="{28705690-4BF6-4AD2-9D21-18A16B3D014D}">
      <dgm:prSet phldrT="[Text]" custT="1"/>
      <dgm:spPr/>
      <dgm:t>
        <a:bodyPr/>
        <a:lstStyle/>
        <a:p>
          <a:r>
            <a:rPr lang="en-US" sz="1200" dirty="0" smtClean="0"/>
            <a:t>Mouse</a:t>
          </a:r>
          <a:endParaRPr lang="en-US" sz="1200" dirty="0"/>
        </a:p>
      </dgm:t>
    </dgm:pt>
    <dgm:pt modelId="{51F483C5-26CF-4E5A-BB3C-B097F4562D87}" type="parTrans" cxnId="{2FF26FA6-5586-41F8-80E4-B1EA328209AB}">
      <dgm:prSet/>
      <dgm:spPr/>
      <dgm:t>
        <a:bodyPr/>
        <a:lstStyle/>
        <a:p>
          <a:endParaRPr lang="en-US" sz="3600"/>
        </a:p>
      </dgm:t>
    </dgm:pt>
    <dgm:pt modelId="{6635AF78-F0CB-4F24-9BE3-0E9D79376544}" type="sibTrans" cxnId="{2FF26FA6-5586-41F8-80E4-B1EA328209AB}">
      <dgm:prSet/>
      <dgm:spPr/>
      <dgm:t>
        <a:bodyPr/>
        <a:lstStyle/>
        <a:p>
          <a:endParaRPr lang="en-US" sz="3600"/>
        </a:p>
      </dgm:t>
    </dgm:pt>
    <dgm:pt modelId="{8BABB501-A1EC-4C7A-82E2-11A4489CA718}">
      <dgm:prSet phldrT="[Text]" custT="1"/>
      <dgm:spPr/>
      <dgm:t>
        <a:bodyPr/>
        <a:lstStyle/>
        <a:p>
          <a:r>
            <a:rPr lang="en-US" sz="1200" dirty="0" smtClean="0"/>
            <a:t>Image Scanner</a:t>
          </a:r>
          <a:endParaRPr lang="en-US" sz="1200" dirty="0"/>
        </a:p>
      </dgm:t>
    </dgm:pt>
    <dgm:pt modelId="{16B5ECBE-CD4F-4D54-81C7-C665EC7F958C}" type="parTrans" cxnId="{014CF4A2-EFEB-4FC2-A53C-B759CA5F4CA9}">
      <dgm:prSet/>
      <dgm:spPr/>
      <dgm:t>
        <a:bodyPr/>
        <a:lstStyle/>
        <a:p>
          <a:endParaRPr lang="en-US" sz="3600"/>
        </a:p>
      </dgm:t>
    </dgm:pt>
    <dgm:pt modelId="{170A7D4A-D8DF-4F0A-A21A-B89D3E7D397C}" type="sibTrans" cxnId="{014CF4A2-EFEB-4FC2-A53C-B759CA5F4CA9}">
      <dgm:prSet/>
      <dgm:spPr/>
      <dgm:t>
        <a:bodyPr/>
        <a:lstStyle/>
        <a:p>
          <a:endParaRPr lang="en-US" sz="3600"/>
        </a:p>
      </dgm:t>
    </dgm:pt>
    <dgm:pt modelId="{B6FE4B45-F3CB-4BC4-9E1A-353FF5C7F6FA}">
      <dgm:prSet phldrT="[Text]" custT="1"/>
      <dgm:spPr/>
      <dgm:t>
        <a:bodyPr/>
        <a:lstStyle/>
        <a:p>
          <a:r>
            <a:rPr lang="en-US" sz="1200" dirty="0" smtClean="0"/>
            <a:t>Microphone</a:t>
          </a:r>
          <a:endParaRPr lang="en-US" sz="1200" dirty="0"/>
        </a:p>
      </dgm:t>
    </dgm:pt>
    <dgm:pt modelId="{C197151C-2823-4CB5-80BA-749CDE58A071}" type="parTrans" cxnId="{21AA28C3-7D46-490B-BD1D-BF055DC8AA73}">
      <dgm:prSet/>
      <dgm:spPr/>
      <dgm:t>
        <a:bodyPr/>
        <a:lstStyle/>
        <a:p>
          <a:endParaRPr lang="en-US" sz="3600"/>
        </a:p>
      </dgm:t>
    </dgm:pt>
    <dgm:pt modelId="{2E5323DA-5B2B-44FF-9EA6-F789D21E8D8A}" type="sibTrans" cxnId="{21AA28C3-7D46-490B-BD1D-BF055DC8AA73}">
      <dgm:prSet/>
      <dgm:spPr/>
      <dgm:t>
        <a:bodyPr/>
        <a:lstStyle/>
        <a:p>
          <a:endParaRPr lang="en-US" sz="3600"/>
        </a:p>
      </dgm:t>
    </dgm:pt>
    <dgm:pt modelId="{55EBC818-65CA-4167-A41A-153292CEC3FB}">
      <dgm:prSet phldrT="[Text]" custT="1"/>
      <dgm:spPr/>
      <dgm:t>
        <a:bodyPr/>
        <a:lstStyle/>
        <a:p>
          <a:r>
            <a:rPr lang="en-US" sz="1200" dirty="0" smtClean="0"/>
            <a:t>Digital Camera</a:t>
          </a:r>
          <a:endParaRPr lang="en-US" sz="1200" dirty="0"/>
        </a:p>
      </dgm:t>
    </dgm:pt>
    <dgm:pt modelId="{A4882823-90ED-4C7B-B812-EBA4CDAEF252}" type="parTrans" cxnId="{56702AAB-C9E6-4F35-AE0E-175FB35BD520}">
      <dgm:prSet/>
      <dgm:spPr/>
      <dgm:t>
        <a:bodyPr/>
        <a:lstStyle/>
        <a:p>
          <a:endParaRPr lang="en-US" sz="3600"/>
        </a:p>
      </dgm:t>
    </dgm:pt>
    <dgm:pt modelId="{EC5F6D5F-2F4F-4AEB-A94F-F14E31E20073}" type="sibTrans" cxnId="{56702AAB-C9E6-4F35-AE0E-175FB35BD520}">
      <dgm:prSet/>
      <dgm:spPr/>
      <dgm:t>
        <a:bodyPr/>
        <a:lstStyle/>
        <a:p>
          <a:endParaRPr lang="en-US" sz="3600"/>
        </a:p>
      </dgm:t>
    </dgm:pt>
    <dgm:pt modelId="{82074EA0-2706-4643-85BF-23DEF16434E6}">
      <dgm:prSet phldrT="[Text]" custT="1"/>
      <dgm:spPr/>
      <dgm:t>
        <a:bodyPr/>
        <a:lstStyle/>
        <a:p>
          <a:r>
            <a:rPr lang="en-US" sz="1200" dirty="0" smtClean="0"/>
            <a:t>Hard Disk</a:t>
          </a:r>
          <a:endParaRPr lang="en-US" sz="1200" dirty="0"/>
        </a:p>
      </dgm:t>
    </dgm:pt>
    <dgm:pt modelId="{3EFB60D5-A818-476B-BD4A-DC53AB41F97E}" type="parTrans" cxnId="{3606E1AC-CCCE-4569-A124-DD8131C3F04E}">
      <dgm:prSet/>
      <dgm:spPr/>
      <dgm:t>
        <a:bodyPr/>
        <a:lstStyle/>
        <a:p>
          <a:endParaRPr lang="en-US" sz="3600"/>
        </a:p>
      </dgm:t>
    </dgm:pt>
    <dgm:pt modelId="{985AEC99-B5C4-4AAE-A171-1A63D89AB3EF}" type="sibTrans" cxnId="{3606E1AC-CCCE-4569-A124-DD8131C3F04E}">
      <dgm:prSet/>
      <dgm:spPr/>
      <dgm:t>
        <a:bodyPr/>
        <a:lstStyle/>
        <a:p>
          <a:endParaRPr lang="en-US" sz="3600"/>
        </a:p>
      </dgm:t>
    </dgm:pt>
    <dgm:pt modelId="{B3F15E67-2602-4011-8650-301D4EC894FE}">
      <dgm:prSet phldrT="[Text]" custT="1"/>
      <dgm:spPr/>
      <dgm:t>
        <a:bodyPr/>
        <a:lstStyle/>
        <a:p>
          <a:r>
            <a:rPr lang="en-US" sz="1200" dirty="0" smtClean="0"/>
            <a:t>Floppy Disk</a:t>
          </a:r>
          <a:endParaRPr lang="en-US" sz="1200" dirty="0"/>
        </a:p>
      </dgm:t>
    </dgm:pt>
    <dgm:pt modelId="{B6E3895D-7A42-46C1-8F39-E60822506D4A}" type="parTrans" cxnId="{9DDA3277-D911-4E71-AD84-5FD2169D3ED9}">
      <dgm:prSet/>
      <dgm:spPr/>
      <dgm:t>
        <a:bodyPr/>
        <a:lstStyle/>
        <a:p>
          <a:endParaRPr lang="en-US" sz="3600"/>
        </a:p>
      </dgm:t>
    </dgm:pt>
    <dgm:pt modelId="{2C8F71F5-FB88-44AC-83B7-4D73BCCD4108}" type="sibTrans" cxnId="{9DDA3277-D911-4E71-AD84-5FD2169D3ED9}">
      <dgm:prSet/>
      <dgm:spPr/>
      <dgm:t>
        <a:bodyPr/>
        <a:lstStyle/>
        <a:p>
          <a:endParaRPr lang="en-US" sz="3600"/>
        </a:p>
      </dgm:t>
    </dgm:pt>
    <dgm:pt modelId="{06171111-A75E-4B9D-B858-628368138638}">
      <dgm:prSet phldrT="[Text]" custT="1"/>
      <dgm:spPr/>
      <dgm:t>
        <a:bodyPr/>
        <a:lstStyle/>
        <a:p>
          <a:r>
            <a:rPr lang="en-US" sz="1200" dirty="0" smtClean="0"/>
            <a:t>Flash Drive</a:t>
          </a:r>
          <a:endParaRPr lang="en-US" sz="1200" dirty="0"/>
        </a:p>
      </dgm:t>
    </dgm:pt>
    <dgm:pt modelId="{977CA1A6-7363-4E76-98CF-3F73F0E1A356}" type="parTrans" cxnId="{D4313587-799B-4791-ACF5-9E18A21DE07E}">
      <dgm:prSet/>
      <dgm:spPr/>
      <dgm:t>
        <a:bodyPr/>
        <a:lstStyle/>
        <a:p>
          <a:endParaRPr lang="en-US" sz="3600"/>
        </a:p>
      </dgm:t>
    </dgm:pt>
    <dgm:pt modelId="{FD9D3361-87D0-4C08-BFC5-76E77803D199}" type="sibTrans" cxnId="{D4313587-799B-4791-ACF5-9E18A21DE07E}">
      <dgm:prSet/>
      <dgm:spPr/>
      <dgm:t>
        <a:bodyPr/>
        <a:lstStyle/>
        <a:p>
          <a:endParaRPr lang="en-US" sz="3600"/>
        </a:p>
      </dgm:t>
    </dgm:pt>
    <dgm:pt modelId="{1D222B14-7008-457A-B34D-08D9D6A5ABAC}">
      <dgm:prSet phldrT="[Text]" custT="1"/>
      <dgm:spPr/>
      <dgm:t>
        <a:bodyPr/>
        <a:lstStyle/>
        <a:p>
          <a:r>
            <a:rPr lang="en-US" sz="1200" dirty="0" smtClean="0"/>
            <a:t>CD/DVD</a:t>
          </a:r>
          <a:endParaRPr lang="en-US" sz="1200" dirty="0"/>
        </a:p>
      </dgm:t>
    </dgm:pt>
    <dgm:pt modelId="{B93AE651-4670-428C-84E0-2A7F54AFE18E}" type="parTrans" cxnId="{2B05CAC4-DEF1-436A-83D9-C6750D5C6BCA}">
      <dgm:prSet/>
      <dgm:spPr/>
      <dgm:t>
        <a:bodyPr/>
        <a:lstStyle/>
        <a:p>
          <a:endParaRPr lang="en-US" sz="3600"/>
        </a:p>
      </dgm:t>
    </dgm:pt>
    <dgm:pt modelId="{F3A56EB5-3522-40B5-B3AE-AAE0F8751C3A}" type="sibTrans" cxnId="{2B05CAC4-DEF1-436A-83D9-C6750D5C6BCA}">
      <dgm:prSet/>
      <dgm:spPr/>
      <dgm:t>
        <a:bodyPr/>
        <a:lstStyle/>
        <a:p>
          <a:endParaRPr lang="en-US" sz="3600"/>
        </a:p>
      </dgm:t>
    </dgm:pt>
    <dgm:pt modelId="{15C9FDA5-C9C6-43E3-A617-849ADBD94A6B}">
      <dgm:prSet phldrT="[Text]" custT="1"/>
      <dgm:spPr/>
      <dgm:t>
        <a:bodyPr/>
        <a:lstStyle/>
        <a:p>
          <a:r>
            <a:rPr lang="en-US" sz="1200" dirty="0" smtClean="0"/>
            <a:t>Blue ray</a:t>
          </a:r>
          <a:endParaRPr lang="en-US" sz="1200" dirty="0"/>
        </a:p>
      </dgm:t>
    </dgm:pt>
    <dgm:pt modelId="{A9CFC66C-0D91-4E47-8172-568375A56B71}" type="parTrans" cxnId="{F177875F-91B1-4A14-B709-B13F1ADC5584}">
      <dgm:prSet/>
      <dgm:spPr/>
      <dgm:t>
        <a:bodyPr/>
        <a:lstStyle/>
        <a:p>
          <a:endParaRPr lang="en-US" sz="3600"/>
        </a:p>
      </dgm:t>
    </dgm:pt>
    <dgm:pt modelId="{9442D41E-622A-4A40-9A3C-27F8EF66A1CE}" type="sibTrans" cxnId="{F177875F-91B1-4A14-B709-B13F1ADC5584}">
      <dgm:prSet/>
      <dgm:spPr/>
      <dgm:t>
        <a:bodyPr/>
        <a:lstStyle/>
        <a:p>
          <a:endParaRPr lang="en-US" sz="3600"/>
        </a:p>
      </dgm:t>
    </dgm:pt>
    <dgm:pt modelId="{BF2E0ECC-8996-4366-8081-314D80C9D2D6}">
      <dgm:prSet phldrT="[Text]" custT="1"/>
      <dgm:spPr/>
      <dgm:t>
        <a:bodyPr/>
        <a:lstStyle/>
        <a:p>
          <a:r>
            <a:rPr lang="en-US" sz="1200" dirty="0" smtClean="0"/>
            <a:t>Modem</a:t>
          </a:r>
          <a:endParaRPr lang="en-US" sz="1200" dirty="0"/>
        </a:p>
      </dgm:t>
    </dgm:pt>
    <dgm:pt modelId="{56F9109E-B7A8-44D0-9DAE-B388B61192ED}" type="parTrans" cxnId="{9E586AA1-F707-4F2B-A5C4-24F8CD5AC6CE}">
      <dgm:prSet/>
      <dgm:spPr/>
      <dgm:t>
        <a:bodyPr/>
        <a:lstStyle/>
        <a:p>
          <a:endParaRPr lang="en-US" sz="3600"/>
        </a:p>
      </dgm:t>
    </dgm:pt>
    <dgm:pt modelId="{C4D278A6-2F74-40E9-8241-6D8DE27497BE}" type="sibTrans" cxnId="{9E586AA1-F707-4F2B-A5C4-24F8CD5AC6CE}">
      <dgm:prSet/>
      <dgm:spPr/>
      <dgm:t>
        <a:bodyPr/>
        <a:lstStyle/>
        <a:p>
          <a:endParaRPr lang="en-US" sz="3600"/>
        </a:p>
      </dgm:t>
    </dgm:pt>
    <dgm:pt modelId="{4BC8E632-A272-474C-97C8-FFEB59FF34B8}">
      <dgm:prSet phldrT="[Text]" custT="1"/>
      <dgm:spPr/>
      <dgm:t>
        <a:bodyPr/>
        <a:lstStyle/>
        <a:p>
          <a:r>
            <a:rPr lang="en-US" sz="1200" dirty="0" smtClean="0"/>
            <a:t>DSL</a:t>
          </a:r>
          <a:endParaRPr lang="en-US" sz="1200" dirty="0"/>
        </a:p>
      </dgm:t>
    </dgm:pt>
    <dgm:pt modelId="{F363DB60-30B9-44B0-8798-E71A7490AA84}" type="parTrans" cxnId="{C9B4BDB9-84F8-425A-94E5-CA14E4700A98}">
      <dgm:prSet/>
      <dgm:spPr/>
      <dgm:t>
        <a:bodyPr/>
        <a:lstStyle/>
        <a:p>
          <a:endParaRPr lang="en-US" sz="3600"/>
        </a:p>
      </dgm:t>
    </dgm:pt>
    <dgm:pt modelId="{401842C4-014B-4CAA-84B5-A3AA1C39CA80}" type="sibTrans" cxnId="{C9B4BDB9-84F8-425A-94E5-CA14E4700A98}">
      <dgm:prSet/>
      <dgm:spPr/>
      <dgm:t>
        <a:bodyPr/>
        <a:lstStyle/>
        <a:p>
          <a:endParaRPr lang="en-US" sz="3600"/>
        </a:p>
      </dgm:t>
    </dgm:pt>
    <dgm:pt modelId="{619FBE2F-F03C-4355-9C0F-00BC3DF6090A}">
      <dgm:prSet phldrT="[Text]" custT="1"/>
      <dgm:spPr/>
      <dgm:t>
        <a:bodyPr/>
        <a:lstStyle/>
        <a:p>
          <a:r>
            <a:rPr lang="en-US" sz="1200" dirty="0" smtClean="0"/>
            <a:t>ISDN</a:t>
          </a:r>
          <a:endParaRPr lang="en-US" sz="1200" dirty="0"/>
        </a:p>
      </dgm:t>
    </dgm:pt>
    <dgm:pt modelId="{D73A4E5A-AEEF-455B-B502-FE7C03830015}" type="parTrans" cxnId="{C21D87D3-3FAF-493E-B1F1-9A0E6132AB9E}">
      <dgm:prSet/>
      <dgm:spPr/>
      <dgm:t>
        <a:bodyPr/>
        <a:lstStyle/>
        <a:p>
          <a:endParaRPr lang="en-US" sz="3600"/>
        </a:p>
      </dgm:t>
    </dgm:pt>
    <dgm:pt modelId="{E6328081-640F-450E-A4D7-FA8C97FB9FF3}" type="sibTrans" cxnId="{C21D87D3-3FAF-493E-B1F1-9A0E6132AB9E}">
      <dgm:prSet/>
      <dgm:spPr/>
      <dgm:t>
        <a:bodyPr/>
        <a:lstStyle/>
        <a:p>
          <a:endParaRPr lang="en-US" sz="3600"/>
        </a:p>
      </dgm:t>
    </dgm:pt>
    <dgm:pt modelId="{035BA08D-69B2-46D4-8CA0-AB32D0038E0A}">
      <dgm:prSet phldrT="[Text]" custT="1"/>
      <dgm:spPr/>
      <dgm:t>
        <a:bodyPr/>
        <a:lstStyle/>
        <a:p>
          <a:r>
            <a:rPr lang="en-US" sz="1200" dirty="0" smtClean="0"/>
            <a:t>Multimedia Hardware</a:t>
          </a:r>
          <a:endParaRPr lang="en-US" sz="1200" dirty="0"/>
        </a:p>
      </dgm:t>
    </dgm:pt>
    <dgm:pt modelId="{D215E109-74D8-4C2B-913B-6E5B1392F5EE}" type="sibTrans" cxnId="{729089D7-AB0A-4752-A545-941844505D14}">
      <dgm:prSet/>
      <dgm:spPr/>
      <dgm:t>
        <a:bodyPr/>
        <a:lstStyle/>
        <a:p>
          <a:endParaRPr lang="en-US" sz="3600"/>
        </a:p>
      </dgm:t>
    </dgm:pt>
    <dgm:pt modelId="{062A66E9-ED5A-491A-908C-4D6C2BAB60AE}" type="parTrans" cxnId="{729089D7-AB0A-4752-A545-941844505D14}">
      <dgm:prSet/>
      <dgm:spPr/>
      <dgm:t>
        <a:bodyPr/>
        <a:lstStyle/>
        <a:p>
          <a:endParaRPr lang="en-US" sz="3600"/>
        </a:p>
      </dgm:t>
    </dgm:pt>
    <dgm:pt modelId="{86478825-A086-4B8D-9FE9-CDF8741756DB}" type="pres">
      <dgm:prSet presAssocID="{D688DD56-CF97-41E6-8CF2-DA9AA5B6E330}" presName="hierChild1" presStyleCnt="0">
        <dgm:presLayoutVars>
          <dgm:orgChart val="1"/>
          <dgm:chPref val="1"/>
          <dgm:dir/>
          <dgm:animOne val="branch"/>
          <dgm:animLvl val="lvl"/>
          <dgm:resizeHandles/>
        </dgm:presLayoutVars>
      </dgm:prSet>
      <dgm:spPr/>
      <dgm:t>
        <a:bodyPr/>
        <a:lstStyle/>
        <a:p>
          <a:endParaRPr lang="en-US"/>
        </a:p>
      </dgm:t>
    </dgm:pt>
    <dgm:pt modelId="{4629F77F-C5B3-4311-B850-4436B445A28E}" type="pres">
      <dgm:prSet presAssocID="{035BA08D-69B2-46D4-8CA0-AB32D0038E0A}" presName="hierRoot1" presStyleCnt="0">
        <dgm:presLayoutVars>
          <dgm:hierBranch val="init"/>
        </dgm:presLayoutVars>
      </dgm:prSet>
      <dgm:spPr/>
    </dgm:pt>
    <dgm:pt modelId="{F9E33E32-6031-4F40-8C1C-F1B40B81F184}" type="pres">
      <dgm:prSet presAssocID="{035BA08D-69B2-46D4-8CA0-AB32D0038E0A}" presName="rootComposite1" presStyleCnt="0"/>
      <dgm:spPr/>
    </dgm:pt>
    <dgm:pt modelId="{D09B92D6-4A8F-41DE-85E0-3DEF3BF15B12}" type="pres">
      <dgm:prSet presAssocID="{035BA08D-69B2-46D4-8CA0-AB32D0038E0A}" presName="rootText1" presStyleLbl="node0" presStyleIdx="0" presStyleCnt="1">
        <dgm:presLayoutVars>
          <dgm:chPref val="3"/>
        </dgm:presLayoutVars>
      </dgm:prSet>
      <dgm:spPr/>
      <dgm:t>
        <a:bodyPr/>
        <a:lstStyle/>
        <a:p>
          <a:endParaRPr lang="en-US"/>
        </a:p>
      </dgm:t>
    </dgm:pt>
    <dgm:pt modelId="{8D334ACE-A2F5-497C-B361-07AAF4A8EFF8}" type="pres">
      <dgm:prSet presAssocID="{035BA08D-69B2-46D4-8CA0-AB32D0038E0A}" presName="rootConnector1" presStyleLbl="node1" presStyleIdx="0" presStyleCnt="0"/>
      <dgm:spPr/>
      <dgm:t>
        <a:bodyPr/>
        <a:lstStyle/>
        <a:p>
          <a:endParaRPr lang="en-US"/>
        </a:p>
      </dgm:t>
    </dgm:pt>
    <dgm:pt modelId="{B0B06D0E-EE42-4171-8202-19CBCA690DE0}" type="pres">
      <dgm:prSet presAssocID="{035BA08D-69B2-46D4-8CA0-AB32D0038E0A}" presName="hierChild2" presStyleCnt="0"/>
      <dgm:spPr/>
    </dgm:pt>
    <dgm:pt modelId="{B761BB0F-E161-4DD9-970B-E22FC043FCAC}" type="pres">
      <dgm:prSet presAssocID="{EAE1551E-8BFA-4E58-AC12-F35BBD6AA1CE}" presName="Name37" presStyleLbl="parChTrans1D2" presStyleIdx="0" presStyleCnt="4"/>
      <dgm:spPr/>
      <dgm:t>
        <a:bodyPr/>
        <a:lstStyle/>
        <a:p>
          <a:endParaRPr lang="en-US"/>
        </a:p>
      </dgm:t>
    </dgm:pt>
    <dgm:pt modelId="{0A1D96CD-ECE1-4587-8C46-4C6E3B4210AB}" type="pres">
      <dgm:prSet presAssocID="{83C923AC-40B4-436C-8908-08F48F3C5579}" presName="hierRoot2" presStyleCnt="0">
        <dgm:presLayoutVars>
          <dgm:hierBranch val="init"/>
        </dgm:presLayoutVars>
      </dgm:prSet>
      <dgm:spPr/>
    </dgm:pt>
    <dgm:pt modelId="{EB199096-E9D0-45F3-867E-D402BCA16F2B}" type="pres">
      <dgm:prSet presAssocID="{83C923AC-40B4-436C-8908-08F48F3C5579}" presName="rootComposite" presStyleCnt="0"/>
      <dgm:spPr/>
    </dgm:pt>
    <dgm:pt modelId="{1F27DFEC-40F6-405C-B756-61EEB36BA6D1}" type="pres">
      <dgm:prSet presAssocID="{83C923AC-40B4-436C-8908-08F48F3C5579}" presName="rootText" presStyleLbl="node2" presStyleIdx="0" presStyleCnt="4">
        <dgm:presLayoutVars>
          <dgm:chPref val="3"/>
        </dgm:presLayoutVars>
      </dgm:prSet>
      <dgm:spPr/>
      <dgm:t>
        <a:bodyPr/>
        <a:lstStyle/>
        <a:p>
          <a:endParaRPr lang="en-US"/>
        </a:p>
      </dgm:t>
    </dgm:pt>
    <dgm:pt modelId="{B7365E1B-A48C-4CC5-A6FE-C423A6B4B8F0}" type="pres">
      <dgm:prSet presAssocID="{83C923AC-40B4-436C-8908-08F48F3C5579}" presName="rootConnector" presStyleLbl="node2" presStyleIdx="0" presStyleCnt="4"/>
      <dgm:spPr/>
      <dgm:t>
        <a:bodyPr/>
        <a:lstStyle/>
        <a:p>
          <a:endParaRPr lang="en-US"/>
        </a:p>
      </dgm:t>
    </dgm:pt>
    <dgm:pt modelId="{64CAAC0C-6189-4C6B-B297-A5536F389BC4}" type="pres">
      <dgm:prSet presAssocID="{83C923AC-40B4-436C-8908-08F48F3C5579}" presName="hierChild4" presStyleCnt="0"/>
      <dgm:spPr/>
    </dgm:pt>
    <dgm:pt modelId="{631CF122-686B-4F3B-A029-BFA3980CCD5E}" type="pres">
      <dgm:prSet presAssocID="{DF5ED055-938E-40DD-8F3E-DC7B0F7079B8}" presName="Name37" presStyleLbl="parChTrans1D3" presStyleIdx="0" presStyleCnt="18"/>
      <dgm:spPr/>
      <dgm:t>
        <a:bodyPr/>
        <a:lstStyle/>
        <a:p>
          <a:endParaRPr lang="en-US"/>
        </a:p>
      </dgm:t>
    </dgm:pt>
    <dgm:pt modelId="{121CA19F-BF63-4837-A4D6-3A1C162A526C}" type="pres">
      <dgm:prSet presAssocID="{14982255-C33A-416D-989B-79B3441F2E34}" presName="hierRoot2" presStyleCnt="0">
        <dgm:presLayoutVars>
          <dgm:hierBranch val="init"/>
        </dgm:presLayoutVars>
      </dgm:prSet>
      <dgm:spPr/>
    </dgm:pt>
    <dgm:pt modelId="{912A6E1B-9D47-433F-979C-1F7D63122560}" type="pres">
      <dgm:prSet presAssocID="{14982255-C33A-416D-989B-79B3441F2E34}" presName="rootComposite" presStyleCnt="0"/>
      <dgm:spPr/>
    </dgm:pt>
    <dgm:pt modelId="{B3F89F38-6B4D-430B-807F-358E6359835E}" type="pres">
      <dgm:prSet presAssocID="{14982255-C33A-416D-989B-79B3441F2E34}" presName="rootText" presStyleLbl="node3" presStyleIdx="0" presStyleCnt="18">
        <dgm:presLayoutVars>
          <dgm:chPref val="3"/>
        </dgm:presLayoutVars>
      </dgm:prSet>
      <dgm:spPr/>
      <dgm:t>
        <a:bodyPr/>
        <a:lstStyle/>
        <a:p>
          <a:endParaRPr lang="en-US"/>
        </a:p>
      </dgm:t>
    </dgm:pt>
    <dgm:pt modelId="{5D7FA996-F30A-424E-981C-69E196EFD8C4}" type="pres">
      <dgm:prSet presAssocID="{14982255-C33A-416D-989B-79B3441F2E34}" presName="rootConnector" presStyleLbl="node3" presStyleIdx="0" presStyleCnt="18"/>
      <dgm:spPr/>
      <dgm:t>
        <a:bodyPr/>
        <a:lstStyle/>
        <a:p>
          <a:endParaRPr lang="en-US"/>
        </a:p>
      </dgm:t>
    </dgm:pt>
    <dgm:pt modelId="{ABA10627-5C4C-4474-9940-7B55BD57C858}" type="pres">
      <dgm:prSet presAssocID="{14982255-C33A-416D-989B-79B3441F2E34}" presName="hierChild4" presStyleCnt="0"/>
      <dgm:spPr/>
    </dgm:pt>
    <dgm:pt modelId="{3C31E39D-8BA8-4B29-B58A-727E0660CF61}" type="pres">
      <dgm:prSet presAssocID="{14982255-C33A-416D-989B-79B3441F2E34}" presName="hierChild5" presStyleCnt="0"/>
      <dgm:spPr/>
    </dgm:pt>
    <dgm:pt modelId="{673FF620-A71F-413B-ADB1-EA69A87E6C11}" type="pres">
      <dgm:prSet presAssocID="{2D95BFDA-769C-4E23-92CB-CFB9734C0169}" presName="Name37" presStyleLbl="parChTrans1D3" presStyleIdx="1" presStyleCnt="18"/>
      <dgm:spPr/>
      <dgm:t>
        <a:bodyPr/>
        <a:lstStyle/>
        <a:p>
          <a:endParaRPr lang="en-US"/>
        </a:p>
      </dgm:t>
    </dgm:pt>
    <dgm:pt modelId="{769E17B7-D6C5-4BF7-AEE9-CF4584B67AB3}" type="pres">
      <dgm:prSet presAssocID="{17DED7B9-3917-446F-9333-6D42AC944490}" presName="hierRoot2" presStyleCnt="0">
        <dgm:presLayoutVars>
          <dgm:hierBranch val="init"/>
        </dgm:presLayoutVars>
      </dgm:prSet>
      <dgm:spPr/>
    </dgm:pt>
    <dgm:pt modelId="{17F8F810-BDB9-4F6A-944C-F5ADFED8F841}" type="pres">
      <dgm:prSet presAssocID="{17DED7B9-3917-446F-9333-6D42AC944490}" presName="rootComposite" presStyleCnt="0"/>
      <dgm:spPr/>
    </dgm:pt>
    <dgm:pt modelId="{72AFC9A2-102A-4309-9800-E5F12F171BF7}" type="pres">
      <dgm:prSet presAssocID="{17DED7B9-3917-446F-9333-6D42AC944490}" presName="rootText" presStyleLbl="node3" presStyleIdx="1" presStyleCnt="18">
        <dgm:presLayoutVars>
          <dgm:chPref val="3"/>
        </dgm:presLayoutVars>
      </dgm:prSet>
      <dgm:spPr/>
      <dgm:t>
        <a:bodyPr/>
        <a:lstStyle/>
        <a:p>
          <a:endParaRPr lang="en-US"/>
        </a:p>
      </dgm:t>
    </dgm:pt>
    <dgm:pt modelId="{EEAAC17F-1C54-411B-9E94-6B1CA09CDFD6}" type="pres">
      <dgm:prSet presAssocID="{17DED7B9-3917-446F-9333-6D42AC944490}" presName="rootConnector" presStyleLbl="node3" presStyleIdx="1" presStyleCnt="18"/>
      <dgm:spPr/>
      <dgm:t>
        <a:bodyPr/>
        <a:lstStyle/>
        <a:p>
          <a:endParaRPr lang="en-US"/>
        </a:p>
      </dgm:t>
    </dgm:pt>
    <dgm:pt modelId="{DA9B2DB7-EB30-476B-A058-BBCFE2EA969C}" type="pres">
      <dgm:prSet presAssocID="{17DED7B9-3917-446F-9333-6D42AC944490}" presName="hierChild4" presStyleCnt="0"/>
      <dgm:spPr/>
    </dgm:pt>
    <dgm:pt modelId="{9249AD0C-14B7-4C42-845A-57BD31858AA7}" type="pres">
      <dgm:prSet presAssocID="{17DED7B9-3917-446F-9333-6D42AC944490}" presName="hierChild5" presStyleCnt="0"/>
      <dgm:spPr/>
    </dgm:pt>
    <dgm:pt modelId="{E27F458F-AE24-4FA7-ADDE-8D5141C015E9}" type="pres">
      <dgm:prSet presAssocID="{8BA77E8A-A72C-4780-9B69-926BE845E686}" presName="Name37" presStyleLbl="parChTrans1D3" presStyleIdx="2" presStyleCnt="18"/>
      <dgm:spPr/>
      <dgm:t>
        <a:bodyPr/>
        <a:lstStyle/>
        <a:p>
          <a:endParaRPr lang="en-US"/>
        </a:p>
      </dgm:t>
    </dgm:pt>
    <dgm:pt modelId="{D862C3E0-E203-4705-8897-A47E5F149BC2}" type="pres">
      <dgm:prSet presAssocID="{3739C0E5-24C1-4A55-AEFE-721D6D9DEE5E}" presName="hierRoot2" presStyleCnt="0">
        <dgm:presLayoutVars>
          <dgm:hierBranch val="init"/>
        </dgm:presLayoutVars>
      </dgm:prSet>
      <dgm:spPr/>
    </dgm:pt>
    <dgm:pt modelId="{7C613679-61A5-4057-8C28-FD2506EF8A71}" type="pres">
      <dgm:prSet presAssocID="{3739C0E5-24C1-4A55-AEFE-721D6D9DEE5E}" presName="rootComposite" presStyleCnt="0"/>
      <dgm:spPr/>
    </dgm:pt>
    <dgm:pt modelId="{70CF4ED8-F2EF-450C-AE71-C5F6264425C0}" type="pres">
      <dgm:prSet presAssocID="{3739C0E5-24C1-4A55-AEFE-721D6D9DEE5E}" presName="rootText" presStyleLbl="node3" presStyleIdx="2" presStyleCnt="18">
        <dgm:presLayoutVars>
          <dgm:chPref val="3"/>
        </dgm:presLayoutVars>
      </dgm:prSet>
      <dgm:spPr/>
      <dgm:t>
        <a:bodyPr/>
        <a:lstStyle/>
        <a:p>
          <a:endParaRPr lang="en-US"/>
        </a:p>
      </dgm:t>
    </dgm:pt>
    <dgm:pt modelId="{9C6C18FD-0CA6-40D9-8FA8-DE1199537048}" type="pres">
      <dgm:prSet presAssocID="{3739C0E5-24C1-4A55-AEFE-721D6D9DEE5E}" presName="rootConnector" presStyleLbl="node3" presStyleIdx="2" presStyleCnt="18"/>
      <dgm:spPr/>
      <dgm:t>
        <a:bodyPr/>
        <a:lstStyle/>
        <a:p>
          <a:endParaRPr lang="en-US"/>
        </a:p>
      </dgm:t>
    </dgm:pt>
    <dgm:pt modelId="{EE39DC43-72B0-4B1D-B5E4-E449149725B6}" type="pres">
      <dgm:prSet presAssocID="{3739C0E5-24C1-4A55-AEFE-721D6D9DEE5E}" presName="hierChild4" presStyleCnt="0"/>
      <dgm:spPr/>
    </dgm:pt>
    <dgm:pt modelId="{F3668F18-7BF1-4D93-BA53-CA992982C67A}" type="pres">
      <dgm:prSet presAssocID="{3739C0E5-24C1-4A55-AEFE-721D6D9DEE5E}" presName="hierChild5" presStyleCnt="0"/>
      <dgm:spPr/>
    </dgm:pt>
    <dgm:pt modelId="{05F34624-6F72-44F9-A2A7-AE852B6434EB}" type="pres">
      <dgm:prSet presAssocID="{A83EF7AC-8972-4EC2-B739-F19368374C22}" presName="Name37" presStyleLbl="parChTrans1D3" presStyleIdx="3" presStyleCnt="18"/>
      <dgm:spPr/>
      <dgm:t>
        <a:bodyPr/>
        <a:lstStyle/>
        <a:p>
          <a:endParaRPr lang="en-US"/>
        </a:p>
      </dgm:t>
    </dgm:pt>
    <dgm:pt modelId="{CB68D3EA-C068-4033-BFAE-8339258D6FDB}" type="pres">
      <dgm:prSet presAssocID="{03589B3E-FFB8-461D-92C2-A7FEA9DB172B}" presName="hierRoot2" presStyleCnt="0">
        <dgm:presLayoutVars>
          <dgm:hierBranch val="init"/>
        </dgm:presLayoutVars>
      </dgm:prSet>
      <dgm:spPr/>
    </dgm:pt>
    <dgm:pt modelId="{20E69D10-86EA-4E89-AD61-F39178313E54}" type="pres">
      <dgm:prSet presAssocID="{03589B3E-FFB8-461D-92C2-A7FEA9DB172B}" presName="rootComposite" presStyleCnt="0"/>
      <dgm:spPr/>
    </dgm:pt>
    <dgm:pt modelId="{441BC85B-00B9-4D23-88F4-F2DDF2BEE454}" type="pres">
      <dgm:prSet presAssocID="{03589B3E-FFB8-461D-92C2-A7FEA9DB172B}" presName="rootText" presStyleLbl="node3" presStyleIdx="3" presStyleCnt="18">
        <dgm:presLayoutVars>
          <dgm:chPref val="3"/>
        </dgm:presLayoutVars>
      </dgm:prSet>
      <dgm:spPr/>
      <dgm:t>
        <a:bodyPr/>
        <a:lstStyle/>
        <a:p>
          <a:endParaRPr lang="en-US"/>
        </a:p>
      </dgm:t>
    </dgm:pt>
    <dgm:pt modelId="{15404C55-6104-4FCA-82DC-717BBFFA72CB}" type="pres">
      <dgm:prSet presAssocID="{03589B3E-FFB8-461D-92C2-A7FEA9DB172B}" presName="rootConnector" presStyleLbl="node3" presStyleIdx="3" presStyleCnt="18"/>
      <dgm:spPr/>
      <dgm:t>
        <a:bodyPr/>
        <a:lstStyle/>
        <a:p>
          <a:endParaRPr lang="en-US"/>
        </a:p>
      </dgm:t>
    </dgm:pt>
    <dgm:pt modelId="{723EF443-7FCC-419F-96D3-583F05D520AB}" type="pres">
      <dgm:prSet presAssocID="{03589B3E-FFB8-461D-92C2-A7FEA9DB172B}" presName="hierChild4" presStyleCnt="0"/>
      <dgm:spPr/>
    </dgm:pt>
    <dgm:pt modelId="{333E9C10-3D19-440E-8E5C-4344BDDAE2D7}" type="pres">
      <dgm:prSet presAssocID="{03589B3E-FFB8-461D-92C2-A7FEA9DB172B}" presName="hierChild5" presStyleCnt="0"/>
      <dgm:spPr/>
    </dgm:pt>
    <dgm:pt modelId="{AEA6A7CF-6F88-469D-846C-3EE070A776E4}" type="pres">
      <dgm:prSet presAssocID="{E9C5E8B1-6F02-4090-B6C5-85748A4661E8}" presName="Name37" presStyleLbl="parChTrans1D3" presStyleIdx="4" presStyleCnt="18"/>
      <dgm:spPr/>
      <dgm:t>
        <a:bodyPr/>
        <a:lstStyle/>
        <a:p>
          <a:endParaRPr lang="en-US"/>
        </a:p>
      </dgm:t>
    </dgm:pt>
    <dgm:pt modelId="{BFEA73D3-D6C6-438A-8893-26E3158B0144}" type="pres">
      <dgm:prSet presAssocID="{68193BF2-7CA3-44DD-9113-C2A86EBF50EF}" presName="hierRoot2" presStyleCnt="0">
        <dgm:presLayoutVars>
          <dgm:hierBranch val="init"/>
        </dgm:presLayoutVars>
      </dgm:prSet>
      <dgm:spPr/>
    </dgm:pt>
    <dgm:pt modelId="{775235EB-3B51-43FD-8F7E-0003CDA0692C}" type="pres">
      <dgm:prSet presAssocID="{68193BF2-7CA3-44DD-9113-C2A86EBF50EF}" presName="rootComposite" presStyleCnt="0"/>
      <dgm:spPr/>
    </dgm:pt>
    <dgm:pt modelId="{C52644FB-A2DB-41B0-A82B-6A0A13660E22}" type="pres">
      <dgm:prSet presAssocID="{68193BF2-7CA3-44DD-9113-C2A86EBF50EF}" presName="rootText" presStyleLbl="node3" presStyleIdx="4" presStyleCnt="18">
        <dgm:presLayoutVars>
          <dgm:chPref val="3"/>
        </dgm:presLayoutVars>
      </dgm:prSet>
      <dgm:spPr/>
      <dgm:t>
        <a:bodyPr/>
        <a:lstStyle/>
        <a:p>
          <a:endParaRPr lang="en-US"/>
        </a:p>
      </dgm:t>
    </dgm:pt>
    <dgm:pt modelId="{E808BED2-05B8-43ED-9035-938A53C46F06}" type="pres">
      <dgm:prSet presAssocID="{68193BF2-7CA3-44DD-9113-C2A86EBF50EF}" presName="rootConnector" presStyleLbl="node3" presStyleIdx="4" presStyleCnt="18"/>
      <dgm:spPr/>
      <dgm:t>
        <a:bodyPr/>
        <a:lstStyle/>
        <a:p>
          <a:endParaRPr lang="en-US"/>
        </a:p>
      </dgm:t>
    </dgm:pt>
    <dgm:pt modelId="{1357DA23-C2A9-4B16-BB49-F54A368BFA74}" type="pres">
      <dgm:prSet presAssocID="{68193BF2-7CA3-44DD-9113-C2A86EBF50EF}" presName="hierChild4" presStyleCnt="0"/>
      <dgm:spPr/>
    </dgm:pt>
    <dgm:pt modelId="{0137FF80-248B-4517-B6E9-BBB2D5EF4A2E}" type="pres">
      <dgm:prSet presAssocID="{68193BF2-7CA3-44DD-9113-C2A86EBF50EF}" presName="hierChild5" presStyleCnt="0"/>
      <dgm:spPr/>
    </dgm:pt>
    <dgm:pt modelId="{814E8264-8E9D-48FF-8269-D73FF57C3883}" type="pres">
      <dgm:prSet presAssocID="{83C923AC-40B4-436C-8908-08F48F3C5579}" presName="hierChild5" presStyleCnt="0"/>
      <dgm:spPr/>
    </dgm:pt>
    <dgm:pt modelId="{F2F48983-C0C2-45D5-BA84-F286996C497F}" type="pres">
      <dgm:prSet presAssocID="{3E9F4723-B5D6-40BF-A89F-60F27746CA2F}" presName="Name37" presStyleLbl="parChTrans1D2" presStyleIdx="1" presStyleCnt="4"/>
      <dgm:spPr/>
      <dgm:t>
        <a:bodyPr/>
        <a:lstStyle/>
        <a:p>
          <a:endParaRPr lang="en-US"/>
        </a:p>
      </dgm:t>
    </dgm:pt>
    <dgm:pt modelId="{9C496954-CD6F-4721-B718-7F7C0EDCBF86}" type="pres">
      <dgm:prSet presAssocID="{5D43E2DC-5414-4C89-A1AC-5E4E4DB078C9}" presName="hierRoot2" presStyleCnt="0">
        <dgm:presLayoutVars>
          <dgm:hierBranch val="init"/>
        </dgm:presLayoutVars>
      </dgm:prSet>
      <dgm:spPr/>
    </dgm:pt>
    <dgm:pt modelId="{8AE76A4B-043C-48DB-9A5A-45B4651B4E43}" type="pres">
      <dgm:prSet presAssocID="{5D43E2DC-5414-4C89-A1AC-5E4E4DB078C9}" presName="rootComposite" presStyleCnt="0"/>
      <dgm:spPr/>
    </dgm:pt>
    <dgm:pt modelId="{830ECAB3-DC09-404A-A55D-C61BAB608D99}" type="pres">
      <dgm:prSet presAssocID="{5D43E2DC-5414-4C89-A1AC-5E4E4DB078C9}" presName="rootText" presStyleLbl="node2" presStyleIdx="1" presStyleCnt="4">
        <dgm:presLayoutVars>
          <dgm:chPref val="3"/>
        </dgm:presLayoutVars>
      </dgm:prSet>
      <dgm:spPr/>
      <dgm:t>
        <a:bodyPr/>
        <a:lstStyle/>
        <a:p>
          <a:endParaRPr lang="en-US"/>
        </a:p>
      </dgm:t>
    </dgm:pt>
    <dgm:pt modelId="{AE47AD1B-36A6-44C7-A256-173E9A60AFB9}" type="pres">
      <dgm:prSet presAssocID="{5D43E2DC-5414-4C89-A1AC-5E4E4DB078C9}" presName="rootConnector" presStyleLbl="node2" presStyleIdx="1" presStyleCnt="4"/>
      <dgm:spPr/>
      <dgm:t>
        <a:bodyPr/>
        <a:lstStyle/>
        <a:p>
          <a:endParaRPr lang="en-US"/>
        </a:p>
      </dgm:t>
    </dgm:pt>
    <dgm:pt modelId="{AFD78652-E657-430F-8C93-0FCFE76ADBDE}" type="pres">
      <dgm:prSet presAssocID="{5D43E2DC-5414-4C89-A1AC-5E4E4DB078C9}" presName="hierChild4" presStyleCnt="0"/>
      <dgm:spPr/>
    </dgm:pt>
    <dgm:pt modelId="{234DC08C-DD2A-4B62-9C43-AD6CDE43E2AB}" type="pres">
      <dgm:prSet presAssocID="{84F7C2F4-6459-4723-A736-4FD0400D7B6F}" presName="Name37" presStyleLbl="parChTrans1D3" presStyleIdx="5" presStyleCnt="18"/>
      <dgm:spPr/>
      <dgm:t>
        <a:bodyPr/>
        <a:lstStyle/>
        <a:p>
          <a:endParaRPr lang="en-US"/>
        </a:p>
      </dgm:t>
    </dgm:pt>
    <dgm:pt modelId="{2F00B003-F702-48E9-A55D-C157CF10E71B}" type="pres">
      <dgm:prSet presAssocID="{2A629FC4-9D4C-47CE-8E5E-87EFBD47434A}" presName="hierRoot2" presStyleCnt="0">
        <dgm:presLayoutVars>
          <dgm:hierBranch val="init"/>
        </dgm:presLayoutVars>
      </dgm:prSet>
      <dgm:spPr/>
    </dgm:pt>
    <dgm:pt modelId="{FEE3632C-87E1-4BCE-804C-525BE54DC596}" type="pres">
      <dgm:prSet presAssocID="{2A629FC4-9D4C-47CE-8E5E-87EFBD47434A}" presName="rootComposite" presStyleCnt="0"/>
      <dgm:spPr/>
    </dgm:pt>
    <dgm:pt modelId="{66DC8A8B-9790-4510-9C10-E5AA71A4C284}" type="pres">
      <dgm:prSet presAssocID="{2A629FC4-9D4C-47CE-8E5E-87EFBD47434A}" presName="rootText" presStyleLbl="node3" presStyleIdx="5" presStyleCnt="18">
        <dgm:presLayoutVars>
          <dgm:chPref val="3"/>
        </dgm:presLayoutVars>
      </dgm:prSet>
      <dgm:spPr/>
      <dgm:t>
        <a:bodyPr/>
        <a:lstStyle/>
        <a:p>
          <a:endParaRPr lang="en-US"/>
        </a:p>
      </dgm:t>
    </dgm:pt>
    <dgm:pt modelId="{A95C8DC4-904A-4DE2-A4AE-ECB7FA24B5C7}" type="pres">
      <dgm:prSet presAssocID="{2A629FC4-9D4C-47CE-8E5E-87EFBD47434A}" presName="rootConnector" presStyleLbl="node3" presStyleIdx="5" presStyleCnt="18"/>
      <dgm:spPr/>
      <dgm:t>
        <a:bodyPr/>
        <a:lstStyle/>
        <a:p>
          <a:endParaRPr lang="en-US"/>
        </a:p>
      </dgm:t>
    </dgm:pt>
    <dgm:pt modelId="{A2841033-8B7D-4D46-995E-766AAEDC0084}" type="pres">
      <dgm:prSet presAssocID="{2A629FC4-9D4C-47CE-8E5E-87EFBD47434A}" presName="hierChild4" presStyleCnt="0"/>
      <dgm:spPr/>
    </dgm:pt>
    <dgm:pt modelId="{2ED7C96C-AE42-4F6F-BD25-148D55845627}" type="pres">
      <dgm:prSet presAssocID="{2A629FC4-9D4C-47CE-8E5E-87EFBD47434A}" presName="hierChild5" presStyleCnt="0"/>
      <dgm:spPr/>
    </dgm:pt>
    <dgm:pt modelId="{052C58BD-C18C-4F1A-BDD2-FADF896A1100}" type="pres">
      <dgm:prSet presAssocID="{51F483C5-26CF-4E5A-BB3C-B097F4562D87}" presName="Name37" presStyleLbl="parChTrans1D3" presStyleIdx="6" presStyleCnt="18"/>
      <dgm:spPr/>
      <dgm:t>
        <a:bodyPr/>
        <a:lstStyle/>
        <a:p>
          <a:endParaRPr lang="en-US"/>
        </a:p>
      </dgm:t>
    </dgm:pt>
    <dgm:pt modelId="{C845954A-8220-437E-8C6C-B1206FC632A8}" type="pres">
      <dgm:prSet presAssocID="{28705690-4BF6-4AD2-9D21-18A16B3D014D}" presName="hierRoot2" presStyleCnt="0">
        <dgm:presLayoutVars>
          <dgm:hierBranch val="init"/>
        </dgm:presLayoutVars>
      </dgm:prSet>
      <dgm:spPr/>
    </dgm:pt>
    <dgm:pt modelId="{63D15250-7639-48F8-A347-6D919E61AEB9}" type="pres">
      <dgm:prSet presAssocID="{28705690-4BF6-4AD2-9D21-18A16B3D014D}" presName="rootComposite" presStyleCnt="0"/>
      <dgm:spPr/>
    </dgm:pt>
    <dgm:pt modelId="{3888AD11-1F20-438C-A4F0-006C448F67D1}" type="pres">
      <dgm:prSet presAssocID="{28705690-4BF6-4AD2-9D21-18A16B3D014D}" presName="rootText" presStyleLbl="node3" presStyleIdx="6" presStyleCnt="18">
        <dgm:presLayoutVars>
          <dgm:chPref val="3"/>
        </dgm:presLayoutVars>
      </dgm:prSet>
      <dgm:spPr/>
      <dgm:t>
        <a:bodyPr/>
        <a:lstStyle/>
        <a:p>
          <a:endParaRPr lang="en-US"/>
        </a:p>
      </dgm:t>
    </dgm:pt>
    <dgm:pt modelId="{34A83109-7F1A-4973-A4C1-1AEAF2F30041}" type="pres">
      <dgm:prSet presAssocID="{28705690-4BF6-4AD2-9D21-18A16B3D014D}" presName="rootConnector" presStyleLbl="node3" presStyleIdx="6" presStyleCnt="18"/>
      <dgm:spPr/>
      <dgm:t>
        <a:bodyPr/>
        <a:lstStyle/>
        <a:p>
          <a:endParaRPr lang="en-US"/>
        </a:p>
      </dgm:t>
    </dgm:pt>
    <dgm:pt modelId="{4110815E-FE50-44CF-A8E5-A9C8B2DD9989}" type="pres">
      <dgm:prSet presAssocID="{28705690-4BF6-4AD2-9D21-18A16B3D014D}" presName="hierChild4" presStyleCnt="0"/>
      <dgm:spPr/>
    </dgm:pt>
    <dgm:pt modelId="{6D44A4D5-1C31-426C-82F1-A804D81CC787}" type="pres">
      <dgm:prSet presAssocID="{28705690-4BF6-4AD2-9D21-18A16B3D014D}" presName="hierChild5" presStyleCnt="0"/>
      <dgm:spPr/>
    </dgm:pt>
    <dgm:pt modelId="{5758FD1B-EC26-4260-9616-E7370CA5234D}" type="pres">
      <dgm:prSet presAssocID="{16B5ECBE-CD4F-4D54-81C7-C665EC7F958C}" presName="Name37" presStyleLbl="parChTrans1D3" presStyleIdx="7" presStyleCnt="18"/>
      <dgm:spPr/>
      <dgm:t>
        <a:bodyPr/>
        <a:lstStyle/>
        <a:p>
          <a:endParaRPr lang="en-US"/>
        </a:p>
      </dgm:t>
    </dgm:pt>
    <dgm:pt modelId="{8BE26ACB-3395-45B3-8D0F-3052A7C38720}" type="pres">
      <dgm:prSet presAssocID="{8BABB501-A1EC-4C7A-82E2-11A4489CA718}" presName="hierRoot2" presStyleCnt="0">
        <dgm:presLayoutVars>
          <dgm:hierBranch val="init"/>
        </dgm:presLayoutVars>
      </dgm:prSet>
      <dgm:spPr/>
    </dgm:pt>
    <dgm:pt modelId="{E4EC01F6-A6B0-40C9-88E0-23E31409F137}" type="pres">
      <dgm:prSet presAssocID="{8BABB501-A1EC-4C7A-82E2-11A4489CA718}" presName="rootComposite" presStyleCnt="0"/>
      <dgm:spPr/>
    </dgm:pt>
    <dgm:pt modelId="{FB1987D2-9A29-4071-BC41-027C33AA343A}" type="pres">
      <dgm:prSet presAssocID="{8BABB501-A1EC-4C7A-82E2-11A4489CA718}" presName="rootText" presStyleLbl="node3" presStyleIdx="7" presStyleCnt="18">
        <dgm:presLayoutVars>
          <dgm:chPref val="3"/>
        </dgm:presLayoutVars>
      </dgm:prSet>
      <dgm:spPr/>
      <dgm:t>
        <a:bodyPr/>
        <a:lstStyle/>
        <a:p>
          <a:endParaRPr lang="en-US"/>
        </a:p>
      </dgm:t>
    </dgm:pt>
    <dgm:pt modelId="{9EBC896A-91E0-45CB-A4E7-2E55A231CCC6}" type="pres">
      <dgm:prSet presAssocID="{8BABB501-A1EC-4C7A-82E2-11A4489CA718}" presName="rootConnector" presStyleLbl="node3" presStyleIdx="7" presStyleCnt="18"/>
      <dgm:spPr/>
      <dgm:t>
        <a:bodyPr/>
        <a:lstStyle/>
        <a:p>
          <a:endParaRPr lang="en-US"/>
        </a:p>
      </dgm:t>
    </dgm:pt>
    <dgm:pt modelId="{1C8175EA-649B-4082-80F0-80EACE49DF9B}" type="pres">
      <dgm:prSet presAssocID="{8BABB501-A1EC-4C7A-82E2-11A4489CA718}" presName="hierChild4" presStyleCnt="0"/>
      <dgm:spPr/>
    </dgm:pt>
    <dgm:pt modelId="{C2004B60-701F-46C4-9908-EA745C0814B4}" type="pres">
      <dgm:prSet presAssocID="{8BABB501-A1EC-4C7A-82E2-11A4489CA718}" presName="hierChild5" presStyleCnt="0"/>
      <dgm:spPr/>
    </dgm:pt>
    <dgm:pt modelId="{DBD1298E-8899-4AD1-AEF9-FB743C0C2955}" type="pres">
      <dgm:prSet presAssocID="{C197151C-2823-4CB5-80BA-749CDE58A071}" presName="Name37" presStyleLbl="parChTrans1D3" presStyleIdx="8" presStyleCnt="18"/>
      <dgm:spPr/>
      <dgm:t>
        <a:bodyPr/>
        <a:lstStyle/>
        <a:p>
          <a:endParaRPr lang="en-US"/>
        </a:p>
      </dgm:t>
    </dgm:pt>
    <dgm:pt modelId="{13C04A39-20C4-4B56-9530-B38D6FE4FCCA}" type="pres">
      <dgm:prSet presAssocID="{B6FE4B45-F3CB-4BC4-9E1A-353FF5C7F6FA}" presName="hierRoot2" presStyleCnt="0">
        <dgm:presLayoutVars>
          <dgm:hierBranch val="init"/>
        </dgm:presLayoutVars>
      </dgm:prSet>
      <dgm:spPr/>
    </dgm:pt>
    <dgm:pt modelId="{D7E03CB9-1165-4F36-9DC3-9936AA947598}" type="pres">
      <dgm:prSet presAssocID="{B6FE4B45-F3CB-4BC4-9E1A-353FF5C7F6FA}" presName="rootComposite" presStyleCnt="0"/>
      <dgm:spPr/>
    </dgm:pt>
    <dgm:pt modelId="{1D8718A9-2A9B-45AD-92E8-BA1B2143AE85}" type="pres">
      <dgm:prSet presAssocID="{B6FE4B45-F3CB-4BC4-9E1A-353FF5C7F6FA}" presName="rootText" presStyleLbl="node3" presStyleIdx="8" presStyleCnt="18">
        <dgm:presLayoutVars>
          <dgm:chPref val="3"/>
        </dgm:presLayoutVars>
      </dgm:prSet>
      <dgm:spPr/>
      <dgm:t>
        <a:bodyPr/>
        <a:lstStyle/>
        <a:p>
          <a:endParaRPr lang="en-US"/>
        </a:p>
      </dgm:t>
    </dgm:pt>
    <dgm:pt modelId="{400D721E-EE6D-4D84-853F-3D124F63BD5C}" type="pres">
      <dgm:prSet presAssocID="{B6FE4B45-F3CB-4BC4-9E1A-353FF5C7F6FA}" presName="rootConnector" presStyleLbl="node3" presStyleIdx="8" presStyleCnt="18"/>
      <dgm:spPr/>
      <dgm:t>
        <a:bodyPr/>
        <a:lstStyle/>
        <a:p>
          <a:endParaRPr lang="en-US"/>
        </a:p>
      </dgm:t>
    </dgm:pt>
    <dgm:pt modelId="{819562D4-2F0D-4E83-B242-B8D3FE396DCA}" type="pres">
      <dgm:prSet presAssocID="{B6FE4B45-F3CB-4BC4-9E1A-353FF5C7F6FA}" presName="hierChild4" presStyleCnt="0"/>
      <dgm:spPr/>
    </dgm:pt>
    <dgm:pt modelId="{B5E13BC8-E0D2-4D5F-8FA9-2411CAF81089}" type="pres">
      <dgm:prSet presAssocID="{B6FE4B45-F3CB-4BC4-9E1A-353FF5C7F6FA}" presName="hierChild5" presStyleCnt="0"/>
      <dgm:spPr/>
    </dgm:pt>
    <dgm:pt modelId="{D9605214-CB30-411A-8969-F59EA39BD1FA}" type="pres">
      <dgm:prSet presAssocID="{A4882823-90ED-4C7B-B812-EBA4CDAEF252}" presName="Name37" presStyleLbl="parChTrans1D3" presStyleIdx="9" presStyleCnt="18"/>
      <dgm:spPr/>
      <dgm:t>
        <a:bodyPr/>
        <a:lstStyle/>
        <a:p>
          <a:endParaRPr lang="en-US"/>
        </a:p>
      </dgm:t>
    </dgm:pt>
    <dgm:pt modelId="{E087DAA7-6CAE-4144-B617-7C405AF59DCA}" type="pres">
      <dgm:prSet presAssocID="{55EBC818-65CA-4167-A41A-153292CEC3FB}" presName="hierRoot2" presStyleCnt="0">
        <dgm:presLayoutVars>
          <dgm:hierBranch val="init"/>
        </dgm:presLayoutVars>
      </dgm:prSet>
      <dgm:spPr/>
    </dgm:pt>
    <dgm:pt modelId="{FD83B286-4EB0-4277-88FA-333987382567}" type="pres">
      <dgm:prSet presAssocID="{55EBC818-65CA-4167-A41A-153292CEC3FB}" presName="rootComposite" presStyleCnt="0"/>
      <dgm:spPr/>
    </dgm:pt>
    <dgm:pt modelId="{1CF13D7E-ABBA-44BC-93CC-05BDB32B4E13}" type="pres">
      <dgm:prSet presAssocID="{55EBC818-65CA-4167-A41A-153292CEC3FB}" presName="rootText" presStyleLbl="node3" presStyleIdx="9" presStyleCnt="18">
        <dgm:presLayoutVars>
          <dgm:chPref val="3"/>
        </dgm:presLayoutVars>
      </dgm:prSet>
      <dgm:spPr/>
      <dgm:t>
        <a:bodyPr/>
        <a:lstStyle/>
        <a:p>
          <a:endParaRPr lang="en-US"/>
        </a:p>
      </dgm:t>
    </dgm:pt>
    <dgm:pt modelId="{3C80E04D-0772-4A8E-B1D2-AEBEAF143763}" type="pres">
      <dgm:prSet presAssocID="{55EBC818-65CA-4167-A41A-153292CEC3FB}" presName="rootConnector" presStyleLbl="node3" presStyleIdx="9" presStyleCnt="18"/>
      <dgm:spPr/>
      <dgm:t>
        <a:bodyPr/>
        <a:lstStyle/>
        <a:p>
          <a:endParaRPr lang="en-US"/>
        </a:p>
      </dgm:t>
    </dgm:pt>
    <dgm:pt modelId="{026376A8-49FC-4405-9331-021536F2EA60}" type="pres">
      <dgm:prSet presAssocID="{55EBC818-65CA-4167-A41A-153292CEC3FB}" presName="hierChild4" presStyleCnt="0"/>
      <dgm:spPr/>
    </dgm:pt>
    <dgm:pt modelId="{05FB7FD1-496B-4DAF-BD60-750262054D51}" type="pres">
      <dgm:prSet presAssocID="{55EBC818-65CA-4167-A41A-153292CEC3FB}" presName="hierChild5" presStyleCnt="0"/>
      <dgm:spPr/>
    </dgm:pt>
    <dgm:pt modelId="{0AC3DA08-C690-4531-A9E4-705416B334E3}" type="pres">
      <dgm:prSet presAssocID="{5D43E2DC-5414-4C89-A1AC-5E4E4DB078C9}" presName="hierChild5" presStyleCnt="0"/>
      <dgm:spPr/>
    </dgm:pt>
    <dgm:pt modelId="{71CAAE4A-9C91-4FFC-8BE9-F512598245E1}" type="pres">
      <dgm:prSet presAssocID="{8109E4B6-0531-4039-95C9-E595B1F857E5}" presName="Name37" presStyleLbl="parChTrans1D2" presStyleIdx="2" presStyleCnt="4"/>
      <dgm:spPr/>
      <dgm:t>
        <a:bodyPr/>
        <a:lstStyle/>
        <a:p>
          <a:endParaRPr lang="en-US"/>
        </a:p>
      </dgm:t>
    </dgm:pt>
    <dgm:pt modelId="{F95B2F02-2B9D-41C5-A1A4-FC46D729C3D7}" type="pres">
      <dgm:prSet presAssocID="{49D1B44F-F2F1-4F56-884F-89805EDB0EE5}" presName="hierRoot2" presStyleCnt="0">
        <dgm:presLayoutVars>
          <dgm:hierBranch val="init"/>
        </dgm:presLayoutVars>
      </dgm:prSet>
      <dgm:spPr/>
    </dgm:pt>
    <dgm:pt modelId="{E59F77E0-A9FA-4ED7-87AD-CF4A39510CFB}" type="pres">
      <dgm:prSet presAssocID="{49D1B44F-F2F1-4F56-884F-89805EDB0EE5}" presName="rootComposite" presStyleCnt="0"/>
      <dgm:spPr/>
    </dgm:pt>
    <dgm:pt modelId="{3D3C7940-A1C4-4BED-A99A-61F39A0717D0}" type="pres">
      <dgm:prSet presAssocID="{49D1B44F-F2F1-4F56-884F-89805EDB0EE5}" presName="rootText" presStyleLbl="node2" presStyleIdx="2" presStyleCnt="4">
        <dgm:presLayoutVars>
          <dgm:chPref val="3"/>
        </dgm:presLayoutVars>
      </dgm:prSet>
      <dgm:spPr/>
      <dgm:t>
        <a:bodyPr/>
        <a:lstStyle/>
        <a:p>
          <a:endParaRPr lang="en-US"/>
        </a:p>
      </dgm:t>
    </dgm:pt>
    <dgm:pt modelId="{15170862-1240-4BB8-B1F1-5468957379E0}" type="pres">
      <dgm:prSet presAssocID="{49D1B44F-F2F1-4F56-884F-89805EDB0EE5}" presName="rootConnector" presStyleLbl="node2" presStyleIdx="2" presStyleCnt="4"/>
      <dgm:spPr/>
      <dgm:t>
        <a:bodyPr/>
        <a:lstStyle/>
        <a:p>
          <a:endParaRPr lang="en-US"/>
        </a:p>
      </dgm:t>
    </dgm:pt>
    <dgm:pt modelId="{EF4AB3F0-8780-4317-8EE2-301444753F03}" type="pres">
      <dgm:prSet presAssocID="{49D1B44F-F2F1-4F56-884F-89805EDB0EE5}" presName="hierChild4" presStyleCnt="0"/>
      <dgm:spPr/>
    </dgm:pt>
    <dgm:pt modelId="{43664DE7-4A19-4A1E-8233-885F390DD311}" type="pres">
      <dgm:prSet presAssocID="{3EFB60D5-A818-476B-BD4A-DC53AB41F97E}" presName="Name37" presStyleLbl="parChTrans1D3" presStyleIdx="10" presStyleCnt="18"/>
      <dgm:spPr/>
      <dgm:t>
        <a:bodyPr/>
        <a:lstStyle/>
        <a:p>
          <a:endParaRPr lang="en-US"/>
        </a:p>
      </dgm:t>
    </dgm:pt>
    <dgm:pt modelId="{AFF33068-9338-415A-AF1F-FD7D2D4D4136}" type="pres">
      <dgm:prSet presAssocID="{82074EA0-2706-4643-85BF-23DEF16434E6}" presName="hierRoot2" presStyleCnt="0">
        <dgm:presLayoutVars>
          <dgm:hierBranch val="init"/>
        </dgm:presLayoutVars>
      </dgm:prSet>
      <dgm:spPr/>
    </dgm:pt>
    <dgm:pt modelId="{05CF4E6F-B0EF-4DB5-A0E0-D5285F003330}" type="pres">
      <dgm:prSet presAssocID="{82074EA0-2706-4643-85BF-23DEF16434E6}" presName="rootComposite" presStyleCnt="0"/>
      <dgm:spPr/>
    </dgm:pt>
    <dgm:pt modelId="{61778DD5-9ECC-4169-8E14-635E1D2FC321}" type="pres">
      <dgm:prSet presAssocID="{82074EA0-2706-4643-85BF-23DEF16434E6}" presName="rootText" presStyleLbl="node3" presStyleIdx="10" presStyleCnt="18">
        <dgm:presLayoutVars>
          <dgm:chPref val="3"/>
        </dgm:presLayoutVars>
      </dgm:prSet>
      <dgm:spPr/>
      <dgm:t>
        <a:bodyPr/>
        <a:lstStyle/>
        <a:p>
          <a:endParaRPr lang="en-US"/>
        </a:p>
      </dgm:t>
    </dgm:pt>
    <dgm:pt modelId="{884D849A-8ACC-4404-8396-441C223096FC}" type="pres">
      <dgm:prSet presAssocID="{82074EA0-2706-4643-85BF-23DEF16434E6}" presName="rootConnector" presStyleLbl="node3" presStyleIdx="10" presStyleCnt="18"/>
      <dgm:spPr/>
      <dgm:t>
        <a:bodyPr/>
        <a:lstStyle/>
        <a:p>
          <a:endParaRPr lang="en-US"/>
        </a:p>
      </dgm:t>
    </dgm:pt>
    <dgm:pt modelId="{4D9063E9-E233-40A2-A442-BD282C8DC8B8}" type="pres">
      <dgm:prSet presAssocID="{82074EA0-2706-4643-85BF-23DEF16434E6}" presName="hierChild4" presStyleCnt="0"/>
      <dgm:spPr/>
    </dgm:pt>
    <dgm:pt modelId="{59410E6E-CBFD-4BC6-BCEF-7628A0711337}" type="pres">
      <dgm:prSet presAssocID="{82074EA0-2706-4643-85BF-23DEF16434E6}" presName="hierChild5" presStyleCnt="0"/>
      <dgm:spPr/>
    </dgm:pt>
    <dgm:pt modelId="{0F68DBAB-9263-4488-AA38-C7AE9177A6A5}" type="pres">
      <dgm:prSet presAssocID="{B6E3895D-7A42-46C1-8F39-E60822506D4A}" presName="Name37" presStyleLbl="parChTrans1D3" presStyleIdx="11" presStyleCnt="18"/>
      <dgm:spPr/>
      <dgm:t>
        <a:bodyPr/>
        <a:lstStyle/>
        <a:p>
          <a:endParaRPr lang="en-US"/>
        </a:p>
      </dgm:t>
    </dgm:pt>
    <dgm:pt modelId="{EB03B676-6D04-47AA-A3D0-C0775646248D}" type="pres">
      <dgm:prSet presAssocID="{B3F15E67-2602-4011-8650-301D4EC894FE}" presName="hierRoot2" presStyleCnt="0">
        <dgm:presLayoutVars>
          <dgm:hierBranch val="init"/>
        </dgm:presLayoutVars>
      </dgm:prSet>
      <dgm:spPr/>
    </dgm:pt>
    <dgm:pt modelId="{ACE1CBF3-C4D9-411D-9EE2-AA4E5EE61DB8}" type="pres">
      <dgm:prSet presAssocID="{B3F15E67-2602-4011-8650-301D4EC894FE}" presName="rootComposite" presStyleCnt="0"/>
      <dgm:spPr/>
    </dgm:pt>
    <dgm:pt modelId="{8212465E-0647-401D-8755-9B71BBF79A34}" type="pres">
      <dgm:prSet presAssocID="{B3F15E67-2602-4011-8650-301D4EC894FE}" presName="rootText" presStyleLbl="node3" presStyleIdx="11" presStyleCnt="18">
        <dgm:presLayoutVars>
          <dgm:chPref val="3"/>
        </dgm:presLayoutVars>
      </dgm:prSet>
      <dgm:spPr/>
      <dgm:t>
        <a:bodyPr/>
        <a:lstStyle/>
        <a:p>
          <a:endParaRPr lang="en-US"/>
        </a:p>
      </dgm:t>
    </dgm:pt>
    <dgm:pt modelId="{9610F2EC-3C84-44F1-B86B-750C670A4914}" type="pres">
      <dgm:prSet presAssocID="{B3F15E67-2602-4011-8650-301D4EC894FE}" presName="rootConnector" presStyleLbl="node3" presStyleIdx="11" presStyleCnt="18"/>
      <dgm:spPr/>
      <dgm:t>
        <a:bodyPr/>
        <a:lstStyle/>
        <a:p>
          <a:endParaRPr lang="en-US"/>
        </a:p>
      </dgm:t>
    </dgm:pt>
    <dgm:pt modelId="{A91BDCB5-FC5E-4546-8D6A-ADECF9A66625}" type="pres">
      <dgm:prSet presAssocID="{B3F15E67-2602-4011-8650-301D4EC894FE}" presName="hierChild4" presStyleCnt="0"/>
      <dgm:spPr/>
    </dgm:pt>
    <dgm:pt modelId="{4DE31E63-2C9A-4B01-AE97-23B37143A5F9}" type="pres">
      <dgm:prSet presAssocID="{B3F15E67-2602-4011-8650-301D4EC894FE}" presName="hierChild5" presStyleCnt="0"/>
      <dgm:spPr/>
    </dgm:pt>
    <dgm:pt modelId="{F7F93155-703B-4DA4-9C3D-690CDE934DD9}" type="pres">
      <dgm:prSet presAssocID="{977CA1A6-7363-4E76-98CF-3F73F0E1A356}" presName="Name37" presStyleLbl="parChTrans1D3" presStyleIdx="12" presStyleCnt="18"/>
      <dgm:spPr/>
      <dgm:t>
        <a:bodyPr/>
        <a:lstStyle/>
        <a:p>
          <a:endParaRPr lang="en-US"/>
        </a:p>
      </dgm:t>
    </dgm:pt>
    <dgm:pt modelId="{6CCA03DF-B734-4BE0-9DAF-4886DD018882}" type="pres">
      <dgm:prSet presAssocID="{06171111-A75E-4B9D-B858-628368138638}" presName="hierRoot2" presStyleCnt="0">
        <dgm:presLayoutVars>
          <dgm:hierBranch val="init"/>
        </dgm:presLayoutVars>
      </dgm:prSet>
      <dgm:spPr/>
    </dgm:pt>
    <dgm:pt modelId="{9DAF297A-F27E-4273-AFA0-9F40C907EE6B}" type="pres">
      <dgm:prSet presAssocID="{06171111-A75E-4B9D-B858-628368138638}" presName="rootComposite" presStyleCnt="0"/>
      <dgm:spPr/>
    </dgm:pt>
    <dgm:pt modelId="{E174571D-F0A9-4F76-BF08-0419CE3C1D25}" type="pres">
      <dgm:prSet presAssocID="{06171111-A75E-4B9D-B858-628368138638}" presName="rootText" presStyleLbl="node3" presStyleIdx="12" presStyleCnt="18">
        <dgm:presLayoutVars>
          <dgm:chPref val="3"/>
        </dgm:presLayoutVars>
      </dgm:prSet>
      <dgm:spPr/>
      <dgm:t>
        <a:bodyPr/>
        <a:lstStyle/>
        <a:p>
          <a:endParaRPr lang="en-US"/>
        </a:p>
      </dgm:t>
    </dgm:pt>
    <dgm:pt modelId="{F1D0BA2D-F96E-4350-B058-4829F2BEFF0F}" type="pres">
      <dgm:prSet presAssocID="{06171111-A75E-4B9D-B858-628368138638}" presName="rootConnector" presStyleLbl="node3" presStyleIdx="12" presStyleCnt="18"/>
      <dgm:spPr/>
      <dgm:t>
        <a:bodyPr/>
        <a:lstStyle/>
        <a:p>
          <a:endParaRPr lang="en-US"/>
        </a:p>
      </dgm:t>
    </dgm:pt>
    <dgm:pt modelId="{F3DC8A73-EBFC-4F27-9984-C8E500809AE0}" type="pres">
      <dgm:prSet presAssocID="{06171111-A75E-4B9D-B858-628368138638}" presName="hierChild4" presStyleCnt="0"/>
      <dgm:spPr/>
    </dgm:pt>
    <dgm:pt modelId="{D279DA9F-6C63-4929-88DB-30E3D3AEBFC8}" type="pres">
      <dgm:prSet presAssocID="{06171111-A75E-4B9D-B858-628368138638}" presName="hierChild5" presStyleCnt="0"/>
      <dgm:spPr/>
    </dgm:pt>
    <dgm:pt modelId="{466C2E88-B83A-45C4-A318-7D138A4E2E90}" type="pres">
      <dgm:prSet presAssocID="{B93AE651-4670-428C-84E0-2A7F54AFE18E}" presName="Name37" presStyleLbl="parChTrans1D3" presStyleIdx="13" presStyleCnt="18"/>
      <dgm:spPr/>
      <dgm:t>
        <a:bodyPr/>
        <a:lstStyle/>
        <a:p>
          <a:endParaRPr lang="en-US"/>
        </a:p>
      </dgm:t>
    </dgm:pt>
    <dgm:pt modelId="{1B79B077-5554-4298-A94E-9F926D3ADFBF}" type="pres">
      <dgm:prSet presAssocID="{1D222B14-7008-457A-B34D-08D9D6A5ABAC}" presName="hierRoot2" presStyleCnt="0">
        <dgm:presLayoutVars>
          <dgm:hierBranch val="init"/>
        </dgm:presLayoutVars>
      </dgm:prSet>
      <dgm:spPr/>
    </dgm:pt>
    <dgm:pt modelId="{663D142D-7929-4A96-981B-994A86D6A2A4}" type="pres">
      <dgm:prSet presAssocID="{1D222B14-7008-457A-B34D-08D9D6A5ABAC}" presName="rootComposite" presStyleCnt="0"/>
      <dgm:spPr/>
    </dgm:pt>
    <dgm:pt modelId="{044F0376-610C-410D-B724-A94598BA6869}" type="pres">
      <dgm:prSet presAssocID="{1D222B14-7008-457A-B34D-08D9D6A5ABAC}" presName="rootText" presStyleLbl="node3" presStyleIdx="13" presStyleCnt="18">
        <dgm:presLayoutVars>
          <dgm:chPref val="3"/>
        </dgm:presLayoutVars>
      </dgm:prSet>
      <dgm:spPr/>
      <dgm:t>
        <a:bodyPr/>
        <a:lstStyle/>
        <a:p>
          <a:endParaRPr lang="en-US"/>
        </a:p>
      </dgm:t>
    </dgm:pt>
    <dgm:pt modelId="{9548FA69-EDCB-4D32-BFF7-D9A7ACAF2339}" type="pres">
      <dgm:prSet presAssocID="{1D222B14-7008-457A-B34D-08D9D6A5ABAC}" presName="rootConnector" presStyleLbl="node3" presStyleIdx="13" presStyleCnt="18"/>
      <dgm:spPr/>
      <dgm:t>
        <a:bodyPr/>
        <a:lstStyle/>
        <a:p>
          <a:endParaRPr lang="en-US"/>
        </a:p>
      </dgm:t>
    </dgm:pt>
    <dgm:pt modelId="{FD36A120-E2E8-4668-926E-4BB2B5F2DA6D}" type="pres">
      <dgm:prSet presAssocID="{1D222B14-7008-457A-B34D-08D9D6A5ABAC}" presName="hierChild4" presStyleCnt="0"/>
      <dgm:spPr/>
    </dgm:pt>
    <dgm:pt modelId="{02BE90B8-3D26-4E1B-A9D6-8014C6B4B8A5}" type="pres">
      <dgm:prSet presAssocID="{1D222B14-7008-457A-B34D-08D9D6A5ABAC}" presName="hierChild5" presStyleCnt="0"/>
      <dgm:spPr/>
    </dgm:pt>
    <dgm:pt modelId="{25EA51A4-D14E-4FCC-B6EA-59C6997DD522}" type="pres">
      <dgm:prSet presAssocID="{A9CFC66C-0D91-4E47-8172-568375A56B71}" presName="Name37" presStyleLbl="parChTrans1D3" presStyleIdx="14" presStyleCnt="18"/>
      <dgm:spPr/>
      <dgm:t>
        <a:bodyPr/>
        <a:lstStyle/>
        <a:p>
          <a:endParaRPr lang="en-US"/>
        </a:p>
      </dgm:t>
    </dgm:pt>
    <dgm:pt modelId="{689AEDAC-3AD8-4DC3-A6DB-CB3740BA9FAC}" type="pres">
      <dgm:prSet presAssocID="{15C9FDA5-C9C6-43E3-A617-849ADBD94A6B}" presName="hierRoot2" presStyleCnt="0">
        <dgm:presLayoutVars>
          <dgm:hierBranch val="init"/>
        </dgm:presLayoutVars>
      </dgm:prSet>
      <dgm:spPr/>
    </dgm:pt>
    <dgm:pt modelId="{E7CE1121-CD9D-4C8B-8C3C-940C74F6141A}" type="pres">
      <dgm:prSet presAssocID="{15C9FDA5-C9C6-43E3-A617-849ADBD94A6B}" presName="rootComposite" presStyleCnt="0"/>
      <dgm:spPr/>
    </dgm:pt>
    <dgm:pt modelId="{278C89B8-7A95-49AB-856C-3D060D968840}" type="pres">
      <dgm:prSet presAssocID="{15C9FDA5-C9C6-43E3-A617-849ADBD94A6B}" presName="rootText" presStyleLbl="node3" presStyleIdx="14" presStyleCnt="18">
        <dgm:presLayoutVars>
          <dgm:chPref val="3"/>
        </dgm:presLayoutVars>
      </dgm:prSet>
      <dgm:spPr/>
      <dgm:t>
        <a:bodyPr/>
        <a:lstStyle/>
        <a:p>
          <a:endParaRPr lang="en-US"/>
        </a:p>
      </dgm:t>
    </dgm:pt>
    <dgm:pt modelId="{1CC52E60-3350-409D-AD2E-8CB19DCE9D19}" type="pres">
      <dgm:prSet presAssocID="{15C9FDA5-C9C6-43E3-A617-849ADBD94A6B}" presName="rootConnector" presStyleLbl="node3" presStyleIdx="14" presStyleCnt="18"/>
      <dgm:spPr/>
      <dgm:t>
        <a:bodyPr/>
        <a:lstStyle/>
        <a:p>
          <a:endParaRPr lang="en-US"/>
        </a:p>
      </dgm:t>
    </dgm:pt>
    <dgm:pt modelId="{8736B551-13C4-4E27-9329-DAD373045933}" type="pres">
      <dgm:prSet presAssocID="{15C9FDA5-C9C6-43E3-A617-849ADBD94A6B}" presName="hierChild4" presStyleCnt="0"/>
      <dgm:spPr/>
    </dgm:pt>
    <dgm:pt modelId="{4338D18C-35CD-402D-AB3F-89FECD44A186}" type="pres">
      <dgm:prSet presAssocID="{15C9FDA5-C9C6-43E3-A617-849ADBD94A6B}" presName="hierChild5" presStyleCnt="0"/>
      <dgm:spPr/>
    </dgm:pt>
    <dgm:pt modelId="{C1C8615A-6B5E-4CBF-A813-2362F27657F0}" type="pres">
      <dgm:prSet presAssocID="{49D1B44F-F2F1-4F56-884F-89805EDB0EE5}" presName="hierChild5" presStyleCnt="0"/>
      <dgm:spPr/>
    </dgm:pt>
    <dgm:pt modelId="{6E7941BE-5A7D-4C6F-976A-690B15DA11F1}" type="pres">
      <dgm:prSet presAssocID="{1F1470DE-8985-4AC7-BB3A-0332D1C52C1A}" presName="Name37" presStyleLbl="parChTrans1D2" presStyleIdx="3" presStyleCnt="4"/>
      <dgm:spPr/>
      <dgm:t>
        <a:bodyPr/>
        <a:lstStyle/>
        <a:p>
          <a:endParaRPr lang="en-US"/>
        </a:p>
      </dgm:t>
    </dgm:pt>
    <dgm:pt modelId="{E8BC4873-EAAA-4024-BB08-E462E7E9534A}" type="pres">
      <dgm:prSet presAssocID="{7F19F876-4812-4661-AF48-4EB9201DD0B6}" presName="hierRoot2" presStyleCnt="0">
        <dgm:presLayoutVars>
          <dgm:hierBranch val="init"/>
        </dgm:presLayoutVars>
      </dgm:prSet>
      <dgm:spPr/>
    </dgm:pt>
    <dgm:pt modelId="{391D131B-6492-4027-86B2-1636B88EEA6A}" type="pres">
      <dgm:prSet presAssocID="{7F19F876-4812-4661-AF48-4EB9201DD0B6}" presName="rootComposite" presStyleCnt="0"/>
      <dgm:spPr/>
    </dgm:pt>
    <dgm:pt modelId="{095AD9D2-B132-46AA-A9C1-B9135EA8951D}" type="pres">
      <dgm:prSet presAssocID="{7F19F876-4812-4661-AF48-4EB9201DD0B6}" presName="rootText" presStyleLbl="node2" presStyleIdx="3" presStyleCnt="4" custScaleX="138501">
        <dgm:presLayoutVars>
          <dgm:chPref val="3"/>
        </dgm:presLayoutVars>
      </dgm:prSet>
      <dgm:spPr/>
      <dgm:t>
        <a:bodyPr/>
        <a:lstStyle/>
        <a:p>
          <a:endParaRPr lang="en-US"/>
        </a:p>
      </dgm:t>
    </dgm:pt>
    <dgm:pt modelId="{6DFB78F9-AD17-4E3F-BA5A-B880AE5D9C2A}" type="pres">
      <dgm:prSet presAssocID="{7F19F876-4812-4661-AF48-4EB9201DD0B6}" presName="rootConnector" presStyleLbl="node2" presStyleIdx="3" presStyleCnt="4"/>
      <dgm:spPr/>
      <dgm:t>
        <a:bodyPr/>
        <a:lstStyle/>
        <a:p>
          <a:endParaRPr lang="en-US"/>
        </a:p>
      </dgm:t>
    </dgm:pt>
    <dgm:pt modelId="{15D33EBB-F7F2-4253-9C34-C3784EAAD180}" type="pres">
      <dgm:prSet presAssocID="{7F19F876-4812-4661-AF48-4EB9201DD0B6}" presName="hierChild4" presStyleCnt="0"/>
      <dgm:spPr/>
    </dgm:pt>
    <dgm:pt modelId="{23BE2010-FB21-46A9-A7B5-F37D4F52C308}" type="pres">
      <dgm:prSet presAssocID="{56F9109E-B7A8-44D0-9DAE-B388B61192ED}" presName="Name37" presStyleLbl="parChTrans1D3" presStyleIdx="15" presStyleCnt="18"/>
      <dgm:spPr/>
      <dgm:t>
        <a:bodyPr/>
        <a:lstStyle/>
        <a:p>
          <a:endParaRPr lang="en-US"/>
        </a:p>
      </dgm:t>
    </dgm:pt>
    <dgm:pt modelId="{4EC7E2F1-55F0-4EA8-B2BB-88E223794A9B}" type="pres">
      <dgm:prSet presAssocID="{BF2E0ECC-8996-4366-8081-314D80C9D2D6}" presName="hierRoot2" presStyleCnt="0">
        <dgm:presLayoutVars>
          <dgm:hierBranch val="init"/>
        </dgm:presLayoutVars>
      </dgm:prSet>
      <dgm:spPr/>
    </dgm:pt>
    <dgm:pt modelId="{9423E205-D253-453F-B527-357C838E8A98}" type="pres">
      <dgm:prSet presAssocID="{BF2E0ECC-8996-4366-8081-314D80C9D2D6}" presName="rootComposite" presStyleCnt="0"/>
      <dgm:spPr/>
    </dgm:pt>
    <dgm:pt modelId="{3B6D76D1-6F65-40AD-B6B1-C03AB44949A3}" type="pres">
      <dgm:prSet presAssocID="{BF2E0ECC-8996-4366-8081-314D80C9D2D6}" presName="rootText" presStyleLbl="node3" presStyleIdx="15" presStyleCnt="18">
        <dgm:presLayoutVars>
          <dgm:chPref val="3"/>
        </dgm:presLayoutVars>
      </dgm:prSet>
      <dgm:spPr/>
      <dgm:t>
        <a:bodyPr/>
        <a:lstStyle/>
        <a:p>
          <a:endParaRPr lang="en-US"/>
        </a:p>
      </dgm:t>
    </dgm:pt>
    <dgm:pt modelId="{37D72A4D-7F57-48D3-B458-1F46C12AD812}" type="pres">
      <dgm:prSet presAssocID="{BF2E0ECC-8996-4366-8081-314D80C9D2D6}" presName="rootConnector" presStyleLbl="node3" presStyleIdx="15" presStyleCnt="18"/>
      <dgm:spPr/>
      <dgm:t>
        <a:bodyPr/>
        <a:lstStyle/>
        <a:p>
          <a:endParaRPr lang="en-US"/>
        </a:p>
      </dgm:t>
    </dgm:pt>
    <dgm:pt modelId="{127DAD30-BAAE-4C99-BA3F-518355307BC8}" type="pres">
      <dgm:prSet presAssocID="{BF2E0ECC-8996-4366-8081-314D80C9D2D6}" presName="hierChild4" presStyleCnt="0"/>
      <dgm:spPr/>
    </dgm:pt>
    <dgm:pt modelId="{C99177CC-34A7-4972-B5CD-357AD10A7211}" type="pres">
      <dgm:prSet presAssocID="{BF2E0ECC-8996-4366-8081-314D80C9D2D6}" presName="hierChild5" presStyleCnt="0"/>
      <dgm:spPr/>
    </dgm:pt>
    <dgm:pt modelId="{DF17E617-E3A3-433E-A09D-41FBDC9B887C}" type="pres">
      <dgm:prSet presAssocID="{F363DB60-30B9-44B0-8798-E71A7490AA84}" presName="Name37" presStyleLbl="parChTrans1D3" presStyleIdx="16" presStyleCnt="18"/>
      <dgm:spPr/>
      <dgm:t>
        <a:bodyPr/>
        <a:lstStyle/>
        <a:p>
          <a:endParaRPr lang="en-US"/>
        </a:p>
      </dgm:t>
    </dgm:pt>
    <dgm:pt modelId="{A048DB13-0A26-4C05-B0EF-76E69B26C6D3}" type="pres">
      <dgm:prSet presAssocID="{4BC8E632-A272-474C-97C8-FFEB59FF34B8}" presName="hierRoot2" presStyleCnt="0">
        <dgm:presLayoutVars>
          <dgm:hierBranch val="init"/>
        </dgm:presLayoutVars>
      </dgm:prSet>
      <dgm:spPr/>
    </dgm:pt>
    <dgm:pt modelId="{B725CC0A-F8C7-4504-B34B-5476E2DE95D8}" type="pres">
      <dgm:prSet presAssocID="{4BC8E632-A272-474C-97C8-FFEB59FF34B8}" presName="rootComposite" presStyleCnt="0"/>
      <dgm:spPr/>
    </dgm:pt>
    <dgm:pt modelId="{5055E6FE-7B9B-4F11-BFA1-90398978AE33}" type="pres">
      <dgm:prSet presAssocID="{4BC8E632-A272-474C-97C8-FFEB59FF34B8}" presName="rootText" presStyleLbl="node3" presStyleIdx="16" presStyleCnt="18">
        <dgm:presLayoutVars>
          <dgm:chPref val="3"/>
        </dgm:presLayoutVars>
      </dgm:prSet>
      <dgm:spPr/>
      <dgm:t>
        <a:bodyPr/>
        <a:lstStyle/>
        <a:p>
          <a:endParaRPr lang="en-US"/>
        </a:p>
      </dgm:t>
    </dgm:pt>
    <dgm:pt modelId="{5417D0AA-65A0-4E63-9780-F436A461B961}" type="pres">
      <dgm:prSet presAssocID="{4BC8E632-A272-474C-97C8-FFEB59FF34B8}" presName="rootConnector" presStyleLbl="node3" presStyleIdx="16" presStyleCnt="18"/>
      <dgm:spPr/>
      <dgm:t>
        <a:bodyPr/>
        <a:lstStyle/>
        <a:p>
          <a:endParaRPr lang="en-US"/>
        </a:p>
      </dgm:t>
    </dgm:pt>
    <dgm:pt modelId="{F02F37DF-7FFF-40B6-82AF-40362E9D0728}" type="pres">
      <dgm:prSet presAssocID="{4BC8E632-A272-474C-97C8-FFEB59FF34B8}" presName="hierChild4" presStyleCnt="0"/>
      <dgm:spPr/>
    </dgm:pt>
    <dgm:pt modelId="{C77E306A-425A-4EEE-A756-0FD69A76F272}" type="pres">
      <dgm:prSet presAssocID="{4BC8E632-A272-474C-97C8-FFEB59FF34B8}" presName="hierChild5" presStyleCnt="0"/>
      <dgm:spPr/>
    </dgm:pt>
    <dgm:pt modelId="{9840ADED-5353-49F7-841C-52B65B70E828}" type="pres">
      <dgm:prSet presAssocID="{D73A4E5A-AEEF-455B-B502-FE7C03830015}" presName="Name37" presStyleLbl="parChTrans1D3" presStyleIdx="17" presStyleCnt="18"/>
      <dgm:spPr/>
      <dgm:t>
        <a:bodyPr/>
        <a:lstStyle/>
        <a:p>
          <a:endParaRPr lang="en-US"/>
        </a:p>
      </dgm:t>
    </dgm:pt>
    <dgm:pt modelId="{C3C686F7-0B0C-4230-A30E-91A6B5B71919}" type="pres">
      <dgm:prSet presAssocID="{619FBE2F-F03C-4355-9C0F-00BC3DF6090A}" presName="hierRoot2" presStyleCnt="0">
        <dgm:presLayoutVars>
          <dgm:hierBranch val="init"/>
        </dgm:presLayoutVars>
      </dgm:prSet>
      <dgm:spPr/>
    </dgm:pt>
    <dgm:pt modelId="{55E64234-5E94-4265-ADEB-5BCDB87B46A1}" type="pres">
      <dgm:prSet presAssocID="{619FBE2F-F03C-4355-9C0F-00BC3DF6090A}" presName="rootComposite" presStyleCnt="0"/>
      <dgm:spPr/>
    </dgm:pt>
    <dgm:pt modelId="{941964F1-B1D4-478A-A7AE-AA5C621659EC}" type="pres">
      <dgm:prSet presAssocID="{619FBE2F-F03C-4355-9C0F-00BC3DF6090A}" presName="rootText" presStyleLbl="node3" presStyleIdx="17" presStyleCnt="18">
        <dgm:presLayoutVars>
          <dgm:chPref val="3"/>
        </dgm:presLayoutVars>
      </dgm:prSet>
      <dgm:spPr/>
      <dgm:t>
        <a:bodyPr/>
        <a:lstStyle/>
        <a:p>
          <a:endParaRPr lang="en-US"/>
        </a:p>
      </dgm:t>
    </dgm:pt>
    <dgm:pt modelId="{65F2B388-556F-4E85-881C-848060E77632}" type="pres">
      <dgm:prSet presAssocID="{619FBE2F-F03C-4355-9C0F-00BC3DF6090A}" presName="rootConnector" presStyleLbl="node3" presStyleIdx="17" presStyleCnt="18"/>
      <dgm:spPr/>
      <dgm:t>
        <a:bodyPr/>
        <a:lstStyle/>
        <a:p>
          <a:endParaRPr lang="en-US"/>
        </a:p>
      </dgm:t>
    </dgm:pt>
    <dgm:pt modelId="{BEC9A011-B39A-42A2-BD40-B6125A9CFACB}" type="pres">
      <dgm:prSet presAssocID="{619FBE2F-F03C-4355-9C0F-00BC3DF6090A}" presName="hierChild4" presStyleCnt="0"/>
      <dgm:spPr/>
    </dgm:pt>
    <dgm:pt modelId="{DDD754DE-B68C-4FCE-B6DE-9DA0C81CE87A}" type="pres">
      <dgm:prSet presAssocID="{619FBE2F-F03C-4355-9C0F-00BC3DF6090A}" presName="hierChild5" presStyleCnt="0"/>
      <dgm:spPr/>
    </dgm:pt>
    <dgm:pt modelId="{5E2E33AB-3C07-498A-AD45-BB77522BC625}" type="pres">
      <dgm:prSet presAssocID="{7F19F876-4812-4661-AF48-4EB9201DD0B6}" presName="hierChild5" presStyleCnt="0"/>
      <dgm:spPr/>
    </dgm:pt>
    <dgm:pt modelId="{D3864E61-58DA-4C4C-9562-11FE5452223D}" type="pres">
      <dgm:prSet presAssocID="{035BA08D-69B2-46D4-8CA0-AB32D0038E0A}" presName="hierChild3" presStyleCnt="0"/>
      <dgm:spPr/>
    </dgm:pt>
  </dgm:ptLst>
  <dgm:cxnLst>
    <dgm:cxn modelId="{04E38A26-1713-4D3D-A0BA-A244946ADA1D}" type="presOf" srcId="{1D222B14-7008-457A-B34D-08D9D6A5ABAC}" destId="{9548FA69-EDCB-4D32-BFF7-D9A7ACAF2339}" srcOrd="1" destOrd="0" presId="urn:microsoft.com/office/officeart/2005/8/layout/orgChart1"/>
    <dgm:cxn modelId="{588E4637-6D47-4070-A7DC-4E1D28743E29}" srcId="{035BA08D-69B2-46D4-8CA0-AB32D0038E0A}" destId="{49D1B44F-F2F1-4F56-884F-89805EDB0EE5}" srcOrd="2" destOrd="0" parTransId="{8109E4B6-0531-4039-95C9-E595B1F857E5}" sibTransId="{5966E0D9-6FCD-47F3-9665-04530E5FF4E2}"/>
    <dgm:cxn modelId="{F0C33520-601E-42B1-8E3D-D8FC69F749A1}" srcId="{83C923AC-40B4-436C-8908-08F48F3C5579}" destId="{03589B3E-FFB8-461D-92C2-A7FEA9DB172B}" srcOrd="3" destOrd="0" parTransId="{A83EF7AC-8972-4EC2-B739-F19368374C22}" sibTransId="{986252AF-FFFE-4637-AE7F-30A04A18EEA5}"/>
    <dgm:cxn modelId="{91F894B9-DCED-4B6A-A16D-B56137ACF49A}" type="presOf" srcId="{3E9F4723-B5D6-40BF-A89F-60F27746CA2F}" destId="{F2F48983-C0C2-45D5-BA84-F286996C497F}" srcOrd="0" destOrd="0" presId="urn:microsoft.com/office/officeart/2005/8/layout/orgChart1"/>
    <dgm:cxn modelId="{919452E2-AF80-4CA3-9A88-D742B9D84A4C}" type="presOf" srcId="{83C923AC-40B4-436C-8908-08F48F3C5579}" destId="{1F27DFEC-40F6-405C-B756-61EEB36BA6D1}" srcOrd="0" destOrd="0" presId="urn:microsoft.com/office/officeart/2005/8/layout/orgChart1"/>
    <dgm:cxn modelId="{55247F7B-C8EE-4D51-AE9B-4027EAF7E460}" type="presOf" srcId="{B3F15E67-2602-4011-8650-301D4EC894FE}" destId="{9610F2EC-3C84-44F1-B86B-750C670A4914}" srcOrd="1" destOrd="0" presId="urn:microsoft.com/office/officeart/2005/8/layout/orgChart1"/>
    <dgm:cxn modelId="{5560DD3B-7DDF-4815-8831-68B3DEF74E91}" srcId="{5D43E2DC-5414-4C89-A1AC-5E4E4DB078C9}" destId="{2A629FC4-9D4C-47CE-8E5E-87EFBD47434A}" srcOrd="0" destOrd="0" parTransId="{84F7C2F4-6459-4723-A736-4FD0400D7B6F}" sibTransId="{8C9CCA4E-EAB7-41D1-96E5-F6D15F612B6F}"/>
    <dgm:cxn modelId="{04567CC6-C682-454D-A86B-B872D0F0E6D7}" type="presOf" srcId="{8BABB501-A1EC-4C7A-82E2-11A4489CA718}" destId="{9EBC896A-91E0-45CB-A4E7-2E55A231CCC6}" srcOrd="1" destOrd="0" presId="urn:microsoft.com/office/officeart/2005/8/layout/orgChart1"/>
    <dgm:cxn modelId="{EE16020D-930D-40CE-B33E-4420EB832A84}" type="presOf" srcId="{BF2E0ECC-8996-4366-8081-314D80C9D2D6}" destId="{37D72A4D-7F57-48D3-B458-1F46C12AD812}" srcOrd="1" destOrd="0" presId="urn:microsoft.com/office/officeart/2005/8/layout/orgChart1"/>
    <dgm:cxn modelId="{3606E1AC-CCCE-4569-A124-DD8131C3F04E}" srcId="{49D1B44F-F2F1-4F56-884F-89805EDB0EE5}" destId="{82074EA0-2706-4643-85BF-23DEF16434E6}" srcOrd="0" destOrd="0" parTransId="{3EFB60D5-A818-476B-BD4A-DC53AB41F97E}" sibTransId="{985AEC99-B5C4-4AAE-A171-1A63D89AB3EF}"/>
    <dgm:cxn modelId="{A84814CE-9839-4465-AD63-F777D5321FCC}" type="presOf" srcId="{8BABB501-A1EC-4C7A-82E2-11A4489CA718}" destId="{FB1987D2-9A29-4071-BC41-027C33AA343A}" srcOrd="0" destOrd="0" presId="urn:microsoft.com/office/officeart/2005/8/layout/orgChart1"/>
    <dgm:cxn modelId="{2B05CAC4-DEF1-436A-83D9-C6750D5C6BCA}" srcId="{49D1B44F-F2F1-4F56-884F-89805EDB0EE5}" destId="{1D222B14-7008-457A-B34D-08D9D6A5ABAC}" srcOrd="3" destOrd="0" parTransId="{B93AE651-4670-428C-84E0-2A7F54AFE18E}" sibTransId="{F3A56EB5-3522-40B5-B3AE-AAE0F8751C3A}"/>
    <dgm:cxn modelId="{9DDA3277-D911-4E71-AD84-5FD2169D3ED9}" srcId="{49D1B44F-F2F1-4F56-884F-89805EDB0EE5}" destId="{B3F15E67-2602-4011-8650-301D4EC894FE}" srcOrd="1" destOrd="0" parTransId="{B6E3895D-7A42-46C1-8F39-E60822506D4A}" sibTransId="{2C8F71F5-FB88-44AC-83B7-4D73BCCD4108}"/>
    <dgm:cxn modelId="{9C104F0D-9A31-4F81-9B00-05C1E183C4B7}" type="presOf" srcId="{8BA77E8A-A72C-4780-9B69-926BE845E686}" destId="{E27F458F-AE24-4FA7-ADDE-8D5141C015E9}" srcOrd="0" destOrd="0" presId="urn:microsoft.com/office/officeart/2005/8/layout/orgChart1"/>
    <dgm:cxn modelId="{AA52967F-8B48-4A85-B4A7-B90E85BC73FA}" type="presOf" srcId="{BF2E0ECC-8996-4366-8081-314D80C9D2D6}" destId="{3B6D76D1-6F65-40AD-B6B1-C03AB44949A3}" srcOrd="0" destOrd="0" presId="urn:microsoft.com/office/officeart/2005/8/layout/orgChart1"/>
    <dgm:cxn modelId="{D12C312A-444B-4B9B-ADC5-7417DC68E5CB}" type="presOf" srcId="{49D1B44F-F2F1-4F56-884F-89805EDB0EE5}" destId="{15170862-1240-4BB8-B1F1-5468957379E0}" srcOrd="1" destOrd="0" presId="urn:microsoft.com/office/officeart/2005/8/layout/orgChart1"/>
    <dgm:cxn modelId="{3C0B1891-0ED0-4DD7-981C-8C6450CEE7AE}" type="presOf" srcId="{7F19F876-4812-4661-AF48-4EB9201DD0B6}" destId="{095AD9D2-B132-46AA-A9C1-B9135EA8951D}" srcOrd="0" destOrd="0" presId="urn:microsoft.com/office/officeart/2005/8/layout/orgChart1"/>
    <dgm:cxn modelId="{15F76B26-6119-480D-8526-AD21137F63EB}" type="presOf" srcId="{03589B3E-FFB8-461D-92C2-A7FEA9DB172B}" destId="{15404C55-6104-4FCA-82DC-717BBFFA72CB}" srcOrd="1" destOrd="0" presId="urn:microsoft.com/office/officeart/2005/8/layout/orgChart1"/>
    <dgm:cxn modelId="{351E2FD4-3C34-4599-A840-A9059E9019E9}" type="presOf" srcId="{3739C0E5-24C1-4A55-AEFE-721D6D9DEE5E}" destId="{9C6C18FD-0CA6-40D9-8FA8-DE1199537048}" srcOrd="1" destOrd="0" presId="urn:microsoft.com/office/officeart/2005/8/layout/orgChart1"/>
    <dgm:cxn modelId="{B92D3D18-2A47-4C21-B702-5549AFF70D09}" type="presOf" srcId="{14982255-C33A-416D-989B-79B3441F2E34}" destId="{B3F89F38-6B4D-430B-807F-358E6359835E}" srcOrd="0" destOrd="0" presId="urn:microsoft.com/office/officeart/2005/8/layout/orgChart1"/>
    <dgm:cxn modelId="{36AD7FB8-5B9D-4902-9143-ABBBEA9561F2}" type="presOf" srcId="{E9C5E8B1-6F02-4090-B6C5-85748A4661E8}" destId="{AEA6A7CF-6F88-469D-846C-3EE070A776E4}" srcOrd="0" destOrd="0" presId="urn:microsoft.com/office/officeart/2005/8/layout/orgChart1"/>
    <dgm:cxn modelId="{F177875F-91B1-4A14-B709-B13F1ADC5584}" srcId="{49D1B44F-F2F1-4F56-884F-89805EDB0EE5}" destId="{15C9FDA5-C9C6-43E3-A617-849ADBD94A6B}" srcOrd="4" destOrd="0" parTransId="{A9CFC66C-0D91-4E47-8172-568375A56B71}" sibTransId="{9442D41E-622A-4A40-9A3C-27F8EF66A1CE}"/>
    <dgm:cxn modelId="{E39C9A51-3DA3-4DD5-8CD8-AA1C4352DB4D}" type="presOf" srcId="{2A629FC4-9D4C-47CE-8E5E-87EFBD47434A}" destId="{A95C8DC4-904A-4DE2-A4AE-ECB7FA24B5C7}" srcOrd="1" destOrd="0" presId="urn:microsoft.com/office/officeart/2005/8/layout/orgChart1"/>
    <dgm:cxn modelId="{693CA9B6-099C-4C5F-B579-70DFAF17F897}" type="presOf" srcId="{B6FE4B45-F3CB-4BC4-9E1A-353FF5C7F6FA}" destId="{400D721E-EE6D-4D84-853F-3D124F63BD5C}" srcOrd="1" destOrd="0" presId="urn:microsoft.com/office/officeart/2005/8/layout/orgChart1"/>
    <dgm:cxn modelId="{729089D7-AB0A-4752-A545-941844505D14}" srcId="{D688DD56-CF97-41E6-8CF2-DA9AA5B6E330}" destId="{035BA08D-69B2-46D4-8CA0-AB32D0038E0A}" srcOrd="0" destOrd="0" parTransId="{062A66E9-ED5A-491A-908C-4D6C2BAB60AE}" sibTransId="{D215E109-74D8-4C2B-913B-6E5B1392F5EE}"/>
    <dgm:cxn modelId="{DF1BBE6B-F691-435F-A1C9-ADF788CFCC10}" type="presOf" srcId="{DF5ED055-938E-40DD-8F3E-DC7B0F7079B8}" destId="{631CF122-686B-4F3B-A029-BFA3980CCD5E}" srcOrd="0" destOrd="0" presId="urn:microsoft.com/office/officeart/2005/8/layout/orgChart1"/>
    <dgm:cxn modelId="{9B4D832F-8BA4-4ED9-AF0E-BFFEC8D0BBB7}" type="presOf" srcId="{16B5ECBE-CD4F-4D54-81C7-C665EC7F958C}" destId="{5758FD1B-EC26-4260-9616-E7370CA5234D}" srcOrd="0" destOrd="0" presId="urn:microsoft.com/office/officeart/2005/8/layout/orgChart1"/>
    <dgm:cxn modelId="{D4313587-799B-4791-ACF5-9E18A21DE07E}" srcId="{49D1B44F-F2F1-4F56-884F-89805EDB0EE5}" destId="{06171111-A75E-4B9D-B858-628368138638}" srcOrd="2" destOrd="0" parTransId="{977CA1A6-7363-4E76-98CF-3F73F0E1A356}" sibTransId="{FD9D3361-87D0-4C08-BFC5-76E77803D199}"/>
    <dgm:cxn modelId="{C9B4BDB9-84F8-425A-94E5-CA14E4700A98}" srcId="{7F19F876-4812-4661-AF48-4EB9201DD0B6}" destId="{4BC8E632-A272-474C-97C8-FFEB59FF34B8}" srcOrd="1" destOrd="0" parTransId="{F363DB60-30B9-44B0-8798-E71A7490AA84}" sibTransId="{401842C4-014B-4CAA-84B5-A3AA1C39CA80}"/>
    <dgm:cxn modelId="{CF1A9FD2-4CA0-46C7-B663-A8BDB4648B58}" type="presOf" srcId="{7F19F876-4812-4661-AF48-4EB9201DD0B6}" destId="{6DFB78F9-AD17-4E3F-BA5A-B880AE5D9C2A}" srcOrd="1" destOrd="0" presId="urn:microsoft.com/office/officeart/2005/8/layout/orgChart1"/>
    <dgm:cxn modelId="{10F392B0-461F-483E-9947-3762A0246710}" type="presOf" srcId="{06171111-A75E-4B9D-B858-628368138638}" destId="{E174571D-F0A9-4F76-BF08-0419CE3C1D25}" srcOrd="0" destOrd="0" presId="urn:microsoft.com/office/officeart/2005/8/layout/orgChart1"/>
    <dgm:cxn modelId="{9A02142B-1D4A-41DF-98EB-BAA7DC798DB7}" type="presOf" srcId="{28705690-4BF6-4AD2-9D21-18A16B3D014D}" destId="{34A83109-7F1A-4973-A4C1-1AEAF2F30041}" srcOrd="1" destOrd="0" presId="urn:microsoft.com/office/officeart/2005/8/layout/orgChart1"/>
    <dgm:cxn modelId="{3CCBE7E0-4DFF-4C32-9677-1ABD8D3A51C5}" type="presOf" srcId="{B93AE651-4670-428C-84E0-2A7F54AFE18E}" destId="{466C2E88-B83A-45C4-A318-7D138A4E2E90}" srcOrd="0" destOrd="0" presId="urn:microsoft.com/office/officeart/2005/8/layout/orgChart1"/>
    <dgm:cxn modelId="{3C125F21-7B32-4308-8FE5-6D8F5D64837F}" type="presOf" srcId="{51F483C5-26CF-4E5A-BB3C-B097F4562D87}" destId="{052C58BD-C18C-4F1A-BDD2-FADF896A1100}" srcOrd="0" destOrd="0" presId="urn:microsoft.com/office/officeart/2005/8/layout/orgChart1"/>
    <dgm:cxn modelId="{990F2C2F-6FCA-46C2-A573-773C77AFA1CD}" type="presOf" srcId="{4BC8E632-A272-474C-97C8-FFEB59FF34B8}" destId="{5417D0AA-65A0-4E63-9780-F436A461B961}" srcOrd="1" destOrd="0" presId="urn:microsoft.com/office/officeart/2005/8/layout/orgChart1"/>
    <dgm:cxn modelId="{F5B2FC94-5479-482C-B4D3-F0A36F3929D7}" type="presOf" srcId="{06171111-A75E-4B9D-B858-628368138638}" destId="{F1D0BA2D-F96E-4350-B058-4829F2BEFF0F}" srcOrd="1" destOrd="0" presId="urn:microsoft.com/office/officeart/2005/8/layout/orgChart1"/>
    <dgm:cxn modelId="{974A8497-5855-4FBE-9EC9-DD9A9C7694BC}" type="presOf" srcId="{4BC8E632-A272-474C-97C8-FFEB59FF34B8}" destId="{5055E6FE-7B9B-4F11-BFA1-90398978AE33}" srcOrd="0" destOrd="0" presId="urn:microsoft.com/office/officeart/2005/8/layout/orgChart1"/>
    <dgm:cxn modelId="{43032F3A-E750-4AC2-A6B0-2BDF5DF6393E}" type="presOf" srcId="{035BA08D-69B2-46D4-8CA0-AB32D0038E0A}" destId="{D09B92D6-4A8F-41DE-85E0-3DEF3BF15B12}" srcOrd="0" destOrd="0" presId="urn:microsoft.com/office/officeart/2005/8/layout/orgChart1"/>
    <dgm:cxn modelId="{2FF26FA6-5586-41F8-80E4-B1EA328209AB}" srcId="{5D43E2DC-5414-4C89-A1AC-5E4E4DB078C9}" destId="{28705690-4BF6-4AD2-9D21-18A16B3D014D}" srcOrd="1" destOrd="0" parTransId="{51F483C5-26CF-4E5A-BB3C-B097F4562D87}" sibTransId="{6635AF78-F0CB-4F24-9BE3-0E9D79376544}"/>
    <dgm:cxn modelId="{21AA28C3-7D46-490B-BD1D-BF055DC8AA73}" srcId="{5D43E2DC-5414-4C89-A1AC-5E4E4DB078C9}" destId="{B6FE4B45-F3CB-4BC4-9E1A-353FF5C7F6FA}" srcOrd="3" destOrd="0" parTransId="{C197151C-2823-4CB5-80BA-749CDE58A071}" sibTransId="{2E5323DA-5B2B-44FF-9EA6-F789D21E8D8A}"/>
    <dgm:cxn modelId="{017689F2-B102-48EE-9FAA-13D29EA104A5}" type="presOf" srcId="{A83EF7AC-8972-4EC2-B739-F19368374C22}" destId="{05F34624-6F72-44F9-A2A7-AE852B6434EB}" srcOrd="0" destOrd="0" presId="urn:microsoft.com/office/officeart/2005/8/layout/orgChart1"/>
    <dgm:cxn modelId="{3120358E-552B-4563-B8E9-C31DF3C627BC}" type="presOf" srcId="{17DED7B9-3917-446F-9333-6D42AC944490}" destId="{72AFC9A2-102A-4309-9800-E5F12F171BF7}" srcOrd="0" destOrd="0" presId="urn:microsoft.com/office/officeart/2005/8/layout/orgChart1"/>
    <dgm:cxn modelId="{48227630-A50C-475B-9E04-33950B9A06AF}" type="presOf" srcId="{035BA08D-69B2-46D4-8CA0-AB32D0038E0A}" destId="{8D334ACE-A2F5-497C-B361-07AAF4A8EFF8}" srcOrd="1" destOrd="0" presId="urn:microsoft.com/office/officeart/2005/8/layout/orgChart1"/>
    <dgm:cxn modelId="{ED94EA03-9A7C-435A-9FB6-E5A9EEECA45A}" type="presOf" srcId="{82074EA0-2706-4643-85BF-23DEF16434E6}" destId="{884D849A-8ACC-4404-8396-441C223096FC}" srcOrd="1" destOrd="0" presId="urn:microsoft.com/office/officeart/2005/8/layout/orgChart1"/>
    <dgm:cxn modelId="{41800883-C4C7-4B8A-B978-E8FBEC114E5A}" type="presOf" srcId="{55EBC818-65CA-4167-A41A-153292CEC3FB}" destId="{3C80E04D-0772-4A8E-B1D2-AEBEAF143763}" srcOrd="1" destOrd="0" presId="urn:microsoft.com/office/officeart/2005/8/layout/orgChart1"/>
    <dgm:cxn modelId="{B6F0EFA8-C6A0-4855-89A9-FC87E8ACEDF5}" type="presOf" srcId="{03589B3E-FFB8-461D-92C2-A7FEA9DB172B}" destId="{441BC85B-00B9-4D23-88F4-F2DDF2BEE454}" srcOrd="0" destOrd="0" presId="urn:microsoft.com/office/officeart/2005/8/layout/orgChart1"/>
    <dgm:cxn modelId="{F8458A45-13BA-4CDD-A7B1-9A511C7836D9}" type="presOf" srcId="{C197151C-2823-4CB5-80BA-749CDE58A071}" destId="{DBD1298E-8899-4AD1-AEF9-FB743C0C2955}" srcOrd="0" destOrd="0" presId="urn:microsoft.com/office/officeart/2005/8/layout/orgChart1"/>
    <dgm:cxn modelId="{A32DFF0B-28FB-4787-8B49-2B4DA7A718CD}" type="presOf" srcId="{619FBE2F-F03C-4355-9C0F-00BC3DF6090A}" destId="{65F2B388-556F-4E85-881C-848060E77632}" srcOrd="1" destOrd="0" presId="urn:microsoft.com/office/officeart/2005/8/layout/orgChart1"/>
    <dgm:cxn modelId="{A923CA7C-C8C8-4750-9531-7DA4913FB42C}" type="presOf" srcId="{68193BF2-7CA3-44DD-9113-C2A86EBF50EF}" destId="{C52644FB-A2DB-41B0-A82B-6A0A13660E22}" srcOrd="0" destOrd="0" presId="urn:microsoft.com/office/officeart/2005/8/layout/orgChart1"/>
    <dgm:cxn modelId="{C46D6DCF-ED7D-4FF9-AB68-B6E6990D383D}" type="presOf" srcId="{15C9FDA5-C9C6-43E3-A617-849ADBD94A6B}" destId="{1CC52E60-3350-409D-AD2E-8CB19DCE9D19}" srcOrd="1" destOrd="0" presId="urn:microsoft.com/office/officeart/2005/8/layout/orgChart1"/>
    <dgm:cxn modelId="{9E586AA1-F707-4F2B-A5C4-24F8CD5AC6CE}" srcId="{7F19F876-4812-4661-AF48-4EB9201DD0B6}" destId="{BF2E0ECC-8996-4366-8081-314D80C9D2D6}" srcOrd="0" destOrd="0" parTransId="{56F9109E-B7A8-44D0-9DAE-B388B61192ED}" sibTransId="{C4D278A6-2F74-40E9-8241-6D8DE27497BE}"/>
    <dgm:cxn modelId="{C21D87D3-3FAF-493E-B1F1-9A0E6132AB9E}" srcId="{7F19F876-4812-4661-AF48-4EB9201DD0B6}" destId="{619FBE2F-F03C-4355-9C0F-00BC3DF6090A}" srcOrd="2" destOrd="0" parTransId="{D73A4E5A-AEEF-455B-B502-FE7C03830015}" sibTransId="{E6328081-640F-450E-A4D7-FA8C97FB9FF3}"/>
    <dgm:cxn modelId="{D2258EB6-3484-4873-9456-55B292E15342}" type="presOf" srcId="{3EFB60D5-A818-476B-BD4A-DC53AB41F97E}" destId="{43664DE7-4A19-4A1E-8233-885F390DD311}" srcOrd="0" destOrd="0" presId="urn:microsoft.com/office/officeart/2005/8/layout/orgChart1"/>
    <dgm:cxn modelId="{6CC753F4-F92D-43E4-9BC9-E10B987DE8FB}" type="presOf" srcId="{14982255-C33A-416D-989B-79B3441F2E34}" destId="{5D7FA996-F30A-424E-981C-69E196EFD8C4}" srcOrd="1" destOrd="0" presId="urn:microsoft.com/office/officeart/2005/8/layout/orgChart1"/>
    <dgm:cxn modelId="{C6B03823-959E-411D-91D7-565B8D1398B3}" type="presOf" srcId="{15C9FDA5-C9C6-43E3-A617-849ADBD94A6B}" destId="{278C89B8-7A95-49AB-856C-3D060D968840}" srcOrd="0" destOrd="0" presId="urn:microsoft.com/office/officeart/2005/8/layout/orgChart1"/>
    <dgm:cxn modelId="{014CF4A2-EFEB-4FC2-A53C-B759CA5F4CA9}" srcId="{5D43E2DC-5414-4C89-A1AC-5E4E4DB078C9}" destId="{8BABB501-A1EC-4C7A-82E2-11A4489CA718}" srcOrd="2" destOrd="0" parTransId="{16B5ECBE-CD4F-4D54-81C7-C665EC7F958C}" sibTransId="{170A7D4A-D8DF-4F0A-A21A-B89D3E7D397C}"/>
    <dgm:cxn modelId="{1E52731A-3C96-4949-A6AF-E0C19EAA1013}" type="presOf" srcId="{2D95BFDA-769C-4E23-92CB-CFB9734C0169}" destId="{673FF620-A71F-413B-ADB1-EA69A87E6C11}" srcOrd="0" destOrd="0" presId="urn:microsoft.com/office/officeart/2005/8/layout/orgChart1"/>
    <dgm:cxn modelId="{731E0AD8-D7FE-4034-A16B-C6C7E3C32D22}" type="presOf" srcId="{619FBE2F-F03C-4355-9C0F-00BC3DF6090A}" destId="{941964F1-B1D4-478A-A7AE-AA5C621659EC}" srcOrd="0" destOrd="0" presId="urn:microsoft.com/office/officeart/2005/8/layout/orgChart1"/>
    <dgm:cxn modelId="{D997DE14-04D5-4349-AE46-A467DF9F7B16}" srcId="{035BA08D-69B2-46D4-8CA0-AB32D0038E0A}" destId="{5D43E2DC-5414-4C89-A1AC-5E4E4DB078C9}" srcOrd="1" destOrd="0" parTransId="{3E9F4723-B5D6-40BF-A89F-60F27746CA2F}" sibTransId="{AC78017D-86A4-4EB4-93F6-1761BD2D3185}"/>
    <dgm:cxn modelId="{504D12B4-095E-47D4-AD5E-6D72313BA802}" type="presOf" srcId="{3739C0E5-24C1-4A55-AEFE-721D6D9DEE5E}" destId="{70CF4ED8-F2EF-450C-AE71-C5F6264425C0}" srcOrd="0" destOrd="0" presId="urn:microsoft.com/office/officeart/2005/8/layout/orgChart1"/>
    <dgm:cxn modelId="{69B12662-D727-4575-A079-B6457CE2F761}" type="presOf" srcId="{D73A4E5A-AEEF-455B-B502-FE7C03830015}" destId="{9840ADED-5353-49F7-841C-52B65B70E828}" srcOrd="0" destOrd="0" presId="urn:microsoft.com/office/officeart/2005/8/layout/orgChart1"/>
    <dgm:cxn modelId="{EEE47E78-F4D2-42EE-8C99-35B548C3C5FD}" srcId="{035BA08D-69B2-46D4-8CA0-AB32D0038E0A}" destId="{7F19F876-4812-4661-AF48-4EB9201DD0B6}" srcOrd="3" destOrd="0" parTransId="{1F1470DE-8985-4AC7-BB3A-0332D1C52C1A}" sibTransId="{77103918-5C39-4132-A352-707C2E32CBB3}"/>
    <dgm:cxn modelId="{56702AAB-C9E6-4F35-AE0E-175FB35BD520}" srcId="{5D43E2DC-5414-4C89-A1AC-5E4E4DB078C9}" destId="{55EBC818-65CA-4167-A41A-153292CEC3FB}" srcOrd="4" destOrd="0" parTransId="{A4882823-90ED-4C7B-B812-EBA4CDAEF252}" sibTransId="{EC5F6D5F-2F4F-4AEB-A94F-F14E31E20073}"/>
    <dgm:cxn modelId="{98CD2385-2490-4729-94E9-E0D70D2F78F8}" type="presOf" srcId="{17DED7B9-3917-446F-9333-6D42AC944490}" destId="{EEAAC17F-1C54-411B-9E94-6B1CA09CDFD6}" srcOrd="1" destOrd="0" presId="urn:microsoft.com/office/officeart/2005/8/layout/orgChart1"/>
    <dgm:cxn modelId="{579A9F1C-B2BC-42AB-B912-72224F234344}" type="presOf" srcId="{977CA1A6-7363-4E76-98CF-3F73F0E1A356}" destId="{F7F93155-703B-4DA4-9C3D-690CDE934DD9}" srcOrd="0" destOrd="0" presId="urn:microsoft.com/office/officeart/2005/8/layout/orgChart1"/>
    <dgm:cxn modelId="{45A897E2-15CC-4539-9918-07AA9CC519B8}" srcId="{83C923AC-40B4-436C-8908-08F48F3C5579}" destId="{17DED7B9-3917-446F-9333-6D42AC944490}" srcOrd="1" destOrd="0" parTransId="{2D95BFDA-769C-4E23-92CB-CFB9734C0169}" sibTransId="{E88EC579-B6FE-421B-AD34-0EC77E984DCA}"/>
    <dgm:cxn modelId="{CA6656E2-F438-43F9-855E-F65C208C334F}" type="presOf" srcId="{28705690-4BF6-4AD2-9D21-18A16B3D014D}" destId="{3888AD11-1F20-438C-A4F0-006C448F67D1}" srcOrd="0" destOrd="0" presId="urn:microsoft.com/office/officeart/2005/8/layout/orgChart1"/>
    <dgm:cxn modelId="{39B972E8-3300-4E23-B938-4660FC075497}" type="presOf" srcId="{55EBC818-65CA-4167-A41A-153292CEC3FB}" destId="{1CF13D7E-ABBA-44BC-93CC-05BDB32B4E13}" srcOrd="0" destOrd="0" presId="urn:microsoft.com/office/officeart/2005/8/layout/orgChart1"/>
    <dgm:cxn modelId="{1FED34E5-D556-4389-AF93-2DA034B5F5DD}" type="presOf" srcId="{A9CFC66C-0D91-4E47-8172-568375A56B71}" destId="{25EA51A4-D14E-4FCC-B6EA-59C6997DD522}" srcOrd="0" destOrd="0" presId="urn:microsoft.com/office/officeart/2005/8/layout/orgChart1"/>
    <dgm:cxn modelId="{C43B1AFE-F36F-4515-8441-E791207B3A1D}" type="presOf" srcId="{56F9109E-B7A8-44D0-9DAE-B388B61192ED}" destId="{23BE2010-FB21-46A9-A7B5-F37D4F52C308}" srcOrd="0" destOrd="0" presId="urn:microsoft.com/office/officeart/2005/8/layout/orgChart1"/>
    <dgm:cxn modelId="{6EA3D33D-DC62-427D-9CCC-06716BE8C06C}" type="presOf" srcId="{8109E4B6-0531-4039-95C9-E595B1F857E5}" destId="{71CAAE4A-9C91-4FFC-8BE9-F512598245E1}" srcOrd="0" destOrd="0" presId="urn:microsoft.com/office/officeart/2005/8/layout/orgChart1"/>
    <dgm:cxn modelId="{F09CD6C9-48E0-4846-811D-AF82A1939A2D}" srcId="{83C923AC-40B4-436C-8908-08F48F3C5579}" destId="{14982255-C33A-416D-989B-79B3441F2E34}" srcOrd="0" destOrd="0" parTransId="{DF5ED055-938E-40DD-8F3E-DC7B0F7079B8}" sibTransId="{BC5FD887-7350-433A-A088-A38BA3356C63}"/>
    <dgm:cxn modelId="{D6131265-BB42-4449-8670-84FC0CC13CB5}" type="presOf" srcId="{83C923AC-40B4-436C-8908-08F48F3C5579}" destId="{B7365E1B-A48C-4CC5-A6FE-C423A6B4B8F0}" srcOrd="1" destOrd="0" presId="urn:microsoft.com/office/officeart/2005/8/layout/orgChart1"/>
    <dgm:cxn modelId="{2034EF6B-8EE4-46A3-828B-87A0AD42685F}" type="presOf" srcId="{5D43E2DC-5414-4C89-A1AC-5E4E4DB078C9}" destId="{830ECAB3-DC09-404A-A55D-C61BAB608D99}" srcOrd="0" destOrd="0" presId="urn:microsoft.com/office/officeart/2005/8/layout/orgChart1"/>
    <dgm:cxn modelId="{23844FBC-C3EF-471B-8BE2-481FB47139DE}" type="presOf" srcId="{B6FE4B45-F3CB-4BC4-9E1A-353FF5C7F6FA}" destId="{1D8718A9-2A9B-45AD-92E8-BA1B2143AE85}" srcOrd="0" destOrd="0" presId="urn:microsoft.com/office/officeart/2005/8/layout/orgChart1"/>
    <dgm:cxn modelId="{A13575FD-8EA0-454F-B8D6-0D56EEB37219}" type="presOf" srcId="{49D1B44F-F2F1-4F56-884F-89805EDB0EE5}" destId="{3D3C7940-A1C4-4BED-A99A-61F39A0717D0}" srcOrd="0" destOrd="0" presId="urn:microsoft.com/office/officeart/2005/8/layout/orgChart1"/>
    <dgm:cxn modelId="{A654FE8E-670E-440C-871C-5C2F64B85AB8}" type="presOf" srcId="{D688DD56-CF97-41E6-8CF2-DA9AA5B6E330}" destId="{86478825-A086-4B8D-9FE9-CDF8741756DB}" srcOrd="0" destOrd="0" presId="urn:microsoft.com/office/officeart/2005/8/layout/orgChart1"/>
    <dgm:cxn modelId="{99163673-678B-44A9-9A5D-F4BFDCFF163A}" type="presOf" srcId="{B6E3895D-7A42-46C1-8F39-E60822506D4A}" destId="{0F68DBAB-9263-4488-AA38-C7AE9177A6A5}" srcOrd="0" destOrd="0" presId="urn:microsoft.com/office/officeart/2005/8/layout/orgChart1"/>
    <dgm:cxn modelId="{3788A4BE-61DE-4FAF-AAEC-5F1A43B65AB8}" type="presOf" srcId="{2A629FC4-9D4C-47CE-8E5E-87EFBD47434A}" destId="{66DC8A8B-9790-4510-9C10-E5AA71A4C284}" srcOrd="0" destOrd="0" presId="urn:microsoft.com/office/officeart/2005/8/layout/orgChart1"/>
    <dgm:cxn modelId="{DFB97536-6A85-4FC5-93F5-25F6B91AFA21}" type="presOf" srcId="{5D43E2DC-5414-4C89-A1AC-5E4E4DB078C9}" destId="{AE47AD1B-36A6-44C7-A256-173E9A60AFB9}" srcOrd="1" destOrd="0" presId="urn:microsoft.com/office/officeart/2005/8/layout/orgChart1"/>
    <dgm:cxn modelId="{C0ACCF43-BE31-4ED8-8695-FFFE17120B89}" type="presOf" srcId="{EAE1551E-8BFA-4E58-AC12-F35BBD6AA1CE}" destId="{B761BB0F-E161-4DD9-970B-E22FC043FCAC}" srcOrd="0" destOrd="0" presId="urn:microsoft.com/office/officeart/2005/8/layout/orgChart1"/>
    <dgm:cxn modelId="{C06CF379-014C-4C73-A502-81E676D1ED8B}" type="presOf" srcId="{82074EA0-2706-4643-85BF-23DEF16434E6}" destId="{61778DD5-9ECC-4169-8E14-635E1D2FC321}" srcOrd="0" destOrd="0" presId="urn:microsoft.com/office/officeart/2005/8/layout/orgChart1"/>
    <dgm:cxn modelId="{96B5ACCC-C436-4B73-9A4B-48E9CBC7F7FF}" srcId="{035BA08D-69B2-46D4-8CA0-AB32D0038E0A}" destId="{83C923AC-40B4-436C-8908-08F48F3C5579}" srcOrd="0" destOrd="0" parTransId="{EAE1551E-8BFA-4E58-AC12-F35BBD6AA1CE}" sibTransId="{1D1106B4-9094-41B9-B746-D4EC3CEED390}"/>
    <dgm:cxn modelId="{C1DB82EC-78D1-4371-9967-665BB612279F}" type="presOf" srcId="{A4882823-90ED-4C7B-B812-EBA4CDAEF252}" destId="{D9605214-CB30-411A-8969-F59EA39BD1FA}" srcOrd="0" destOrd="0" presId="urn:microsoft.com/office/officeart/2005/8/layout/orgChart1"/>
    <dgm:cxn modelId="{20A4A32C-D640-4E3B-A7DA-BB1A90FE8BD9}" type="presOf" srcId="{F363DB60-30B9-44B0-8798-E71A7490AA84}" destId="{DF17E617-E3A3-433E-A09D-41FBDC9B887C}" srcOrd="0" destOrd="0" presId="urn:microsoft.com/office/officeart/2005/8/layout/orgChart1"/>
    <dgm:cxn modelId="{5481EB62-EEA5-4282-A8FE-C1BA0127B466}" type="presOf" srcId="{B3F15E67-2602-4011-8650-301D4EC894FE}" destId="{8212465E-0647-401D-8755-9B71BBF79A34}" srcOrd="0" destOrd="0" presId="urn:microsoft.com/office/officeart/2005/8/layout/orgChart1"/>
    <dgm:cxn modelId="{F57D286A-F977-4FEA-9D57-C6C89F5E3394}" type="presOf" srcId="{1D222B14-7008-457A-B34D-08D9D6A5ABAC}" destId="{044F0376-610C-410D-B724-A94598BA6869}" srcOrd="0" destOrd="0" presId="urn:microsoft.com/office/officeart/2005/8/layout/orgChart1"/>
    <dgm:cxn modelId="{820FB307-97E1-428B-930E-1E291074B021}" srcId="{83C923AC-40B4-436C-8908-08F48F3C5579}" destId="{3739C0E5-24C1-4A55-AEFE-721D6D9DEE5E}" srcOrd="2" destOrd="0" parTransId="{8BA77E8A-A72C-4780-9B69-926BE845E686}" sibTransId="{17A06742-2C1B-4077-9F57-C7D4085F1022}"/>
    <dgm:cxn modelId="{3F70C638-403F-4025-BD3A-2A16191CDA1C}" type="presOf" srcId="{68193BF2-7CA3-44DD-9113-C2A86EBF50EF}" destId="{E808BED2-05B8-43ED-9035-938A53C46F06}" srcOrd="1" destOrd="0" presId="urn:microsoft.com/office/officeart/2005/8/layout/orgChart1"/>
    <dgm:cxn modelId="{7F49DD43-88FF-4880-89F6-D9E74C4F5BDE}" srcId="{83C923AC-40B4-436C-8908-08F48F3C5579}" destId="{68193BF2-7CA3-44DD-9113-C2A86EBF50EF}" srcOrd="4" destOrd="0" parTransId="{E9C5E8B1-6F02-4090-B6C5-85748A4661E8}" sibTransId="{2A6F5544-72C2-402B-83A2-5F77333030CD}"/>
    <dgm:cxn modelId="{791DB9C0-AD11-4CBB-894B-0A87E7879720}" type="presOf" srcId="{1F1470DE-8985-4AC7-BB3A-0332D1C52C1A}" destId="{6E7941BE-5A7D-4C6F-976A-690B15DA11F1}" srcOrd="0" destOrd="0" presId="urn:microsoft.com/office/officeart/2005/8/layout/orgChart1"/>
    <dgm:cxn modelId="{00DCCA95-E6A2-4B79-A6A5-02AACA52E2C1}" type="presOf" srcId="{84F7C2F4-6459-4723-A736-4FD0400D7B6F}" destId="{234DC08C-DD2A-4B62-9C43-AD6CDE43E2AB}" srcOrd="0" destOrd="0" presId="urn:microsoft.com/office/officeart/2005/8/layout/orgChart1"/>
    <dgm:cxn modelId="{97A10A82-F35D-4DA7-A167-CF1F60C9DE66}" type="presParOf" srcId="{86478825-A086-4B8D-9FE9-CDF8741756DB}" destId="{4629F77F-C5B3-4311-B850-4436B445A28E}" srcOrd="0" destOrd="0" presId="urn:microsoft.com/office/officeart/2005/8/layout/orgChart1"/>
    <dgm:cxn modelId="{0C8BF975-B61B-4E50-BAD2-07F5425E5698}" type="presParOf" srcId="{4629F77F-C5B3-4311-B850-4436B445A28E}" destId="{F9E33E32-6031-4F40-8C1C-F1B40B81F184}" srcOrd="0" destOrd="0" presId="urn:microsoft.com/office/officeart/2005/8/layout/orgChart1"/>
    <dgm:cxn modelId="{1A418E2F-481D-4FED-90E1-1D9B57B8F8FB}" type="presParOf" srcId="{F9E33E32-6031-4F40-8C1C-F1B40B81F184}" destId="{D09B92D6-4A8F-41DE-85E0-3DEF3BF15B12}" srcOrd="0" destOrd="0" presId="urn:microsoft.com/office/officeart/2005/8/layout/orgChart1"/>
    <dgm:cxn modelId="{91BE6DFA-72EF-4270-96EF-216DAA2A43C2}" type="presParOf" srcId="{F9E33E32-6031-4F40-8C1C-F1B40B81F184}" destId="{8D334ACE-A2F5-497C-B361-07AAF4A8EFF8}" srcOrd="1" destOrd="0" presId="urn:microsoft.com/office/officeart/2005/8/layout/orgChart1"/>
    <dgm:cxn modelId="{E900BC61-C391-4897-AE2D-48A941E5B7B9}" type="presParOf" srcId="{4629F77F-C5B3-4311-B850-4436B445A28E}" destId="{B0B06D0E-EE42-4171-8202-19CBCA690DE0}" srcOrd="1" destOrd="0" presId="urn:microsoft.com/office/officeart/2005/8/layout/orgChart1"/>
    <dgm:cxn modelId="{AE2BB6B0-5195-40CA-BAFD-739960E9E7FB}" type="presParOf" srcId="{B0B06D0E-EE42-4171-8202-19CBCA690DE0}" destId="{B761BB0F-E161-4DD9-970B-E22FC043FCAC}" srcOrd="0" destOrd="0" presId="urn:microsoft.com/office/officeart/2005/8/layout/orgChart1"/>
    <dgm:cxn modelId="{17C3F41A-2608-4FFC-BEA0-52E5AFD83DA0}" type="presParOf" srcId="{B0B06D0E-EE42-4171-8202-19CBCA690DE0}" destId="{0A1D96CD-ECE1-4587-8C46-4C6E3B4210AB}" srcOrd="1" destOrd="0" presId="urn:microsoft.com/office/officeart/2005/8/layout/orgChart1"/>
    <dgm:cxn modelId="{56FA14F3-0861-4719-A43E-C525375D7F6A}" type="presParOf" srcId="{0A1D96CD-ECE1-4587-8C46-4C6E3B4210AB}" destId="{EB199096-E9D0-45F3-867E-D402BCA16F2B}" srcOrd="0" destOrd="0" presId="urn:microsoft.com/office/officeart/2005/8/layout/orgChart1"/>
    <dgm:cxn modelId="{8602AF4A-6CAF-474F-A277-2EF5BE82E074}" type="presParOf" srcId="{EB199096-E9D0-45F3-867E-D402BCA16F2B}" destId="{1F27DFEC-40F6-405C-B756-61EEB36BA6D1}" srcOrd="0" destOrd="0" presId="urn:microsoft.com/office/officeart/2005/8/layout/orgChart1"/>
    <dgm:cxn modelId="{F17E296C-120B-4B5F-896A-11BBFFC6FF70}" type="presParOf" srcId="{EB199096-E9D0-45F3-867E-D402BCA16F2B}" destId="{B7365E1B-A48C-4CC5-A6FE-C423A6B4B8F0}" srcOrd="1" destOrd="0" presId="urn:microsoft.com/office/officeart/2005/8/layout/orgChart1"/>
    <dgm:cxn modelId="{55504B6B-B006-41A9-9B78-D13EF1F188DA}" type="presParOf" srcId="{0A1D96CD-ECE1-4587-8C46-4C6E3B4210AB}" destId="{64CAAC0C-6189-4C6B-B297-A5536F389BC4}" srcOrd="1" destOrd="0" presId="urn:microsoft.com/office/officeart/2005/8/layout/orgChart1"/>
    <dgm:cxn modelId="{EFEDE5B1-22D4-4AB8-93DD-C99F747C322E}" type="presParOf" srcId="{64CAAC0C-6189-4C6B-B297-A5536F389BC4}" destId="{631CF122-686B-4F3B-A029-BFA3980CCD5E}" srcOrd="0" destOrd="0" presId="urn:microsoft.com/office/officeart/2005/8/layout/orgChart1"/>
    <dgm:cxn modelId="{BB3DB6A7-0C7E-44D9-AF6F-5C1C7C484603}" type="presParOf" srcId="{64CAAC0C-6189-4C6B-B297-A5536F389BC4}" destId="{121CA19F-BF63-4837-A4D6-3A1C162A526C}" srcOrd="1" destOrd="0" presId="urn:microsoft.com/office/officeart/2005/8/layout/orgChart1"/>
    <dgm:cxn modelId="{5CE1D584-0163-48B1-A1DC-89F9D5A6620A}" type="presParOf" srcId="{121CA19F-BF63-4837-A4D6-3A1C162A526C}" destId="{912A6E1B-9D47-433F-979C-1F7D63122560}" srcOrd="0" destOrd="0" presId="urn:microsoft.com/office/officeart/2005/8/layout/orgChart1"/>
    <dgm:cxn modelId="{9099DBEF-2B33-4D6F-854F-18173F40190D}" type="presParOf" srcId="{912A6E1B-9D47-433F-979C-1F7D63122560}" destId="{B3F89F38-6B4D-430B-807F-358E6359835E}" srcOrd="0" destOrd="0" presId="urn:microsoft.com/office/officeart/2005/8/layout/orgChart1"/>
    <dgm:cxn modelId="{B2E7C3F9-B7F2-4571-B551-A9BA17A09279}" type="presParOf" srcId="{912A6E1B-9D47-433F-979C-1F7D63122560}" destId="{5D7FA996-F30A-424E-981C-69E196EFD8C4}" srcOrd="1" destOrd="0" presId="urn:microsoft.com/office/officeart/2005/8/layout/orgChart1"/>
    <dgm:cxn modelId="{B6408409-96FC-4EBB-8608-30A4348A3151}" type="presParOf" srcId="{121CA19F-BF63-4837-A4D6-3A1C162A526C}" destId="{ABA10627-5C4C-4474-9940-7B55BD57C858}" srcOrd="1" destOrd="0" presId="urn:microsoft.com/office/officeart/2005/8/layout/orgChart1"/>
    <dgm:cxn modelId="{DA7A8281-53CF-4031-8DCD-3C44ACDA5D09}" type="presParOf" srcId="{121CA19F-BF63-4837-A4D6-3A1C162A526C}" destId="{3C31E39D-8BA8-4B29-B58A-727E0660CF61}" srcOrd="2" destOrd="0" presId="urn:microsoft.com/office/officeart/2005/8/layout/orgChart1"/>
    <dgm:cxn modelId="{45710C1E-C9FD-4E9B-8286-0F77C71EE15F}" type="presParOf" srcId="{64CAAC0C-6189-4C6B-B297-A5536F389BC4}" destId="{673FF620-A71F-413B-ADB1-EA69A87E6C11}" srcOrd="2" destOrd="0" presId="urn:microsoft.com/office/officeart/2005/8/layout/orgChart1"/>
    <dgm:cxn modelId="{8762BA62-854C-4D6E-B25D-C7F0CB94A13F}" type="presParOf" srcId="{64CAAC0C-6189-4C6B-B297-A5536F389BC4}" destId="{769E17B7-D6C5-4BF7-AEE9-CF4584B67AB3}" srcOrd="3" destOrd="0" presId="urn:microsoft.com/office/officeart/2005/8/layout/orgChart1"/>
    <dgm:cxn modelId="{FE6ED30C-1B0A-4B34-AEB3-46FECBF69DB9}" type="presParOf" srcId="{769E17B7-D6C5-4BF7-AEE9-CF4584B67AB3}" destId="{17F8F810-BDB9-4F6A-944C-F5ADFED8F841}" srcOrd="0" destOrd="0" presId="urn:microsoft.com/office/officeart/2005/8/layout/orgChart1"/>
    <dgm:cxn modelId="{4DC0BDA8-0D61-4753-9675-AB9C70F1FABD}" type="presParOf" srcId="{17F8F810-BDB9-4F6A-944C-F5ADFED8F841}" destId="{72AFC9A2-102A-4309-9800-E5F12F171BF7}" srcOrd="0" destOrd="0" presId="urn:microsoft.com/office/officeart/2005/8/layout/orgChart1"/>
    <dgm:cxn modelId="{CA80BF97-E386-416A-8716-125E19971A25}" type="presParOf" srcId="{17F8F810-BDB9-4F6A-944C-F5ADFED8F841}" destId="{EEAAC17F-1C54-411B-9E94-6B1CA09CDFD6}" srcOrd="1" destOrd="0" presId="urn:microsoft.com/office/officeart/2005/8/layout/orgChart1"/>
    <dgm:cxn modelId="{3F32741B-9869-41DD-BC72-6ABC87F01C60}" type="presParOf" srcId="{769E17B7-D6C5-4BF7-AEE9-CF4584B67AB3}" destId="{DA9B2DB7-EB30-476B-A058-BBCFE2EA969C}" srcOrd="1" destOrd="0" presId="urn:microsoft.com/office/officeart/2005/8/layout/orgChart1"/>
    <dgm:cxn modelId="{66015375-8966-4D3D-9B2A-182A0A878517}" type="presParOf" srcId="{769E17B7-D6C5-4BF7-AEE9-CF4584B67AB3}" destId="{9249AD0C-14B7-4C42-845A-57BD31858AA7}" srcOrd="2" destOrd="0" presId="urn:microsoft.com/office/officeart/2005/8/layout/orgChart1"/>
    <dgm:cxn modelId="{E3EA293E-E268-4B1F-BDBB-53B89DA93946}" type="presParOf" srcId="{64CAAC0C-6189-4C6B-B297-A5536F389BC4}" destId="{E27F458F-AE24-4FA7-ADDE-8D5141C015E9}" srcOrd="4" destOrd="0" presId="urn:microsoft.com/office/officeart/2005/8/layout/orgChart1"/>
    <dgm:cxn modelId="{3A520331-A92C-4C00-9615-92E69B98E5F8}" type="presParOf" srcId="{64CAAC0C-6189-4C6B-B297-A5536F389BC4}" destId="{D862C3E0-E203-4705-8897-A47E5F149BC2}" srcOrd="5" destOrd="0" presId="urn:microsoft.com/office/officeart/2005/8/layout/orgChart1"/>
    <dgm:cxn modelId="{90E52A0B-0D65-45C6-8E3D-6B4F97D5857C}" type="presParOf" srcId="{D862C3E0-E203-4705-8897-A47E5F149BC2}" destId="{7C613679-61A5-4057-8C28-FD2506EF8A71}" srcOrd="0" destOrd="0" presId="urn:microsoft.com/office/officeart/2005/8/layout/orgChart1"/>
    <dgm:cxn modelId="{688C9DFB-35D1-4C27-BB3F-BB8B3C1ED042}" type="presParOf" srcId="{7C613679-61A5-4057-8C28-FD2506EF8A71}" destId="{70CF4ED8-F2EF-450C-AE71-C5F6264425C0}" srcOrd="0" destOrd="0" presId="urn:microsoft.com/office/officeart/2005/8/layout/orgChart1"/>
    <dgm:cxn modelId="{45711090-5646-47FF-BE90-5816A158DB22}" type="presParOf" srcId="{7C613679-61A5-4057-8C28-FD2506EF8A71}" destId="{9C6C18FD-0CA6-40D9-8FA8-DE1199537048}" srcOrd="1" destOrd="0" presId="urn:microsoft.com/office/officeart/2005/8/layout/orgChart1"/>
    <dgm:cxn modelId="{8366C3EF-74E6-485F-957E-BE7C9B4DD98D}" type="presParOf" srcId="{D862C3E0-E203-4705-8897-A47E5F149BC2}" destId="{EE39DC43-72B0-4B1D-B5E4-E449149725B6}" srcOrd="1" destOrd="0" presId="urn:microsoft.com/office/officeart/2005/8/layout/orgChart1"/>
    <dgm:cxn modelId="{BF8BBDDC-E22A-4CA6-87C5-FEDBA74ED31E}" type="presParOf" srcId="{D862C3E0-E203-4705-8897-A47E5F149BC2}" destId="{F3668F18-7BF1-4D93-BA53-CA992982C67A}" srcOrd="2" destOrd="0" presId="urn:microsoft.com/office/officeart/2005/8/layout/orgChart1"/>
    <dgm:cxn modelId="{986A5178-93FD-412D-83F8-3D49A24FFE66}" type="presParOf" srcId="{64CAAC0C-6189-4C6B-B297-A5536F389BC4}" destId="{05F34624-6F72-44F9-A2A7-AE852B6434EB}" srcOrd="6" destOrd="0" presId="urn:microsoft.com/office/officeart/2005/8/layout/orgChart1"/>
    <dgm:cxn modelId="{7CDC523F-3721-4FC1-A02F-73F88B5E6BD1}" type="presParOf" srcId="{64CAAC0C-6189-4C6B-B297-A5536F389BC4}" destId="{CB68D3EA-C068-4033-BFAE-8339258D6FDB}" srcOrd="7" destOrd="0" presId="urn:microsoft.com/office/officeart/2005/8/layout/orgChart1"/>
    <dgm:cxn modelId="{AADAD3B6-0B82-4F7A-BE83-7C55271476BF}" type="presParOf" srcId="{CB68D3EA-C068-4033-BFAE-8339258D6FDB}" destId="{20E69D10-86EA-4E89-AD61-F39178313E54}" srcOrd="0" destOrd="0" presId="urn:microsoft.com/office/officeart/2005/8/layout/orgChart1"/>
    <dgm:cxn modelId="{E2C32373-2931-4CD6-AE9E-481E5462939F}" type="presParOf" srcId="{20E69D10-86EA-4E89-AD61-F39178313E54}" destId="{441BC85B-00B9-4D23-88F4-F2DDF2BEE454}" srcOrd="0" destOrd="0" presId="urn:microsoft.com/office/officeart/2005/8/layout/orgChart1"/>
    <dgm:cxn modelId="{200590E7-B816-453E-BC9A-1DD86D67CF9A}" type="presParOf" srcId="{20E69D10-86EA-4E89-AD61-F39178313E54}" destId="{15404C55-6104-4FCA-82DC-717BBFFA72CB}" srcOrd="1" destOrd="0" presId="urn:microsoft.com/office/officeart/2005/8/layout/orgChart1"/>
    <dgm:cxn modelId="{80A157C8-F896-47D7-A5F4-8722CF3D9B2A}" type="presParOf" srcId="{CB68D3EA-C068-4033-BFAE-8339258D6FDB}" destId="{723EF443-7FCC-419F-96D3-583F05D520AB}" srcOrd="1" destOrd="0" presId="urn:microsoft.com/office/officeart/2005/8/layout/orgChart1"/>
    <dgm:cxn modelId="{B76C5CA3-DF4E-4354-ABF7-1869FC3304CB}" type="presParOf" srcId="{CB68D3EA-C068-4033-BFAE-8339258D6FDB}" destId="{333E9C10-3D19-440E-8E5C-4344BDDAE2D7}" srcOrd="2" destOrd="0" presId="urn:microsoft.com/office/officeart/2005/8/layout/orgChart1"/>
    <dgm:cxn modelId="{387716E6-818D-4951-9DC3-74DF726818AC}" type="presParOf" srcId="{64CAAC0C-6189-4C6B-B297-A5536F389BC4}" destId="{AEA6A7CF-6F88-469D-846C-3EE070A776E4}" srcOrd="8" destOrd="0" presId="urn:microsoft.com/office/officeart/2005/8/layout/orgChart1"/>
    <dgm:cxn modelId="{1B4EF63F-BDDE-4002-A7EF-FBBB97AC5FA9}" type="presParOf" srcId="{64CAAC0C-6189-4C6B-B297-A5536F389BC4}" destId="{BFEA73D3-D6C6-438A-8893-26E3158B0144}" srcOrd="9" destOrd="0" presId="urn:microsoft.com/office/officeart/2005/8/layout/orgChart1"/>
    <dgm:cxn modelId="{1038A2E2-C801-4159-A3C5-B535F69A8D41}" type="presParOf" srcId="{BFEA73D3-D6C6-438A-8893-26E3158B0144}" destId="{775235EB-3B51-43FD-8F7E-0003CDA0692C}" srcOrd="0" destOrd="0" presId="urn:microsoft.com/office/officeart/2005/8/layout/orgChart1"/>
    <dgm:cxn modelId="{1116C708-1B7D-4BBC-ABE9-CFBD0490869D}" type="presParOf" srcId="{775235EB-3B51-43FD-8F7E-0003CDA0692C}" destId="{C52644FB-A2DB-41B0-A82B-6A0A13660E22}" srcOrd="0" destOrd="0" presId="urn:microsoft.com/office/officeart/2005/8/layout/orgChart1"/>
    <dgm:cxn modelId="{2ECA5813-10A0-41DC-8183-821CEAEF77A2}" type="presParOf" srcId="{775235EB-3B51-43FD-8F7E-0003CDA0692C}" destId="{E808BED2-05B8-43ED-9035-938A53C46F06}" srcOrd="1" destOrd="0" presId="urn:microsoft.com/office/officeart/2005/8/layout/orgChart1"/>
    <dgm:cxn modelId="{5A0851E3-7722-4DC4-A46D-4B1009F1C38B}" type="presParOf" srcId="{BFEA73D3-D6C6-438A-8893-26E3158B0144}" destId="{1357DA23-C2A9-4B16-BB49-F54A368BFA74}" srcOrd="1" destOrd="0" presId="urn:microsoft.com/office/officeart/2005/8/layout/orgChart1"/>
    <dgm:cxn modelId="{18F6BBF7-EF4D-40C3-8DDC-FE48211D7645}" type="presParOf" srcId="{BFEA73D3-D6C6-438A-8893-26E3158B0144}" destId="{0137FF80-248B-4517-B6E9-BBB2D5EF4A2E}" srcOrd="2" destOrd="0" presId="urn:microsoft.com/office/officeart/2005/8/layout/orgChart1"/>
    <dgm:cxn modelId="{4C1974EE-B8A4-410B-BFF1-F4CB77069F98}" type="presParOf" srcId="{0A1D96CD-ECE1-4587-8C46-4C6E3B4210AB}" destId="{814E8264-8E9D-48FF-8269-D73FF57C3883}" srcOrd="2" destOrd="0" presId="urn:microsoft.com/office/officeart/2005/8/layout/orgChart1"/>
    <dgm:cxn modelId="{740DAA52-C323-4027-AC24-B5FF3AD170D3}" type="presParOf" srcId="{B0B06D0E-EE42-4171-8202-19CBCA690DE0}" destId="{F2F48983-C0C2-45D5-BA84-F286996C497F}" srcOrd="2" destOrd="0" presId="urn:microsoft.com/office/officeart/2005/8/layout/orgChart1"/>
    <dgm:cxn modelId="{FB55096F-02D7-458C-AF7B-BCAAC4C94310}" type="presParOf" srcId="{B0B06D0E-EE42-4171-8202-19CBCA690DE0}" destId="{9C496954-CD6F-4721-B718-7F7C0EDCBF86}" srcOrd="3" destOrd="0" presId="urn:microsoft.com/office/officeart/2005/8/layout/orgChart1"/>
    <dgm:cxn modelId="{C1534F34-193A-4A8C-BA99-C2B9B5E3A577}" type="presParOf" srcId="{9C496954-CD6F-4721-B718-7F7C0EDCBF86}" destId="{8AE76A4B-043C-48DB-9A5A-45B4651B4E43}" srcOrd="0" destOrd="0" presId="urn:microsoft.com/office/officeart/2005/8/layout/orgChart1"/>
    <dgm:cxn modelId="{394D764D-04AE-4928-A0DA-5611174425A2}" type="presParOf" srcId="{8AE76A4B-043C-48DB-9A5A-45B4651B4E43}" destId="{830ECAB3-DC09-404A-A55D-C61BAB608D99}" srcOrd="0" destOrd="0" presId="urn:microsoft.com/office/officeart/2005/8/layout/orgChart1"/>
    <dgm:cxn modelId="{7C6DCBBB-9979-4190-97FD-4344B1870D9A}" type="presParOf" srcId="{8AE76A4B-043C-48DB-9A5A-45B4651B4E43}" destId="{AE47AD1B-36A6-44C7-A256-173E9A60AFB9}" srcOrd="1" destOrd="0" presId="urn:microsoft.com/office/officeart/2005/8/layout/orgChart1"/>
    <dgm:cxn modelId="{162F3A3F-67BC-4AF5-A87A-53FF6409FF0E}" type="presParOf" srcId="{9C496954-CD6F-4721-B718-7F7C0EDCBF86}" destId="{AFD78652-E657-430F-8C93-0FCFE76ADBDE}" srcOrd="1" destOrd="0" presId="urn:microsoft.com/office/officeart/2005/8/layout/orgChart1"/>
    <dgm:cxn modelId="{B43F11A0-A8AD-48AF-BB55-8F8E3A7AC375}" type="presParOf" srcId="{AFD78652-E657-430F-8C93-0FCFE76ADBDE}" destId="{234DC08C-DD2A-4B62-9C43-AD6CDE43E2AB}" srcOrd="0" destOrd="0" presId="urn:microsoft.com/office/officeart/2005/8/layout/orgChart1"/>
    <dgm:cxn modelId="{4B64F0A9-1C8B-457A-9169-664E44994233}" type="presParOf" srcId="{AFD78652-E657-430F-8C93-0FCFE76ADBDE}" destId="{2F00B003-F702-48E9-A55D-C157CF10E71B}" srcOrd="1" destOrd="0" presId="urn:microsoft.com/office/officeart/2005/8/layout/orgChart1"/>
    <dgm:cxn modelId="{7BFECE3C-5EA0-49F7-B3C5-8CBA7978D73A}" type="presParOf" srcId="{2F00B003-F702-48E9-A55D-C157CF10E71B}" destId="{FEE3632C-87E1-4BCE-804C-525BE54DC596}" srcOrd="0" destOrd="0" presId="urn:microsoft.com/office/officeart/2005/8/layout/orgChart1"/>
    <dgm:cxn modelId="{CF610430-4020-456F-8FD5-3BA9F73EB3F4}" type="presParOf" srcId="{FEE3632C-87E1-4BCE-804C-525BE54DC596}" destId="{66DC8A8B-9790-4510-9C10-E5AA71A4C284}" srcOrd="0" destOrd="0" presId="urn:microsoft.com/office/officeart/2005/8/layout/orgChart1"/>
    <dgm:cxn modelId="{D07A2555-69CA-48AA-A4CF-DC044EA238F7}" type="presParOf" srcId="{FEE3632C-87E1-4BCE-804C-525BE54DC596}" destId="{A95C8DC4-904A-4DE2-A4AE-ECB7FA24B5C7}" srcOrd="1" destOrd="0" presId="urn:microsoft.com/office/officeart/2005/8/layout/orgChart1"/>
    <dgm:cxn modelId="{7B867FFA-3E84-48BC-8747-58537E52A096}" type="presParOf" srcId="{2F00B003-F702-48E9-A55D-C157CF10E71B}" destId="{A2841033-8B7D-4D46-995E-766AAEDC0084}" srcOrd="1" destOrd="0" presId="urn:microsoft.com/office/officeart/2005/8/layout/orgChart1"/>
    <dgm:cxn modelId="{C56CA6FD-6064-43AC-8F7E-07485156AAB5}" type="presParOf" srcId="{2F00B003-F702-48E9-A55D-C157CF10E71B}" destId="{2ED7C96C-AE42-4F6F-BD25-148D55845627}" srcOrd="2" destOrd="0" presId="urn:microsoft.com/office/officeart/2005/8/layout/orgChart1"/>
    <dgm:cxn modelId="{87BDAEA7-92E0-4049-B7F6-8F4D2595B9E1}" type="presParOf" srcId="{AFD78652-E657-430F-8C93-0FCFE76ADBDE}" destId="{052C58BD-C18C-4F1A-BDD2-FADF896A1100}" srcOrd="2" destOrd="0" presId="urn:microsoft.com/office/officeart/2005/8/layout/orgChart1"/>
    <dgm:cxn modelId="{07B1DDDE-A8F5-4D05-A80C-511450523BCF}" type="presParOf" srcId="{AFD78652-E657-430F-8C93-0FCFE76ADBDE}" destId="{C845954A-8220-437E-8C6C-B1206FC632A8}" srcOrd="3" destOrd="0" presId="urn:microsoft.com/office/officeart/2005/8/layout/orgChart1"/>
    <dgm:cxn modelId="{6EDDF51C-273C-43F4-A292-B8CF102F7D92}" type="presParOf" srcId="{C845954A-8220-437E-8C6C-B1206FC632A8}" destId="{63D15250-7639-48F8-A347-6D919E61AEB9}" srcOrd="0" destOrd="0" presId="urn:microsoft.com/office/officeart/2005/8/layout/orgChart1"/>
    <dgm:cxn modelId="{FE30CF0C-E125-47CE-AC33-EE530D870CA8}" type="presParOf" srcId="{63D15250-7639-48F8-A347-6D919E61AEB9}" destId="{3888AD11-1F20-438C-A4F0-006C448F67D1}" srcOrd="0" destOrd="0" presId="urn:microsoft.com/office/officeart/2005/8/layout/orgChart1"/>
    <dgm:cxn modelId="{8FAC819C-55C0-464A-A9B2-43878F77EFAE}" type="presParOf" srcId="{63D15250-7639-48F8-A347-6D919E61AEB9}" destId="{34A83109-7F1A-4973-A4C1-1AEAF2F30041}" srcOrd="1" destOrd="0" presId="urn:microsoft.com/office/officeart/2005/8/layout/orgChart1"/>
    <dgm:cxn modelId="{7A2B0747-0583-4C66-9D7B-3BCB25366C71}" type="presParOf" srcId="{C845954A-8220-437E-8C6C-B1206FC632A8}" destId="{4110815E-FE50-44CF-A8E5-A9C8B2DD9989}" srcOrd="1" destOrd="0" presId="urn:microsoft.com/office/officeart/2005/8/layout/orgChart1"/>
    <dgm:cxn modelId="{C3C2A703-2937-434D-A747-B0F0424B8E78}" type="presParOf" srcId="{C845954A-8220-437E-8C6C-B1206FC632A8}" destId="{6D44A4D5-1C31-426C-82F1-A804D81CC787}" srcOrd="2" destOrd="0" presId="urn:microsoft.com/office/officeart/2005/8/layout/orgChart1"/>
    <dgm:cxn modelId="{409CB958-8CBC-472B-B6D6-78FBA08D9B5A}" type="presParOf" srcId="{AFD78652-E657-430F-8C93-0FCFE76ADBDE}" destId="{5758FD1B-EC26-4260-9616-E7370CA5234D}" srcOrd="4" destOrd="0" presId="urn:microsoft.com/office/officeart/2005/8/layout/orgChart1"/>
    <dgm:cxn modelId="{3A36B8B0-DB10-427D-8553-E8691D7F3777}" type="presParOf" srcId="{AFD78652-E657-430F-8C93-0FCFE76ADBDE}" destId="{8BE26ACB-3395-45B3-8D0F-3052A7C38720}" srcOrd="5" destOrd="0" presId="urn:microsoft.com/office/officeart/2005/8/layout/orgChart1"/>
    <dgm:cxn modelId="{64296E60-CA98-4E63-BFCC-4CC7AE88051F}" type="presParOf" srcId="{8BE26ACB-3395-45B3-8D0F-3052A7C38720}" destId="{E4EC01F6-A6B0-40C9-88E0-23E31409F137}" srcOrd="0" destOrd="0" presId="urn:microsoft.com/office/officeart/2005/8/layout/orgChart1"/>
    <dgm:cxn modelId="{70DABAE1-71E5-4F88-841F-A0F1266E77ED}" type="presParOf" srcId="{E4EC01F6-A6B0-40C9-88E0-23E31409F137}" destId="{FB1987D2-9A29-4071-BC41-027C33AA343A}" srcOrd="0" destOrd="0" presId="urn:microsoft.com/office/officeart/2005/8/layout/orgChart1"/>
    <dgm:cxn modelId="{63295AE3-8427-41C3-86AE-62B6C2CD358E}" type="presParOf" srcId="{E4EC01F6-A6B0-40C9-88E0-23E31409F137}" destId="{9EBC896A-91E0-45CB-A4E7-2E55A231CCC6}" srcOrd="1" destOrd="0" presId="urn:microsoft.com/office/officeart/2005/8/layout/orgChart1"/>
    <dgm:cxn modelId="{69653C6E-D14B-41F5-B983-A81844C07004}" type="presParOf" srcId="{8BE26ACB-3395-45B3-8D0F-3052A7C38720}" destId="{1C8175EA-649B-4082-80F0-80EACE49DF9B}" srcOrd="1" destOrd="0" presId="urn:microsoft.com/office/officeart/2005/8/layout/orgChart1"/>
    <dgm:cxn modelId="{565996BC-F271-4DD1-A71F-2AEC8340BBB8}" type="presParOf" srcId="{8BE26ACB-3395-45B3-8D0F-3052A7C38720}" destId="{C2004B60-701F-46C4-9908-EA745C0814B4}" srcOrd="2" destOrd="0" presId="urn:microsoft.com/office/officeart/2005/8/layout/orgChart1"/>
    <dgm:cxn modelId="{01001451-0BC8-4422-806B-D71651642CF4}" type="presParOf" srcId="{AFD78652-E657-430F-8C93-0FCFE76ADBDE}" destId="{DBD1298E-8899-4AD1-AEF9-FB743C0C2955}" srcOrd="6" destOrd="0" presId="urn:microsoft.com/office/officeart/2005/8/layout/orgChart1"/>
    <dgm:cxn modelId="{6199347E-56F1-4D35-8339-B0259E3E4516}" type="presParOf" srcId="{AFD78652-E657-430F-8C93-0FCFE76ADBDE}" destId="{13C04A39-20C4-4B56-9530-B38D6FE4FCCA}" srcOrd="7" destOrd="0" presId="urn:microsoft.com/office/officeart/2005/8/layout/orgChart1"/>
    <dgm:cxn modelId="{9317D42B-E4C8-466E-A967-ED2A39726FBD}" type="presParOf" srcId="{13C04A39-20C4-4B56-9530-B38D6FE4FCCA}" destId="{D7E03CB9-1165-4F36-9DC3-9936AA947598}" srcOrd="0" destOrd="0" presId="urn:microsoft.com/office/officeart/2005/8/layout/orgChart1"/>
    <dgm:cxn modelId="{2B5FC293-C3D9-44F3-A40F-DAF063807E5C}" type="presParOf" srcId="{D7E03CB9-1165-4F36-9DC3-9936AA947598}" destId="{1D8718A9-2A9B-45AD-92E8-BA1B2143AE85}" srcOrd="0" destOrd="0" presId="urn:microsoft.com/office/officeart/2005/8/layout/orgChart1"/>
    <dgm:cxn modelId="{1B5F028C-3987-425C-AE50-5890105A2F99}" type="presParOf" srcId="{D7E03CB9-1165-4F36-9DC3-9936AA947598}" destId="{400D721E-EE6D-4D84-853F-3D124F63BD5C}" srcOrd="1" destOrd="0" presId="urn:microsoft.com/office/officeart/2005/8/layout/orgChart1"/>
    <dgm:cxn modelId="{E7E65E34-457F-4CB9-8954-D4790CF01ED6}" type="presParOf" srcId="{13C04A39-20C4-4B56-9530-B38D6FE4FCCA}" destId="{819562D4-2F0D-4E83-B242-B8D3FE396DCA}" srcOrd="1" destOrd="0" presId="urn:microsoft.com/office/officeart/2005/8/layout/orgChart1"/>
    <dgm:cxn modelId="{803A176D-4629-43DD-9351-7EDC575773DC}" type="presParOf" srcId="{13C04A39-20C4-4B56-9530-B38D6FE4FCCA}" destId="{B5E13BC8-E0D2-4D5F-8FA9-2411CAF81089}" srcOrd="2" destOrd="0" presId="urn:microsoft.com/office/officeart/2005/8/layout/orgChart1"/>
    <dgm:cxn modelId="{9726D6F6-B167-42A6-98DE-A17B097C0C21}" type="presParOf" srcId="{AFD78652-E657-430F-8C93-0FCFE76ADBDE}" destId="{D9605214-CB30-411A-8969-F59EA39BD1FA}" srcOrd="8" destOrd="0" presId="urn:microsoft.com/office/officeart/2005/8/layout/orgChart1"/>
    <dgm:cxn modelId="{D217ED73-3E71-495E-A741-5D42E503B124}" type="presParOf" srcId="{AFD78652-E657-430F-8C93-0FCFE76ADBDE}" destId="{E087DAA7-6CAE-4144-B617-7C405AF59DCA}" srcOrd="9" destOrd="0" presId="urn:microsoft.com/office/officeart/2005/8/layout/orgChart1"/>
    <dgm:cxn modelId="{4670A795-1840-4054-A376-FB22BB0D982E}" type="presParOf" srcId="{E087DAA7-6CAE-4144-B617-7C405AF59DCA}" destId="{FD83B286-4EB0-4277-88FA-333987382567}" srcOrd="0" destOrd="0" presId="urn:microsoft.com/office/officeart/2005/8/layout/orgChart1"/>
    <dgm:cxn modelId="{A04264E5-8BC0-4D1A-BDB9-0F3774215C62}" type="presParOf" srcId="{FD83B286-4EB0-4277-88FA-333987382567}" destId="{1CF13D7E-ABBA-44BC-93CC-05BDB32B4E13}" srcOrd="0" destOrd="0" presId="urn:microsoft.com/office/officeart/2005/8/layout/orgChart1"/>
    <dgm:cxn modelId="{2E2E144E-0DEC-4B5B-A6A8-20D3088A572C}" type="presParOf" srcId="{FD83B286-4EB0-4277-88FA-333987382567}" destId="{3C80E04D-0772-4A8E-B1D2-AEBEAF143763}" srcOrd="1" destOrd="0" presId="urn:microsoft.com/office/officeart/2005/8/layout/orgChart1"/>
    <dgm:cxn modelId="{5888152F-2B2A-4537-BCEE-81518DB3EEA9}" type="presParOf" srcId="{E087DAA7-6CAE-4144-B617-7C405AF59DCA}" destId="{026376A8-49FC-4405-9331-021536F2EA60}" srcOrd="1" destOrd="0" presId="urn:microsoft.com/office/officeart/2005/8/layout/orgChart1"/>
    <dgm:cxn modelId="{A73769E4-42FB-4B06-8822-03C8E60C3496}" type="presParOf" srcId="{E087DAA7-6CAE-4144-B617-7C405AF59DCA}" destId="{05FB7FD1-496B-4DAF-BD60-750262054D51}" srcOrd="2" destOrd="0" presId="urn:microsoft.com/office/officeart/2005/8/layout/orgChart1"/>
    <dgm:cxn modelId="{916F4568-2693-48AD-931E-28597C98E43C}" type="presParOf" srcId="{9C496954-CD6F-4721-B718-7F7C0EDCBF86}" destId="{0AC3DA08-C690-4531-A9E4-705416B334E3}" srcOrd="2" destOrd="0" presId="urn:microsoft.com/office/officeart/2005/8/layout/orgChart1"/>
    <dgm:cxn modelId="{EC4B2F23-D4B9-44C1-9051-1DA30678C386}" type="presParOf" srcId="{B0B06D0E-EE42-4171-8202-19CBCA690DE0}" destId="{71CAAE4A-9C91-4FFC-8BE9-F512598245E1}" srcOrd="4" destOrd="0" presId="urn:microsoft.com/office/officeart/2005/8/layout/orgChart1"/>
    <dgm:cxn modelId="{C429B768-E3E2-4DCE-AAFD-C04354E9EED6}" type="presParOf" srcId="{B0B06D0E-EE42-4171-8202-19CBCA690DE0}" destId="{F95B2F02-2B9D-41C5-A1A4-FC46D729C3D7}" srcOrd="5" destOrd="0" presId="urn:microsoft.com/office/officeart/2005/8/layout/orgChart1"/>
    <dgm:cxn modelId="{05B1C143-3028-47F1-B585-A16476F76A1D}" type="presParOf" srcId="{F95B2F02-2B9D-41C5-A1A4-FC46D729C3D7}" destId="{E59F77E0-A9FA-4ED7-87AD-CF4A39510CFB}" srcOrd="0" destOrd="0" presId="urn:microsoft.com/office/officeart/2005/8/layout/orgChart1"/>
    <dgm:cxn modelId="{B4F00232-0492-47A6-8D54-52FF98CEF0A7}" type="presParOf" srcId="{E59F77E0-A9FA-4ED7-87AD-CF4A39510CFB}" destId="{3D3C7940-A1C4-4BED-A99A-61F39A0717D0}" srcOrd="0" destOrd="0" presId="urn:microsoft.com/office/officeart/2005/8/layout/orgChart1"/>
    <dgm:cxn modelId="{799B9640-CB6E-4BCF-A8B4-E4D213170034}" type="presParOf" srcId="{E59F77E0-A9FA-4ED7-87AD-CF4A39510CFB}" destId="{15170862-1240-4BB8-B1F1-5468957379E0}" srcOrd="1" destOrd="0" presId="urn:microsoft.com/office/officeart/2005/8/layout/orgChart1"/>
    <dgm:cxn modelId="{FFCA8448-E287-47FE-9AC3-7F52620690A5}" type="presParOf" srcId="{F95B2F02-2B9D-41C5-A1A4-FC46D729C3D7}" destId="{EF4AB3F0-8780-4317-8EE2-301444753F03}" srcOrd="1" destOrd="0" presId="urn:microsoft.com/office/officeart/2005/8/layout/orgChart1"/>
    <dgm:cxn modelId="{FC4527CF-987F-4BF1-A36D-A5611EDEDF24}" type="presParOf" srcId="{EF4AB3F0-8780-4317-8EE2-301444753F03}" destId="{43664DE7-4A19-4A1E-8233-885F390DD311}" srcOrd="0" destOrd="0" presId="urn:microsoft.com/office/officeart/2005/8/layout/orgChart1"/>
    <dgm:cxn modelId="{D9D9E914-73C3-41F3-9835-D2A3903C4EA4}" type="presParOf" srcId="{EF4AB3F0-8780-4317-8EE2-301444753F03}" destId="{AFF33068-9338-415A-AF1F-FD7D2D4D4136}" srcOrd="1" destOrd="0" presId="urn:microsoft.com/office/officeart/2005/8/layout/orgChart1"/>
    <dgm:cxn modelId="{92CB4865-45D6-4210-9DF4-380F4AF11C81}" type="presParOf" srcId="{AFF33068-9338-415A-AF1F-FD7D2D4D4136}" destId="{05CF4E6F-B0EF-4DB5-A0E0-D5285F003330}" srcOrd="0" destOrd="0" presId="urn:microsoft.com/office/officeart/2005/8/layout/orgChart1"/>
    <dgm:cxn modelId="{E6911F11-7E3C-43B8-A4A4-423B826951E0}" type="presParOf" srcId="{05CF4E6F-B0EF-4DB5-A0E0-D5285F003330}" destId="{61778DD5-9ECC-4169-8E14-635E1D2FC321}" srcOrd="0" destOrd="0" presId="urn:microsoft.com/office/officeart/2005/8/layout/orgChart1"/>
    <dgm:cxn modelId="{AB6A3F48-79A5-4C1A-93B9-C107C2C5DC64}" type="presParOf" srcId="{05CF4E6F-B0EF-4DB5-A0E0-D5285F003330}" destId="{884D849A-8ACC-4404-8396-441C223096FC}" srcOrd="1" destOrd="0" presId="urn:microsoft.com/office/officeart/2005/8/layout/orgChart1"/>
    <dgm:cxn modelId="{642D44D8-64A6-4238-B680-E944CB81FA23}" type="presParOf" srcId="{AFF33068-9338-415A-AF1F-FD7D2D4D4136}" destId="{4D9063E9-E233-40A2-A442-BD282C8DC8B8}" srcOrd="1" destOrd="0" presId="urn:microsoft.com/office/officeart/2005/8/layout/orgChart1"/>
    <dgm:cxn modelId="{38EF2A57-E3E1-40BA-AFB4-F0A823F7592D}" type="presParOf" srcId="{AFF33068-9338-415A-AF1F-FD7D2D4D4136}" destId="{59410E6E-CBFD-4BC6-BCEF-7628A0711337}" srcOrd="2" destOrd="0" presId="urn:microsoft.com/office/officeart/2005/8/layout/orgChart1"/>
    <dgm:cxn modelId="{AF483928-3CB0-4FCB-AE0B-0C476DA69F4A}" type="presParOf" srcId="{EF4AB3F0-8780-4317-8EE2-301444753F03}" destId="{0F68DBAB-9263-4488-AA38-C7AE9177A6A5}" srcOrd="2" destOrd="0" presId="urn:microsoft.com/office/officeart/2005/8/layout/orgChart1"/>
    <dgm:cxn modelId="{7577A5F1-B4CF-4A64-A0C9-4FE05171CA1C}" type="presParOf" srcId="{EF4AB3F0-8780-4317-8EE2-301444753F03}" destId="{EB03B676-6D04-47AA-A3D0-C0775646248D}" srcOrd="3" destOrd="0" presId="urn:microsoft.com/office/officeart/2005/8/layout/orgChart1"/>
    <dgm:cxn modelId="{286BCC6F-D652-4BB7-96D2-313772FE7FCD}" type="presParOf" srcId="{EB03B676-6D04-47AA-A3D0-C0775646248D}" destId="{ACE1CBF3-C4D9-411D-9EE2-AA4E5EE61DB8}" srcOrd="0" destOrd="0" presId="urn:microsoft.com/office/officeart/2005/8/layout/orgChart1"/>
    <dgm:cxn modelId="{1E1D4F59-4CD0-4167-9CD5-24D543006975}" type="presParOf" srcId="{ACE1CBF3-C4D9-411D-9EE2-AA4E5EE61DB8}" destId="{8212465E-0647-401D-8755-9B71BBF79A34}" srcOrd="0" destOrd="0" presId="urn:microsoft.com/office/officeart/2005/8/layout/orgChart1"/>
    <dgm:cxn modelId="{F4C125DD-C2A4-407E-8FDA-DEA87183627F}" type="presParOf" srcId="{ACE1CBF3-C4D9-411D-9EE2-AA4E5EE61DB8}" destId="{9610F2EC-3C84-44F1-B86B-750C670A4914}" srcOrd="1" destOrd="0" presId="urn:microsoft.com/office/officeart/2005/8/layout/orgChart1"/>
    <dgm:cxn modelId="{DFED573A-82BB-40D7-BD9C-54FDF1CC8DA4}" type="presParOf" srcId="{EB03B676-6D04-47AA-A3D0-C0775646248D}" destId="{A91BDCB5-FC5E-4546-8D6A-ADECF9A66625}" srcOrd="1" destOrd="0" presId="urn:microsoft.com/office/officeart/2005/8/layout/orgChart1"/>
    <dgm:cxn modelId="{7D25BE7F-7B7C-4B40-A4A8-7713F31AE2C2}" type="presParOf" srcId="{EB03B676-6D04-47AA-A3D0-C0775646248D}" destId="{4DE31E63-2C9A-4B01-AE97-23B37143A5F9}" srcOrd="2" destOrd="0" presId="urn:microsoft.com/office/officeart/2005/8/layout/orgChart1"/>
    <dgm:cxn modelId="{1287C7E7-9A3C-44CE-836D-AFF32EC31E15}" type="presParOf" srcId="{EF4AB3F0-8780-4317-8EE2-301444753F03}" destId="{F7F93155-703B-4DA4-9C3D-690CDE934DD9}" srcOrd="4" destOrd="0" presId="urn:microsoft.com/office/officeart/2005/8/layout/orgChart1"/>
    <dgm:cxn modelId="{C659E919-790E-4E9A-809F-D12F1768AC39}" type="presParOf" srcId="{EF4AB3F0-8780-4317-8EE2-301444753F03}" destId="{6CCA03DF-B734-4BE0-9DAF-4886DD018882}" srcOrd="5" destOrd="0" presId="urn:microsoft.com/office/officeart/2005/8/layout/orgChart1"/>
    <dgm:cxn modelId="{8A67BA35-7F8C-4341-AE4D-7A43E5D89B7D}" type="presParOf" srcId="{6CCA03DF-B734-4BE0-9DAF-4886DD018882}" destId="{9DAF297A-F27E-4273-AFA0-9F40C907EE6B}" srcOrd="0" destOrd="0" presId="urn:microsoft.com/office/officeart/2005/8/layout/orgChart1"/>
    <dgm:cxn modelId="{54934974-AF54-446F-B803-149FDB268566}" type="presParOf" srcId="{9DAF297A-F27E-4273-AFA0-9F40C907EE6B}" destId="{E174571D-F0A9-4F76-BF08-0419CE3C1D25}" srcOrd="0" destOrd="0" presId="urn:microsoft.com/office/officeart/2005/8/layout/orgChart1"/>
    <dgm:cxn modelId="{466B1363-7AC3-4393-BEBE-39A6BEE1D105}" type="presParOf" srcId="{9DAF297A-F27E-4273-AFA0-9F40C907EE6B}" destId="{F1D0BA2D-F96E-4350-B058-4829F2BEFF0F}" srcOrd="1" destOrd="0" presId="urn:microsoft.com/office/officeart/2005/8/layout/orgChart1"/>
    <dgm:cxn modelId="{D1234D45-28FF-496A-894D-B7DD243AC528}" type="presParOf" srcId="{6CCA03DF-B734-4BE0-9DAF-4886DD018882}" destId="{F3DC8A73-EBFC-4F27-9984-C8E500809AE0}" srcOrd="1" destOrd="0" presId="urn:microsoft.com/office/officeart/2005/8/layout/orgChart1"/>
    <dgm:cxn modelId="{45C80C16-90CD-4B72-920B-B7B990435B3A}" type="presParOf" srcId="{6CCA03DF-B734-4BE0-9DAF-4886DD018882}" destId="{D279DA9F-6C63-4929-88DB-30E3D3AEBFC8}" srcOrd="2" destOrd="0" presId="urn:microsoft.com/office/officeart/2005/8/layout/orgChart1"/>
    <dgm:cxn modelId="{11238A56-9A64-4B82-9BA5-0B156EF5D5D3}" type="presParOf" srcId="{EF4AB3F0-8780-4317-8EE2-301444753F03}" destId="{466C2E88-B83A-45C4-A318-7D138A4E2E90}" srcOrd="6" destOrd="0" presId="urn:microsoft.com/office/officeart/2005/8/layout/orgChart1"/>
    <dgm:cxn modelId="{2E33201A-5AC2-456F-B4C4-BDAE95625B10}" type="presParOf" srcId="{EF4AB3F0-8780-4317-8EE2-301444753F03}" destId="{1B79B077-5554-4298-A94E-9F926D3ADFBF}" srcOrd="7" destOrd="0" presId="urn:microsoft.com/office/officeart/2005/8/layout/orgChart1"/>
    <dgm:cxn modelId="{75A3242D-4173-43CB-8105-2F1E5BFEADC3}" type="presParOf" srcId="{1B79B077-5554-4298-A94E-9F926D3ADFBF}" destId="{663D142D-7929-4A96-981B-994A86D6A2A4}" srcOrd="0" destOrd="0" presId="urn:microsoft.com/office/officeart/2005/8/layout/orgChart1"/>
    <dgm:cxn modelId="{6D669564-7C13-4F34-8B2C-5240FB8E77F7}" type="presParOf" srcId="{663D142D-7929-4A96-981B-994A86D6A2A4}" destId="{044F0376-610C-410D-B724-A94598BA6869}" srcOrd="0" destOrd="0" presId="urn:microsoft.com/office/officeart/2005/8/layout/orgChart1"/>
    <dgm:cxn modelId="{8B297176-1278-444E-9EFF-732C03B34796}" type="presParOf" srcId="{663D142D-7929-4A96-981B-994A86D6A2A4}" destId="{9548FA69-EDCB-4D32-BFF7-D9A7ACAF2339}" srcOrd="1" destOrd="0" presId="urn:microsoft.com/office/officeart/2005/8/layout/orgChart1"/>
    <dgm:cxn modelId="{F9CC1305-01A8-4066-AEBB-E7E8600D894C}" type="presParOf" srcId="{1B79B077-5554-4298-A94E-9F926D3ADFBF}" destId="{FD36A120-E2E8-4668-926E-4BB2B5F2DA6D}" srcOrd="1" destOrd="0" presId="urn:microsoft.com/office/officeart/2005/8/layout/orgChart1"/>
    <dgm:cxn modelId="{9F159395-2FEC-493C-850D-B6DD6CA52E3C}" type="presParOf" srcId="{1B79B077-5554-4298-A94E-9F926D3ADFBF}" destId="{02BE90B8-3D26-4E1B-A9D6-8014C6B4B8A5}" srcOrd="2" destOrd="0" presId="urn:microsoft.com/office/officeart/2005/8/layout/orgChart1"/>
    <dgm:cxn modelId="{9947E99B-5C4C-4C00-822F-5F19A871174C}" type="presParOf" srcId="{EF4AB3F0-8780-4317-8EE2-301444753F03}" destId="{25EA51A4-D14E-4FCC-B6EA-59C6997DD522}" srcOrd="8" destOrd="0" presId="urn:microsoft.com/office/officeart/2005/8/layout/orgChart1"/>
    <dgm:cxn modelId="{01B07CC1-1656-4582-8121-273906FDD4A5}" type="presParOf" srcId="{EF4AB3F0-8780-4317-8EE2-301444753F03}" destId="{689AEDAC-3AD8-4DC3-A6DB-CB3740BA9FAC}" srcOrd="9" destOrd="0" presId="urn:microsoft.com/office/officeart/2005/8/layout/orgChart1"/>
    <dgm:cxn modelId="{748FB47E-33AB-4B4A-8D53-79F0CE7C1997}" type="presParOf" srcId="{689AEDAC-3AD8-4DC3-A6DB-CB3740BA9FAC}" destId="{E7CE1121-CD9D-4C8B-8C3C-940C74F6141A}" srcOrd="0" destOrd="0" presId="urn:microsoft.com/office/officeart/2005/8/layout/orgChart1"/>
    <dgm:cxn modelId="{8126178B-54A2-4FFA-A529-96CBF007A453}" type="presParOf" srcId="{E7CE1121-CD9D-4C8B-8C3C-940C74F6141A}" destId="{278C89B8-7A95-49AB-856C-3D060D968840}" srcOrd="0" destOrd="0" presId="urn:microsoft.com/office/officeart/2005/8/layout/orgChart1"/>
    <dgm:cxn modelId="{BEE1B1B9-0DED-4739-9882-1D75CAA5D83B}" type="presParOf" srcId="{E7CE1121-CD9D-4C8B-8C3C-940C74F6141A}" destId="{1CC52E60-3350-409D-AD2E-8CB19DCE9D19}" srcOrd="1" destOrd="0" presId="urn:microsoft.com/office/officeart/2005/8/layout/orgChart1"/>
    <dgm:cxn modelId="{D375FDC9-5490-4008-9324-2E4E387980D4}" type="presParOf" srcId="{689AEDAC-3AD8-4DC3-A6DB-CB3740BA9FAC}" destId="{8736B551-13C4-4E27-9329-DAD373045933}" srcOrd="1" destOrd="0" presId="urn:microsoft.com/office/officeart/2005/8/layout/orgChart1"/>
    <dgm:cxn modelId="{7CC4D5A2-C9B1-4698-A3A3-D7A56A89CB5C}" type="presParOf" srcId="{689AEDAC-3AD8-4DC3-A6DB-CB3740BA9FAC}" destId="{4338D18C-35CD-402D-AB3F-89FECD44A186}" srcOrd="2" destOrd="0" presId="urn:microsoft.com/office/officeart/2005/8/layout/orgChart1"/>
    <dgm:cxn modelId="{9598ADE6-5B48-4704-801D-6B757093FEAA}" type="presParOf" srcId="{F95B2F02-2B9D-41C5-A1A4-FC46D729C3D7}" destId="{C1C8615A-6B5E-4CBF-A813-2362F27657F0}" srcOrd="2" destOrd="0" presId="urn:microsoft.com/office/officeart/2005/8/layout/orgChart1"/>
    <dgm:cxn modelId="{3C838E8C-0866-46A4-91EF-134C5DA3F3B1}" type="presParOf" srcId="{B0B06D0E-EE42-4171-8202-19CBCA690DE0}" destId="{6E7941BE-5A7D-4C6F-976A-690B15DA11F1}" srcOrd="6" destOrd="0" presId="urn:microsoft.com/office/officeart/2005/8/layout/orgChart1"/>
    <dgm:cxn modelId="{DB524149-A3E2-48DA-AB9E-40F680138EA3}" type="presParOf" srcId="{B0B06D0E-EE42-4171-8202-19CBCA690DE0}" destId="{E8BC4873-EAAA-4024-BB08-E462E7E9534A}" srcOrd="7" destOrd="0" presId="urn:microsoft.com/office/officeart/2005/8/layout/orgChart1"/>
    <dgm:cxn modelId="{9DD07A6E-F63D-4C82-9C3A-530A38FA7608}" type="presParOf" srcId="{E8BC4873-EAAA-4024-BB08-E462E7E9534A}" destId="{391D131B-6492-4027-86B2-1636B88EEA6A}" srcOrd="0" destOrd="0" presId="urn:microsoft.com/office/officeart/2005/8/layout/orgChart1"/>
    <dgm:cxn modelId="{8F417F42-42C4-4470-BDB4-4808D12D05DA}" type="presParOf" srcId="{391D131B-6492-4027-86B2-1636B88EEA6A}" destId="{095AD9D2-B132-46AA-A9C1-B9135EA8951D}" srcOrd="0" destOrd="0" presId="urn:microsoft.com/office/officeart/2005/8/layout/orgChart1"/>
    <dgm:cxn modelId="{C5FEFB5D-E539-4F4C-8A8F-7C754C6A42E9}" type="presParOf" srcId="{391D131B-6492-4027-86B2-1636B88EEA6A}" destId="{6DFB78F9-AD17-4E3F-BA5A-B880AE5D9C2A}" srcOrd="1" destOrd="0" presId="urn:microsoft.com/office/officeart/2005/8/layout/orgChart1"/>
    <dgm:cxn modelId="{1E568FFA-1EF9-4CDE-BC27-28929FF100FF}" type="presParOf" srcId="{E8BC4873-EAAA-4024-BB08-E462E7E9534A}" destId="{15D33EBB-F7F2-4253-9C34-C3784EAAD180}" srcOrd="1" destOrd="0" presId="urn:microsoft.com/office/officeart/2005/8/layout/orgChart1"/>
    <dgm:cxn modelId="{06B7FFD2-934B-4873-8F3A-116C2AF45BA4}" type="presParOf" srcId="{15D33EBB-F7F2-4253-9C34-C3784EAAD180}" destId="{23BE2010-FB21-46A9-A7B5-F37D4F52C308}" srcOrd="0" destOrd="0" presId="urn:microsoft.com/office/officeart/2005/8/layout/orgChart1"/>
    <dgm:cxn modelId="{53F1C1B0-21B9-48DA-86DC-C8E526678084}" type="presParOf" srcId="{15D33EBB-F7F2-4253-9C34-C3784EAAD180}" destId="{4EC7E2F1-55F0-4EA8-B2BB-88E223794A9B}" srcOrd="1" destOrd="0" presId="urn:microsoft.com/office/officeart/2005/8/layout/orgChart1"/>
    <dgm:cxn modelId="{A8949F80-6866-4125-AEFB-BE3B15FF63AF}" type="presParOf" srcId="{4EC7E2F1-55F0-4EA8-B2BB-88E223794A9B}" destId="{9423E205-D253-453F-B527-357C838E8A98}" srcOrd="0" destOrd="0" presId="urn:microsoft.com/office/officeart/2005/8/layout/orgChart1"/>
    <dgm:cxn modelId="{42EAE1A5-52BB-46D0-851F-EA34F2C517FD}" type="presParOf" srcId="{9423E205-D253-453F-B527-357C838E8A98}" destId="{3B6D76D1-6F65-40AD-B6B1-C03AB44949A3}" srcOrd="0" destOrd="0" presId="urn:microsoft.com/office/officeart/2005/8/layout/orgChart1"/>
    <dgm:cxn modelId="{B11EF2F4-148A-4D67-9788-F762443D63E2}" type="presParOf" srcId="{9423E205-D253-453F-B527-357C838E8A98}" destId="{37D72A4D-7F57-48D3-B458-1F46C12AD812}" srcOrd="1" destOrd="0" presId="urn:microsoft.com/office/officeart/2005/8/layout/orgChart1"/>
    <dgm:cxn modelId="{8F500F7D-BE7A-4DF7-8117-8B351E772555}" type="presParOf" srcId="{4EC7E2F1-55F0-4EA8-B2BB-88E223794A9B}" destId="{127DAD30-BAAE-4C99-BA3F-518355307BC8}" srcOrd="1" destOrd="0" presId="urn:microsoft.com/office/officeart/2005/8/layout/orgChart1"/>
    <dgm:cxn modelId="{F9CDCC7B-C25F-4D58-9E97-BCE6A0E53321}" type="presParOf" srcId="{4EC7E2F1-55F0-4EA8-B2BB-88E223794A9B}" destId="{C99177CC-34A7-4972-B5CD-357AD10A7211}" srcOrd="2" destOrd="0" presId="urn:microsoft.com/office/officeart/2005/8/layout/orgChart1"/>
    <dgm:cxn modelId="{0BBCC4D3-8D11-460A-B49D-0D06100C7555}" type="presParOf" srcId="{15D33EBB-F7F2-4253-9C34-C3784EAAD180}" destId="{DF17E617-E3A3-433E-A09D-41FBDC9B887C}" srcOrd="2" destOrd="0" presId="urn:microsoft.com/office/officeart/2005/8/layout/orgChart1"/>
    <dgm:cxn modelId="{BE511332-A6C3-4FF0-A4DE-38FD00408990}" type="presParOf" srcId="{15D33EBB-F7F2-4253-9C34-C3784EAAD180}" destId="{A048DB13-0A26-4C05-B0EF-76E69B26C6D3}" srcOrd="3" destOrd="0" presId="urn:microsoft.com/office/officeart/2005/8/layout/orgChart1"/>
    <dgm:cxn modelId="{37CF5CA0-EED6-4476-8C5F-BA171B310498}" type="presParOf" srcId="{A048DB13-0A26-4C05-B0EF-76E69B26C6D3}" destId="{B725CC0A-F8C7-4504-B34B-5476E2DE95D8}" srcOrd="0" destOrd="0" presId="urn:microsoft.com/office/officeart/2005/8/layout/orgChart1"/>
    <dgm:cxn modelId="{717256C9-D721-4E89-9AEE-DD7B5970FC41}" type="presParOf" srcId="{B725CC0A-F8C7-4504-B34B-5476E2DE95D8}" destId="{5055E6FE-7B9B-4F11-BFA1-90398978AE33}" srcOrd="0" destOrd="0" presId="urn:microsoft.com/office/officeart/2005/8/layout/orgChart1"/>
    <dgm:cxn modelId="{C23C7031-B64C-4A6B-A054-011FF69735B4}" type="presParOf" srcId="{B725CC0A-F8C7-4504-B34B-5476E2DE95D8}" destId="{5417D0AA-65A0-4E63-9780-F436A461B961}" srcOrd="1" destOrd="0" presId="urn:microsoft.com/office/officeart/2005/8/layout/orgChart1"/>
    <dgm:cxn modelId="{10D62011-19D8-4D38-A2E4-880C018F818A}" type="presParOf" srcId="{A048DB13-0A26-4C05-B0EF-76E69B26C6D3}" destId="{F02F37DF-7FFF-40B6-82AF-40362E9D0728}" srcOrd="1" destOrd="0" presId="urn:microsoft.com/office/officeart/2005/8/layout/orgChart1"/>
    <dgm:cxn modelId="{A872D739-F622-475D-80E1-25CB013B0058}" type="presParOf" srcId="{A048DB13-0A26-4C05-B0EF-76E69B26C6D3}" destId="{C77E306A-425A-4EEE-A756-0FD69A76F272}" srcOrd="2" destOrd="0" presId="urn:microsoft.com/office/officeart/2005/8/layout/orgChart1"/>
    <dgm:cxn modelId="{1FC89B4E-E86D-45A7-82FD-8CAE332062B0}" type="presParOf" srcId="{15D33EBB-F7F2-4253-9C34-C3784EAAD180}" destId="{9840ADED-5353-49F7-841C-52B65B70E828}" srcOrd="4" destOrd="0" presId="urn:microsoft.com/office/officeart/2005/8/layout/orgChart1"/>
    <dgm:cxn modelId="{C8E83DD0-F864-4A0B-A7F9-B9A22A4DBDCF}" type="presParOf" srcId="{15D33EBB-F7F2-4253-9C34-C3784EAAD180}" destId="{C3C686F7-0B0C-4230-A30E-91A6B5B71919}" srcOrd="5" destOrd="0" presId="urn:microsoft.com/office/officeart/2005/8/layout/orgChart1"/>
    <dgm:cxn modelId="{0E1F8FC7-B53C-4E00-BC03-8303B4A3169E}" type="presParOf" srcId="{C3C686F7-0B0C-4230-A30E-91A6B5B71919}" destId="{55E64234-5E94-4265-ADEB-5BCDB87B46A1}" srcOrd="0" destOrd="0" presId="urn:microsoft.com/office/officeart/2005/8/layout/orgChart1"/>
    <dgm:cxn modelId="{7ACB3979-98AD-4741-9F63-155CC733015D}" type="presParOf" srcId="{55E64234-5E94-4265-ADEB-5BCDB87B46A1}" destId="{941964F1-B1D4-478A-A7AE-AA5C621659EC}" srcOrd="0" destOrd="0" presId="urn:microsoft.com/office/officeart/2005/8/layout/orgChart1"/>
    <dgm:cxn modelId="{B5EAF70C-5389-42D9-AFC7-3B2BDD54CDD2}" type="presParOf" srcId="{55E64234-5E94-4265-ADEB-5BCDB87B46A1}" destId="{65F2B388-556F-4E85-881C-848060E77632}" srcOrd="1" destOrd="0" presId="urn:microsoft.com/office/officeart/2005/8/layout/orgChart1"/>
    <dgm:cxn modelId="{4D2139E3-3308-4E8D-B639-68FC29924AB5}" type="presParOf" srcId="{C3C686F7-0B0C-4230-A30E-91A6B5B71919}" destId="{BEC9A011-B39A-42A2-BD40-B6125A9CFACB}" srcOrd="1" destOrd="0" presId="urn:microsoft.com/office/officeart/2005/8/layout/orgChart1"/>
    <dgm:cxn modelId="{6763ECC4-790F-4726-ACF0-4609B0DC5FB2}" type="presParOf" srcId="{C3C686F7-0B0C-4230-A30E-91A6B5B71919}" destId="{DDD754DE-B68C-4FCE-B6DE-9DA0C81CE87A}" srcOrd="2" destOrd="0" presId="urn:microsoft.com/office/officeart/2005/8/layout/orgChart1"/>
    <dgm:cxn modelId="{AF6C1A1D-56EB-4A64-96B8-04F79D522D7E}" type="presParOf" srcId="{E8BC4873-EAAA-4024-BB08-E462E7E9534A}" destId="{5E2E33AB-3C07-498A-AD45-BB77522BC625}" srcOrd="2" destOrd="0" presId="urn:microsoft.com/office/officeart/2005/8/layout/orgChart1"/>
    <dgm:cxn modelId="{531A4003-655F-4D43-9424-2B2FEB7B7D03}" type="presParOf" srcId="{4629F77F-C5B3-4311-B850-4436B445A28E}" destId="{D3864E61-58DA-4C4C-9562-11FE5452223D}"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A537BE7-9FB1-4A2C-9673-76BE51E980A4}" type="doc">
      <dgm:prSet loTypeId="urn:microsoft.com/office/officeart/2005/8/layout/process5" loCatId="process" qsTypeId="urn:microsoft.com/office/officeart/2005/8/quickstyle/simple1" qsCatId="simple" csTypeId="urn:microsoft.com/office/officeart/2005/8/colors/colorful5" csCatId="colorful" phldr="1"/>
      <dgm:spPr/>
      <dgm:t>
        <a:bodyPr/>
        <a:lstStyle/>
        <a:p>
          <a:endParaRPr lang="en-US"/>
        </a:p>
      </dgm:t>
    </dgm:pt>
    <dgm:pt modelId="{1C193E31-EBE5-4BCB-8949-6540AB7AF325}">
      <dgm:prSet phldrT="[Text]"/>
      <dgm:spPr/>
      <dgm:t>
        <a:bodyPr/>
        <a:lstStyle/>
        <a:p>
          <a:r>
            <a:rPr lang="en-US" smtClean="0"/>
            <a:t>Initiation	</a:t>
          </a:r>
          <a:endParaRPr lang="en-US" dirty="0"/>
        </a:p>
      </dgm:t>
    </dgm:pt>
    <dgm:pt modelId="{66FF8AC8-B4A4-443B-ACBA-CD6CF84C5A00}" type="parTrans" cxnId="{389F999C-F8DB-461E-BE7B-9447A589700B}">
      <dgm:prSet/>
      <dgm:spPr/>
      <dgm:t>
        <a:bodyPr/>
        <a:lstStyle/>
        <a:p>
          <a:endParaRPr lang="en-US"/>
        </a:p>
      </dgm:t>
    </dgm:pt>
    <dgm:pt modelId="{ED9A8CE4-8B5B-4AE3-A40B-3E8CE13B2094}" type="sibTrans" cxnId="{389F999C-F8DB-461E-BE7B-9447A589700B}">
      <dgm:prSet/>
      <dgm:spPr/>
      <dgm:t>
        <a:bodyPr/>
        <a:lstStyle/>
        <a:p>
          <a:endParaRPr lang="en-US"/>
        </a:p>
      </dgm:t>
    </dgm:pt>
    <dgm:pt modelId="{E8773EE8-941C-4EAE-A22F-6E90E69418E2}">
      <dgm:prSet/>
      <dgm:spPr/>
      <dgm:t>
        <a:bodyPr/>
        <a:lstStyle/>
        <a:p>
          <a:r>
            <a:rPr lang="en-US" dirty="0" smtClean="0"/>
            <a:t>Feasibility Study		</a:t>
          </a:r>
          <a:endParaRPr lang="en-US" dirty="0"/>
        </a:p>
      </dgm:t>
    </dgm:pt>
    <dgm:pt modelId="{B82ED367-FA9C-4AD9-A675-C9130AB643CD}" type="parTrans" cxnId="{56A99525-1F44-406E-89BF-A99E84C8DB63}">
      <dgm:prSet/>
      <dgm:spPr/>
      <dgm:t>
        <a:bodyPr/>
        <a:lstStyle/>
        <a:p>
          <a:endParaRPr lang="en-US"/>
        </a:p>
      </dgm:t>
    </dgm:pt>
    <dgm:pt modelId="{57DBDD42-3DA4-44F1-B052-E845EE364E25}" type="sibTrans" cxnId="{56A99525-1F44-406E-89BF-A99E84C8DB63}">
      <dgm:prSet/>
      <dgm:spPr/>
      <dgm:t>
        <a:bodyPr/>
        <a:lstStyle/>
        <a:p>
          <a:endParaRPr lang="en-US"/>
        </a:p>
      </dgm:t>
    </dgm:pt>
    <dgm:pt modelId="{5CF2311C-BE17-40ED-B6EB-85C37D9B5497}">
      <dgm:prSet/>
      <dgm:spPr/>
      <dgm:t>
        <a:bodyPr/>
        <a:lstStyle/>
        <a:p>
          <a:r>
            <a:rPr lang="en-US" dirty="0" smtClean="0"/>
            <a:t>Needs assessment &amp; concept brief</a:t>
          </a:r>
          <a:endParaRPr lang="en-US" dirty="0"/>
        </a:p>
      </dgm:t>
    </dgm:pt>
    <dgm:pt modelId="{6A406599-A1B8-45BA-BB44-6A7A46ADA462}" type="parTrans" cxnId="{215A3D26-DC8F-49A6-8D0A-4C6AFC63371C}">
      <dgm:prSet/>
      <dgm:spPr/>
      <dgm:t>
        <a:bodyPr/>
        <a:lstStyle/>
        <a:p>
          <a:endParaRPr lang="en-US"/>
        </a:p>
      </dgm:t>
    </dgm:pt>
    <dgm:pt modelId="{6C587CA9-B9B5-4DB2-BF63-5C6504285B39}" type="sibTrans" cxnId="{215A3D26-DC8F-49A6-8D0A-4C6AFC63371C}">
      <dgm:prSet/>
      <dgm:spPr/>
      <dgm:t>
        <a:bodyPr/>
        <a:lstStyle/>
        <a:p>
          <a:endParaRPr lang="en-US"/>
        </a:p>
      </dgm:t>
    </dgm:pt>
    <dgm:pt modelId="{3CDED85D-DA06-4D35-A881-EC6B0F5FEC00}">
      <dgm:prSet/>
      <dgm:spPr/>
      <dgm:t>
        <a:bodyPr/>
        <a:lstStyle/>
        <a:p>
          <a:r>
            <a:rPr lang="en-US" dirty="0" smtClean="0"/>
            <a:t>Project plan</a:t>
          </a:r>
          <a:endParaRPr lang="en-US" dirty="0"/>
        </a:p>
      </dgm:t>
    </dgm:pt>
    <dgm:pt modelId="{A29678E0-D724-4BEE-9E0F-F0254AFEBD61}" type="parTrans" cxnId="{32DA161C-9007-4CCA-A715-EBCFE58B2721}">
      <dgm:prSet/>
      <dgm:spPr/>
      <dgm:t>
        <a:bodyPr/>
        <a:lstStyle/>
        <a:p>
          <a:endParaRPr lang="en-US"/>
        </a:p>
      </dgm:t>
    </dgm:pt>
    <dgm:pt modelId="{01E8628F-7C8D-456D-9EC5-330EC8491854}" type="sibTrans" cxnId="{32DA161C-9007-4CCA-A715-EBCFE58B2721}">
      <dgm:prSet/>
      <dgm:spPr/>
      <dgm:t>
        <a:bodyPr/>
        <a:lstStyle/>
        <a:p>
          <a:endParaRPr lang="en-US"/>
        </a:p>
      </dgm:t>
    </dgm:pt>
    <dgm:pt modelId="{1904939A-CC33-45BC-AD8F-1CCEE8747FFE}">
      <dgm:prSet/>
      <dgm:spPr/>
      <dgm:t>
        <a:bodyPr/>
        <a:lstStyle/>
        <a:p>
          <a:r>
            <a:rPr lang="en-US" dirty="0" smtClean="0"/>
            <a:t>Management &amp; Support plans</a:t>
          </a:r>
          <a:endParaRPr lang="en-US" dirty="0"/>
        </a:p>
      </dgm:t>
    </dgm:pt>
    <dgm:pt modelId="{F0DDB041-A96F-42BB-A791-CA3728F7A6D4}" type="parTrans" cxnId="{4BEFCDB1-1023-4414-9686-F0C38FFDAF61}">
      <dgm:prSet/>
      <dgm:spPr/>
      <dgm:t>
        <a:bodyPr/>
        <a:lstStyle/>
        <a:p>
          <a:endParaRPr lang="en-US"/>
        </a:p>
      </dgm:t>
    </dgm:pt>
    <dgm:pt modelId="{E1B8105E-1D2B-4603-B6C5-27F7FAB1527A}" type="sibTrans" cxnId="{4BEFCDB1-1023-4414-9686-F0C38FFDAF61}">
      <dgm:prSet/>
      <dgm:spPr/>
      <dgm:t>
        <a:bodyPr/>
        <a:lstStyle/>
        <a:p>
          <a:endParaRPr lang="en-US"/>
        </a:p>
      </dgm:t>
    </dgm:pt>
    <dgm:pt modelId="{EF5C687D-341C-4562-AB69-66724766E833}">
      <dgm:prSet/>
      <dgm:spPr/>
      <dgm:t>
        <a:bodyPr/>
        <a:lstStyle/>
        <a:p>
          <a:r>
            <a:rPr lang="en-US" smtClean="0"/>
            <a:t>Feasibility study</a:t>
          </a:r>
          <a:endParaRPr lang="en-US"/>
        </a:p>
      </dgm:t>
    </dgm:pt>
    <dgm:pt modelId="{44CDB398-9350-492E-9E40-0FC85074DC9F}" type="parTrans" cxnId="{7150F4C0-DB7D-4718-A01D-45A4DFE5D7D1}">
      <dgm:prSet/>
      <dgm:spPr/>
      <dgm:t>
        <a:bodyPr/>
        <a:lstStyle/>
        <a:p>
          <a:endParaRPr lang="en-US"/>
        </a:p>
      </dgm:t>
    </dgm:pt>
    <dgm:pt modelId="{875C3263-3679-402B-938C-BBF8C8E5CD47}" type="sibTrans" cxnId="{7150F4C0-DB7D-4718-A01D-45A4DFE5D7D1}">
      <dgm:prSet/>
      <dgm:spPr/>
      <dgm:t>
        <a:bodyPr/>
        <a:lstStyle/>
        <a:p>
          <a:endParaRPr lang="en-US"/>
        </a:p>
      </dgm:t>
    </dgm:pt>
    <dgm:pt modelId="{18A8ECAA-B059-45FC-9817-FBDC8D75E6AA}">
      <dgm:prSet/>
      <dgm:spPr/>
      <dgm:t>
        <a:bodyPr/>
        <a:lstStyle/>
        <a:p>
          <a:r>
            <a:rPr lang="en-US" dirty="0" smtClean="0"/>
            <a:t>Audience analysis</a:t>
          </a:r>
          <a:endParaRPr lang="en-US" dirty="0"/>
        </a:p>
      </dgm:t>
    </dgm:pt>
    <dgm:pt modelId="{74B54851-7CD8-48C6-B7E1-BABB7FAB0745}" type="parTrans" cxnId="{E407E73E-835A-4385-A09F-F0C0D7280A70}">
      <dgm:prSet/>
      <dgm:spPr/>
      <dgm:t>
        <a:bodyPr/>
        <a:lstStyle/>
        <a:p>
          <a:endParaRPr lang="en-US"/>
        </a:p>
      </dgm:t>
    </dgm:pt>
    <dgm:pt modelId="{F2338DA3-BCB8-4811-8FF2-CDCD6185DC7A}" type="sibTrans" cxnId="{E407E73E-835A-4385-A09F-F0C0D7280A70}">
      <dgm:prSet/>
      <dgm:spPr/>
      <dgm:t>
        <a:bodyPr/>
        <a:lstStyle/>
        <a:p>
          <a:endParaRPr lang="en-US"/>
        </a:p>
      </dgm:t>
    </dgm:pt>
    <dgm:pt modelId="{9072DC2B-1DD3-4AB3-B47A-A2A17E72EDDD}">
      <dgm:prSet/>
      <dgm:spPr/>
      <dgm:t>
        <a:bodyPr/>
        <a:lstStyle/>
        <a:p>
          <a:r>
            <a:rPr lang="en-US" dirty="0" smtClean="0"/>
            <a:t>Functional specifications</a:t>
          </a:r>
          <a:endParaRPr lang="en-US" dirty="0"/>
        </a:p>
      </dgm:t>
    </dgm:pt>
    <dgm:pt modelId="{731A46B1-88EF-4132-A79A-0AD64F0F81D5}" type="parTrans" cxnId="{93F10A83-16FA-47C9-8D99-4B175F28F8B7}">
      <dgm:prSet/>
      <dgm:spPr/>
      <dgm:t>
        <a:bodyPr/>
        <a:lstStyle/>
        <a:p>
          <a:endParaRPr lang="en-US"/>
        </a:p>
      </dgm:t>
    </dgm:pt>
    <dgm:pt modelId="{99989F95-E118-428E-A693-9980486A4BC8}" type="sibTrans" cxnId="{93F10A83-16FA-47C9-8D99-4B175F28F8B7}">
      <dgm:prSet/>
      <dgm:spPr/>
      <dgm:t>
        <a:bodyPr/>
        <a:lstStyle/>
        <a:p>
          <a:endParaRPr lang="en-US"/>
        </a:p>
      </dgm:t>
    </dgm:pt>
    <dgm:pt modelId="{3CAA0E37-8158-4C84-A67E-81AE26829331}">
      <dgm:prSet/>
      <dgm:spPr/>
      <dgm:t>
        <a:bodyPr/>
        <a:lstStyle/>
        <a:p>
          <a:r>
            <a:rPr lang="en-US" dirty="0" smtClean="0"/>
            <a:t>Change Control Systems</a:t>
          </a:r>
          <a:endParaRPr lang="en-US" dirty="0"/>
        </a:p>
      </dgm:t>
    </dgm:pt>
    <dgm:pt modelId="{5DE329D3-02B8-48FA-8E7D-7CD72D5CBD1D}" type="parTrans" cxnId="{D4ECC1DF-F5CC-4EED-8DC2-AC3BF40983E9}">
      <dgm:prSet/>
      <dgm:spPr/>
      <dgm:t>
        <a:bodyPr/>
        <a:lstStyle/>
        <a:p>
          <a:endParaRPr lang="en-US"/>
        </a:p>
      </dgm:t>
    </dgm:pt>
    <dgm:pt modelId="{4769B704-FFD8-4051-A2EE-757F24507F4F}" type="sibTrans" cxnId="{D4ECC1DF-F5CC-4EED-8DC2-AC3BF40983E9}">
      <dgm:prSet/>
      <dgm:spPr/>
      <dgm:t>
        <a:bodyPr/>
        <a:lstStyle/>
        <a:p>
          <a:endParaRPr lang="en-US"/>
        </a:p>
      </dgm:t>
    </dgm:pt>
    <dgm:pt modelId="{F9596980-7FC9-49E7-AC12-CAE9B5EE89CC}">
      <dgm:prSet/>
      <dgm:spPr/>
      <dgm:t>
        <a:bodyPr/>
        <a:lstStyle/>
        <a:p>
          <a:r>
            <a:rPr lang="en-US" dirty="0" smtClean="0"/>
            <a:t>Storyboard &amp; flowcharts</a:t>
          </a:r>
          <a:endParaRPr lang="en-US" dirty="0"/>
        </a:p>
      </dgm:t>
    </dgm:pt>
    <dgm:pt modelId="{3DB63FBF-F4D0-4CB5-99F3-D1D35C8AA932}" type="parTrans" cxnId="{1529D342-1099-4862-B194-B742EC0CF1D0}">
      <dgm:prSet/>
      <dgm:spPr/>
      <dgm:t>
        <a:bodyPr/>
        <a:lstStyle/>
        <a:p>
          <a:endParaRPr lang="en-US"/>
        </a:p>
      </dgm:t>
    </dgm:pt>
    <dgm:pt modelId="{2F1B677E-2A15-4B5A-B934-BC7C4605FFBF}" type="sibTrans" cxnId="{1529D342-1099-4862-B194-B742EC0CF1D0}">
      <dgm:prSet/>
      <dgm:spPr/>
      <dgm:t>
        <a:bodyPr/>
        <a:lstStyle/>
        <a:p>
          <a:endParaRPr lang="en-US"/>
        </a:p>
      </dgm:t>
    </dgm:pt>
    <dgm:pt modelId="{2E67F665-664A-4229-931E-66EBD053901E}">
      <dgm:prSet/>
      <dgm:spPr/>
      <dgm:t>
        <a:bodyPr/>
        <a:lstStyle/>
        <a:p>
          <a:r>
            <a:rPr lang="en-US" smtClean="0"/>
            <a:t>Design	</a:t>
          </a:r>
          <a:endParaRPr lang="en-US"/>
        </a:p>
      </dgm:t>
    </dgm:pt>
    <dgm:pt modelId="{BBFC5DF6-48CB-477C-AD75-156198B52544}" type="parTrans" cxnId="{F3E263A6-B75C-4276-A463-FC51E6B3C8C9}">
      <dgm:prSet/>
      <dgm:spPr/>
      <dgm:t>
        <a:bodyPr/>
        <a:lstStyle/>
        <a:p>
          <a:endParaRPr lang="en-US"/>
        </a:p>
      </dgm:t>
    </dgm:pt>
    <dgm:pt modelId="{8A4BA080-9D27-4265-AB6C-F925C41EADBE}" type="sibTrans" cxnId="{F3E263A6-B75C-4276-A463-FC51E6B3C8C9}">
      <dgm:prSet/>
      <dgm:spPr/>
      <dgm:t>
        <a:bodyPr/>
        <a:lstStyle/>
        <a:p>
          <a:endParaRPr lang="en-US"/>
        </a:p>
      </dgm:t>
    </dgm:pt>
    <dgm:pt modelId="{4BFC68C2-F2BB-468C-AA85-B6DEA800047F}">
      <dgm:prSet/>
      <dgm:spPr/>
      <dgm:t>
        <a:bodyPr/>
        <a:lstStyle/>
        <a:p>
          <a:r>
            <a:rPr lang="en-US" dirty="0" smtClean="0"/>
            <a:t>Interface design</a:t>
          </a:r>
          <a:endParaRPr lang="en-US" dirty="0"/>
        </a:p>
      </dgm:t>
    </dgm:pt>
    <dgm:pt modelId="{677E4382-A0AB-4160-BC03-58410B0D5B32}" type="parTrans" cxnId="{1ED019AB-74AD-440A-B317-D4AEC5463436}">
      <dgm:prSet/>
      <dgm:spPr/>
      <dgm:t>
        <a:bodyPr/>
        <a:lstStyle/>
        <a:p>
          <a:endParaRPr lang="en-US"/>
        </a:p>
      </dgm:t>
    </dgm:pt>
    <dgm:pt modelId="{9FA465B2-0A8E-49D9-9406-E2C330AD2E8A}" type="sibTrans" cxnId="{1ED019AB-74AD-440A-B317-D4AEC5463436}">
      <dgm:prSet/>
      <dgm:spPr/>
      <dgm:t>
        <a:bodyPr/>
        <a:lstStyle/>
        <a:p>
          <a:endParaRPr lang="en-US"/>
        </a:p>
      </dgm:t>
    </dgm:pt>
    <dgm:pt modelId="{E29C2BB9-4348-4ED3-B672-B95FBA977453}">
      <dgm:prSet/>
      <dgm:spPr/>
      <dgm:t>
        <a:bodyPr/>
        <a:lstStyle/>
        <a:p>
          <a:r>
            <a:rPr lang="en-US" dirty="0" smtClean="0"/>
            <a:t>Navigation maps</a:t>
          </a:r>
          <a:endParaRPr lang="en-US" dirty="0"/>
        </a:p>
      </dgm:t>
    </dgm:pt>
    <dgm:pt modelId="{06124397-7C44-4F07-9F6A-9A033362E323}" type="parTrans" cxnId="{DBE10A36-99E7-4728-A3F2-FDA15FE241AB}">
      <dgm:prSet/>
      <dgm:spPr/>
      <dgm:t>
        <a:bodyPr/>
        <a:lstStyle/>
        <a:p>
          <a:endParaRPr lang="en-US"/>
        </a:p>
      </dgm:t>
    </dgm:pt>
    <dgm:pt modelId="{CF9978F0-4A48-4748-94D7-DC52DAAE2B8B}" type="sibTrans" cxnId="{DBE10A36-99E7-4728-A3F2-FDA15FE241AB}">
      <dgm:prSet/>
      <dgm:spPr/>
      <dgm:t>
        <a:bodyPr/>
        <a:lstStyle/>
        <a:p>
          <a:endParaRPr lang="en-US"/>
        </a:p>
      </dgm:t>
    </dgm:pt>
    <dgm:pt modelId="{E343FC66-66D6-421D-8B8A-CAE6EB823BBE}">
      <dgm:prSet/>
      <dgm:spPr/>
      <dgm:t>
        <a:bodyPr/>
        <a:lstStyle/>
        <a:p>
          <a:r>
            <a:rPr lang="en-US" dirty="0" smtClean="0"/>
            <a:t>Sample screens</a:t>
          </a:r>
          <a:endParaRPr lang="en-US" dirty="0"/>
        </a:p>
      </dgm:t>
    </dgm:pt>
    <dgm:pt modelId="{EA06FF57-C5B7-46A3-A0A0-C10F4D4230C1}" type="parTrans" cxnId="{A02B054D-3C91-424C-8FF9-D549F18768A8}">
      <dgm:prSet/>
      <dgm:spPr/>
      <dgm:t>
        <a:bodyPr/>
        <a:lstStyle/>
        <a:p>
          <a:endParaRPr lang="en-US"/>
        </a:p>
      </dgm:t>
    </dgm:pt>
    <dgm:pt modelId="{944788DB-77EA-41CF-B815-32F3D98D091F}" type="sibTrans" cxnId="{A02B054D-3C91-424C-8FF9-D549F18768A8}">
      <dgm:prSet/>
      <dgm:spPr/>
      <dgm:t>
        <a:bodyPr/>
        <a:lstStyle/>
        <a:p>
          <a:endParaRPr lang="en-US"/>
        </a:p>
      </dgm:t>
    </dgm:pt>
    <dgm:pt modelId="{0E4B2528-ECD2-45FD-8F93-E48B5C893CC5}">
      <dgm:prSet/>
      <dgm:spPr/>
      <dgm:t>
        <a:bodyPr/>
        <a:lstStyle/>
        <a:p>
          <a:r>
            <a:rPr lang="en-US" dirty="0" smtClean="0"/>
            <a:t>Storyboard &amp; flowcharts</a:t>
          </a:r>
          <a:endParaRPr lang="en-US" dirty="0"/>
        </a:p>
      </dgm:t>
    </dgm:pt>
    <dgm:pt modelId="{90F93FB2-BC91-4958-9E80-0DD588DD1AD3}" type="parTrans" cxnId="{329A1E9B-8085-4DEB-A5B9-8CAA8A8D5FE1}">
      <dgm:prSet/>
      <dgm:spPr/>
      <dgm:t>
        <a:bodyPr/>
        <a:lstStyle/>
        <a:p>
          <a:endParaRPr lang="en-US"/>
        </a:p>
      </dgm:t>
    </dgm:pt>
    <dgm:pt modelId="{99873E0F-1BC8-4E67-89DC-8EC6970CAB0C}" type="sibTrans" cxnId="{329A1E9B-8085-4DEB-A5B9-8CAA8A8D5FE1}">
      <dgm:prSet/>
      <dgm:spPr/>
      <dgm:t>
        <a:bodyPr/>
        <a:lstStyle/>
        <a:p>
          <a:endParaRPr lang="en-US"/>
        </a:p>
      </dgm:t>
    </dgm:pt>
    <dgm:pt modelId="{D49FDC0A-E2ED-4F0C-92E2-3D876ABFAF30}">
      <dgm:prSet/>
      <dgm:spPr/>
      <dgm:t>
        <a:bodyPr/>
        <a:lstStyle/>
        <a:p>
          <a:r>
            <a:rPr lang="en-US" smtClean="0"/>
            <a:t>Production</a:t>
          </a:r>
          <a:endParaRPr lang="en-US"/>
        </a:p>
      </dgm:t>
    </dgm:pt>
    <dgm:pt modelId="{007F0372-BC9D-41A1-BA07-AE7CFAFC627E}" type="parTrans" cxnId="{194818D6-E232-4240-9326-B6B39814DED4}">
      <dgm:prSet/>
      <dgm:spPr/>
      <dgm:t>
        <a:bodyPr/>
        <a:lstStyle/>
        <a:p>
          <a:endParaRPr lang="en-US"/>
        </a:p>
      </dgm:t>
    </dgm:pt>
    <dgm:pt modelId="{B9DCE645-AB50-4222-8722-40F70FED031E}" type="sibTrans" cxnId="{194818D6-E232-4240-9326-B6B39814DED4}">
      <dgm:prSet/>
      <dgm:spPr/>
      <dgm:t>
        <a:bodyPr/>
        <a:lstStyle/>
        <a:p>
          <a:endParaRPr lang="en-US"/>
        </a:p>
      </dgm:t>
    </dgm:pt>
    <dgm:pt modelId="{7CCC96DD-4CCB-4E05-B579-1047CEEC0503}">
      <dgm:prSet/>
      <dgm:spPr/>
      <dgm:t>
        <a:bodyPr/>
        <a:lstStyle/>
        <a:p>
          <a:r>
            <a:rPr lang="en-US" dirty="0" smtClean="0"/>
            <a:t>Media acquisition</a:t>
          </a:r>
          <a:endParaRPr lang="en-US" dirty="0"/>
        </a:p>
      </dgm:t>
    </dgm:pt>
    <dgm:pt modelId="{A64F27DB-FC39-420E-9B54-AB1B8789D6F3}" type="parTrans" cxnId="{3C937E66-4754-4BF2-876A-ADBE3A2EE86E}">
      <dgm:prSet/>
      <dgm:spPr/>
      <dgm:t>
        <a:bodyPr/>
        <a:lstStyle/>
        <a:p>
          <a:endParaRPr lang="en-US"/>
        </a:p>
      </dgm:t>
    </dgm:pt>
    <dgm:pt modelId="{ADA8A4D3-0572-45A0-807F-FA88F4E8076D}" type="sibTrans" cxnId="{3C937E66-4754-4BF2-876A-ADBE3A2EE86E}">
      <dgm:prSet/>
      <dgm:spPr/>
      <dgm:t>
        <a:bodyPr/>
        <a:lstStyle/>
        <a:p>
          <a:endParaRPr lang="en-US"/>
        </a:p>
      </dgm:t>
    </dgm:pt>
    <dgm:pt modelId="{0C0BE0E3-D07E-4612-9B92-67D9F6D3FBAA}">
      <dgm:prSet/>
      <dgm:spPr/>
      <dgm:t>
        <a:bodyPr/>
        <a:lstStyle/>
        <a:p>
          <a:r>
            <a:rPr lang="en-US" dirty="0" smtClean="0"/>
            <a:t>Media integration</a:t>
          </a:r>
          <a:endParaRPr lang="en-US" dirty="0"/>
        </a:p>
      </dgm:t>
    </dgm:pt>
    <dgm:pt modelId="{3C096655-319C-4AE7-805F-01E70B055217}" type="parTrans" cxnId="{7186F6ED-300C-43D5-9CB5-33B2D8BF4B74}">
      <dgm:prSet/>
      <dgm:spPr/>
      <dgm:t>
        <a:bodyPr/>
        <a:lstStyle/>
        <a:p>
          <a:endParaRPr lang="en-US"/>
        </a:p>
      </dgm:t>
    </dgm:pt>
    <dgm:pt modelId="{7E55DD2F-A7E7-4F40-8E9A-219A1737EDCB}" type="sibTrans" cxnId="{7186F6ED-300C-43D5-9CB5-33B2D8BF4B74}">
      <dgm:prSet/>
      <dgm:spPr/>
      <dgm:t>
        <a:bodyPr/>
        <a:lstStyle/>
        <a:p>
          <a:endParaRPr lang="en-US"/>
        </a:p>
      </dgm:t>
    </dgm:pt>
    <dgm:pt modelId="{513ABEAD-84D1-4851-92C8-B2AABD09D770}">
      <dgm:prSet/>
      <dgm:spPr/>
      <dgm:t>
        <a:bodyPr/>
        <a:lstStyle/>
        <a:p>
          <a:r>
            <a:rPr lang="en-US" dirty="0" smtClean="0"/>
            <a:t>Post production</a:t>
          </a:r>
          <a:endParaRPr lang="en-US" dirty="0"/>
        </a:p>
      </dgm:t>
    </dgm:pt>
    <dgm:pt modelId="{22BFF4E0-9EB4-4A79-8718-F1FD7CA7B901}" type="parTrans" cxnId="{5556D255-0B12-45D7-9860-28E9EAB255A6}">
      <dgm:prSet/>
      <dgm:spPr/>
      <dgm:t>
        <a:bodyPr/>
        <a:lstStyle/>
        <a:p>
          <a:endParaRPr lang="en-US"/>
        </a:p>
      </dgm:t>
    </dgm:pt>
    <dgm:pt modelId="{654FF4A0-D9D7-433D-A0E7-94B34D169C0E}" type="sibTrans" cxnId="{5556D255-0B12-45D7-9860-28E9EAB255A6}">
      <dgm:prSet/>
      <dgm:spPr/>
      <dgm:t>
        <a:bodyPr/>
        <a:lstStyle/>
        <a:p>
          <a:endParaRPr lang="en-US"/>
        </a:p>
      </dgm:t>
    </dgm:pt>
    <dgm:pt modelId="{9D6D9292-C18D-4E55-BFF5-0C7B1EDD2A16}">
      <dgm:prSet/>
      <dgm:spPr/>
      <dgm:t>
        <a:bodyPr/>
        <a:lstStyle/>
        <a:p>
          <a:r>
            <a:rPr lang="en-US" dirty="0" smtClean="0"/>
            <a:t>Budget review</a:t>
          </a:r>
          <a:endParaRPr lang="en-US" dirty="0"/>
        </a:p>
      </dgm:t>
    </dgm:pt>
    <dgm:pt modelId="{F962F403-D0D4-4F77-B3E7-315C7C04DD7F}" type="parTrans" cxnId="{385EBA22-22A8-40E6-AC90-619807DCED98}">
      <dgm:prSet/>
      <dgm:spPr/>
      <dgm:t>
        <a:bodyPr/>
        <a:lstStyle/>
        <a:p>
          <a:endParaRPr lang="en-US"/>
        </a:p>
      </dgm:t>
    </dgm:pt>
    <dgm:pt modelId="{864180FE-AA5D-4645-A082-C76A51F69B02}" type="sibTrans" cxnId="{385EBA22-22A8-40E6-AC90-619807DCED98}">
      <dgm:prSet/>
      <dgm:spPr/>
      <dgm:t>
        <a:bodyPr/>
        <a:lstStyle/>
        <a:p>
          <a:endParaRPr lang="en-US"/>
        </a:p>
      </dgm:t>
    </dgm:pt>
    <dgm:pt modelId="{1A21B817-798D-4C0F-99EB-73BD9B68A8E0}">
      <dgm:prSet/>
      <dgm:spPr/>
      <dgm:t>
        <a:bodyPr/>
        <a:lstStyle/>
        <a:p>
          <a:r>
            <a:rPr lang="en-US" smtClean="0"/>
            <a:t>Final Revision	</a:t>
          </a:r>
          <a:endParaRPr lang="en-US"/>
        </a:p>
      </dgm:t>
    </dgm:pt>
    <dgm:pt modelId="{2ECAF34E-6506-4B5E-B285-0FAED996E39B}" type="parTrans" cxnId="{87C638FF-5BA8-47C4-A762-495C3D18DB80}">
      <dgm:prSet/>
      <dgm:spPr/>
      <dgm:t>
        <a:bodyPr/>
        <a:lstStyle/>
        <a:p>
          <a:endParaRPr lang="en-US"/>
        </a:p>
      </dgm:t>
    </dgm:pt>
    <dgm:pt modelId="{EE062242-9CA8-48E7-BC02-D47E9F5E0248}" type="sibTrans" cxnId="{87C638FF-5BA8-47C4-A762-495C3D18DB80}">
      <dgm:prSet/>
      <dgm:spPr/>
      <dgm:t>
        <a:bodyPr/>
        <a:lstStyle/>
        <a:p>
          <a:endParaRPr lang="en-US"/>
        </a:p>
      </dgm:t>
    </dgm:pt>
    <dgm:pt modelId="{69DA9F1A-D648-4495-8576-E25C57040A38}">
      <dgm:prSet/>
      <dgm:spPr/>
      <dgm:t>
        <a:bodyPr/>
        <a:lstStyle/>
        <a:p>
          <a:r>
            <a:rPr lang="en-US" dirty="0" smtClean="0"/>
            <a:t>Test results</a:t>
          </a:r>
          <a:endParaRPr lang="en-US" dirty="0"/>
        </a:p>
      </dgm:t>
    </dgm:pt>
    <dgm:pt modelId="{5B61F561-047E-4465-ABBE-9CA34D9441E1}" type="parTrans" cxnId="{09400812-114D-498A-8E8F-D9AF74D8C6EC}">
      <dgm:prSet/>
      <dgm:spPr/>
      <dgm:t>
        <a:bodyPr/>
        <a:lstStyle/>
        <a:p>
          <a:endParaRPr lang="en-US"/>
        </a:p>
      </dgm:t>
    </dgm:pt>
    <dgm:pt modelId="{2AAEBCC6-4BD4-4FF5-95A3-88DA8A763D90}" type="sibTrans" cxnId="{09400812-114D-498A-8E8F-D9AF74D8C6EC}">
      <dgm:prSet/>
      <dgm:spPr/>
      <dgm:t>
        <a:bodyPr/>
        <a:lstStyle/>
        <a:p>
          <a:endParaRPr lang="en-US"/>
        </a:p>
      </dgm:t>
    </dgm:pt>
    <dgm:pt modelId="{097A9C7D-657A-44DE-B25E-5FF15C9296FA}">
      <dgm:prSet/>
      <dgm:spPr/>
      <dgm:t>
        <a:bodyPr/>
        <a:lstStyle/>
        <a:p>
          <a:r>
            <a:rPr lang="en-US" dirty="0" smtClean="0"/>
            <a:t>Implementation strategy</a:t>
          </a:r>
          <a:endParaRPr lang="en-US" dirty="0"/>
        </a:p>
      </dgm:t>
    </dgm:pt>
    <dgm:pt modelId="{7FC2CEAB-6084-4F05-852E-ABCC4BD99623}" type="parTrans" cxnId="{F3310825-AE6E-414F-BAA4-F90229715280}">
      <dgm:prSet/>
      <dgm:spPr/>
      <dgm:t>
        <a:bodyPr/>
        <a:lstStyle/>
        <a:p>
          <a:endParaRPr lang="en-US"/>
        </a:p>
      </dgm:t>
    </dgm:pt>
    <dgm:pt modelId="{935A7C57-EC4A-4F67-B898-FE66B16A82AB}" type="sibTrans" cxnId="{F3310825-AE6E-414F-BAA4-F90229715280}">
      <dgm:prSet/>
      <dgm:spPr/>
      <dgm:t>
        <a:bodyPr/>
        <a:lstStyle/>
        <a:p>
          <a:endParaRPr lang="en-US"/>
        </a:p>
      </dgm:t>
    </dgm:pt>
    <dgm:pt modelId="{02BFEFAD-7C4E-40B1-B1DE-C98E0E6DA517}">
      <dgm:prSet/>
      <dgm:spPr/>
      <dgm:t>
        <a:bodyPr/>
        <a:lstStyle/>
        <a:p>
          <a:r>
            <a:rPr lang="en-US" dirty="0" smtClean="0"/>
            <a:t>Summative evaluation 				</a:t>
          </a:r>
          <a:endParaRPr lang="en-US" dirty="0"/>
        </a:p>
      </dgm:t>
    </dgm:pt>
    <dgm:pt modelId="{5F5C8DF6-E040-4DE5-A9E0-43FA935F5804}" type="parTrans" cxnId="{5B604604-9DC5-47D5-8E14-93C5C98355FB}">
      <dgm:prSet/>
      <dgm:spPr/>
      <dgm:t>
        <a:bodyPr/>
        <a:lstStyle/>
        <a:p>
          <a:endParaRPr lang="en-US"/>
        </a:p>
      </dgm:t>
    </dgm:pt>
    <dgm:pt modelId="{C168917D-6963-4EEA-BC68-6564D4A51B8C}" type="sibTrans" cxnId="{5B604604-9DC5-47D5-8E14-93C5C98355FB}">
      <dgm:prSet/>
      <dgm:spPr/>
      <dgm:t>
        <a:bodyPr/>
        <a:lstStyle/>
        <a:p>
          <a:endParaRPr lang="en-US"/>
        </a:p>
      </dgm:t>
    </dgm:pt>
    <dgm:pt modelId="{FE3A7E33-34FC-4692-A2A2-5B633F4DABBA}">
      <dgm:prSet/>
      <dgm:spPr/>
      <dgm:t>
        <a:bodyPr/>
        <a:lstStyle/>
        <a:p>
          <a:r>
            <a:rPr lang="en-US" smtClean="0"/>
            <a:t>Delivery &amp; Feedback</a:t>
          </a:r>
          <a:endParaRPr lang="en-US"/>
        </a:p>
      </dgm:t>
    </dgm:pt>
    <dgm:pt modelId="{B75028D7-938B-4867-B263-EC8F604E3B73}" type="parTrans" cxnId="{13A438FF-BAC3-4FFE-B04F-3D13ED407E58}">
      <dgm:prSet/>
      <dgm:spPr/>
      <dgm:t>
        <a:bodyPr/>
        <a:lstStyle/>
        <a:p>
          <a:endParaRPr lang="en-US"/>
        </a:p>
      </dgm:t>
    </dgm:pt>
    <dgm:pt modelId="{D8BA2F58-7F06-4F0F-AC76-0162EDA27806}" type="sibTrans" cxnId="{13A438FF-BAC3-4FFE-B04F-3D13ED407E58}">
      <dgm:prSet/>
      <dgm:spPr/>
      <dgm:t>
        <a:bodyPr/>
        <a:lstStyle/>
        <a:p>
          <a:endParaRPr lang="en-US"/>
        </a:p>
      </dgm:t>
    </dgm:pt>
    <dgm:pt modelId="{BE18B76E-D43B-45B4-8E0B-C78A556D8E83}">
      <dgm:prSet/>
      <dgm:spPr/>
      <dgm:t>
        <a:bodyPr/>
        <a:lstStyle/>
        <a:p>
          <a:r>
            <a:rPr lang="en-US" dirty="0" smtClean="0"/>
            <a:t>Release note/Documentation</a:t>
          </a:r>
          <a:endParaRPr lang="en-US" dirty="0"/>
        </a:p>
      </dgm:t>
    </dgm:pt>
    <dgm:pt modelId="{6DF937DC-B6A0-4E72-9718-2569E14A9D76}" type="parTrans" cxnId="{7C083E1C-22D8-46BF-96D3-E5E8BFAE14D1}">
      <dgm:prSet/>
      <dgm:spPr/>
      <dgm:t>
        <a:bodyPr/>
        <a:lstStyle/>
        <a:p>
          <a:endParaRPr lang="en-US"/>
        </a:p>
      </dgm:t>
    </dgm:pt>
    <dgm:pt modelId="{CB6BC757-299A-4C5C-96D1-8385C1EB5A04}" type="sibTrans" cxnId="{7C083E1C-22D8-46BF-96D3-E5E8BFAE14D1}">
      <dgm:prSet/>
      <dgm:spPr/>
      <dgm:t>
        <a:bodyPr/>
        <a:lstStyle/>
        <a:p>
          <a:endParaRPr lang="en-US"/>
        </a:p>
      </dgm:t>
    </dgm:pt>
    <dgm:pt modelId="{3AC09AE1-78AD-46FF-8665-585FB420CE66}">
      <dgm:prSet/>
      <dgm:spPr/>
      <dgm:t>
        <a:bodyPr/>
        <a:lstStyle/>
        <a:p>
          <a:r>
            <a:rPr lang="en-US" dirty="0" smtClean="0"/>
            <a:t>Packaging</a:t>
          </a:r>
          <a:endParaRPr lang="en-US" dirty="0"/>
        </a:p>
      </dgm:t>
    </dgm:pt>
    <dgm:pt modelId="{555E50C6-1DBE-4382-9F21-DDB01634484D}" type="parTrans" cxnId="{C2C322E6-B899-44D5-9C51-4CDDFD2C9429}">
      <dgm:prSet/>
      <dgm:spPr/>
      <dgm:t>
        <a:bodyPr/>
        <a:lstStyle/>
        <a:p>
          <a:endParaRPr lang="en-US"/>
        </a:p>
      </dgm:t>
    </dgm:pt>
    <dgm:pt modelId="{73FE8988-CC50-4A54-A855-B4DF6ACB5D5F}" type="sibTrans" cxnId="{C2C322E6-B899-44D5-9C51-4CDDFD2C9429}">
      <dgm:prSet/>
      <dgm:spPr/>
      <dgm:t>
        <a:bodyPr/>
        <a:lstStyle/>
        <a:p>
          <a:endParaRPr lang="en-US"/>
        </a:p>
      </dgm:t>
    </dgm:pt>
    <dgm:pt modelId="{E4EB1003-5DC9-4EE8-89C1-B34D291FAED1}">
      <dgm:prSet/>
      <dgm:spPr/>
      <dgm:t>
        <a:bodyPr/>
        <a:lstStyle/>
        <a:p>
          <a:r>
            <a:rPr lang="en-US" dirty="0" smtClean="0"/>
            <a:t>Product support</a:t>
          </a:r>
          <a:endParaRPr lang="en-US" dirty="0"/>
        </a:p>
      </dgm:t>
    </dgm:pt>
    <dgm:pt modelId="{798ACC12-AFF4-40C1-90E6-FFDF2612F10B}" type="parTrans" cxnId="{08E40196-666E-4177-95F4-4D1C89CCD365}">
      <dgm:prSet/>
      <dgm:spPr/>
      <dgm:t>
        <a:bodyPr/>
        <a:lstStyle/>
        <a:p>
          <a:endParaRPr lang="en-US"/>
        </a:p>
      </dgm:t>
    </dgm:pt>
    <dgm:pt modelId="{778FE832-1417-4B9F-9D6F-2556568B30D6}" type="sibTrans" cxnId="{08E40196-666E-4177-95F4-4D1C89CCD365}">
      <dgm:prSet/>
      <dgm:spPr/>
      <dgm:t>
        <a:bodyPr/>
        <a:lstStyle/>
        <a:p>
          <a:endParaRPr lang="en-US"/>
        </a:p>
      </dgm:t>
    </dgm:pt>
    <dgm:pt modelId="{328B9A9A-D8B6-4F6F-AB4F-B166521E3CFB}">
      <dgm:prSet/>
      <dgm:spPr/>
      <dgm:t>
        <a:bodyPr/>
        <a:lstStyle/>
        <a:p>
          <a:r>
            <a:rPr lang="en-US" dirty="0" smtClean="0"/>
            <a:t>Client acceptance	</a:t>
          </a:r>
          <a:endParaRPr lang="en-US" dirty="0"/>
        </a:p>
      </dgm:t>
    </dgm:pt>
    <dgm:pt modelId="{946AFA0F-61DF-4EE1-8A8B-1A8566DCAC43}" type="parTrans" cxnId="{0C26D99A-3B39-4F4F-B8A8-20449A0B0081}">
      <dgm:prSet/>
      <dgm:spPr/>
      <dgm:t>
        <a:bodyPr/>
        <a:lstStyle/>
        <a:p>
          <a:endParaRPr lang="en-US"/>
        </a:p>
      </dgm:t>
    </dgm:pt>
    <dgm:pt modelId="{D9A0D609-12C8-479A-B410-5DD0A3E2AAB1}" type="sibTrans" cxnId="{0C26D99A-3B39-4F4F-B8A8-20449A0B0081}">
      <dgm:prSet/>
      <dgm:spPr/>
      <dgm:t>
        <a:bodyPr/>
        <a:lstStyle/>
        <a:p>
          <a:endParaRPr lang="en-US"/>
        </a:p>
      </dgm:t>
    </dgm:pt>
    <dgm:pt modelId="{13CA8433-E3CC-4FC9-8A4D-BE50D1842ABA}" type="pres">
      <dgm:prSet presAssocID="{0A537BE7-9FB1-4A2C-9673-76BE51E980A4}" presName="diagram" presStyleCnt="0">
        <dgm:presLayoutVars>
          <dgm:dir/>
          <dgm:resizeHandles val="exact"/>
        </dgm:presLayoutVars>
      </dgm:prSet>
      <dgm:spPr/>
      <dgm:t>
        <a:bodyPr/>
        <a:lstStyle/>
        <a:p>
          <a:endParaRPr lang="en-US"/>
        </a:p>
      </dgm:t>
    </dgm:pt>
    <dgm:pt modelId="{F1DFA747-ED9E-4AA0-9A19-BFE6F386AF29}" type="pres">
      <dgm:prSet presAssocID="{1C193E31-EBE5-4BCB-8949-6540AB7AF325}" presName="node" presStyleLbl="node1" presStyleIdx="0" presStyleCnt="6">
        <dgm:presLayoutVars>
          <dgm:bulletEnabled val="1"/>
        </dgm:presLayoutVars>
      </dgm:prSet>
      <dgm:spPr/>
      <dgm:t>
        <a:bodyPr/>
        <a:lstStyle/>
        <a:p>
          <a:endParaRPr lang="en-US"/>
        </a:p>
      </dgm:t>
    </dgm:pt>
    <dgm:pt modelId="{4B1596DD-1CB0-456C-ADFB-C87764BC4530}" type="pres">
      <dgm:prSet presAssocID="{ED9A8CE4-8B5B-4AE3-A40B-3E8CE13B2094}" presName="sibTrans" presStyleLbl="sibTrans2D1" presStyleIdx="0" presStyleCnt="5"/>
      <dgm:spPr/>
      <dgm:t>
        <a:bodyPr/>
        <a:lstStyle/>
        <a:p>
          <a:endParaRPr lang="en-US"/>
        </a:p>
      </dgm:t>
    </dgm:pt>
    <dgm:pt modelId="{FEB4E784-A267-400E-A3EA-07F3C3D8A225}" type="pres">
      <dgm:prSet presAssocID="{ED9A8CE4-8B5B-4AE3-A40B-3E8CE13B2094}" presName="connectorText" presStyleLbl="sibTrans2D1" presStyleIdx="0" presStyleCnt="5"/>
      <dgm:spPr/>
      <dgm:t>
        <a:bodyPr/>
        <a:lstStyle/>
        <a:p>
          <a:endParaRPr lang="en-US"/>
        </a:p>
      </dgm:t>
    </dgm:pt>
    <dgm:pt modelId="{385FD833-5104-47DB-84CC-2A29AD02B3FE}" type="pres">
      <dgm:prSet presAssocID="{EF5C687D-341C-4562-AB69-66724766E833}" presName="node" presStyleLbl="node1" presStyleIdx="1" presStyleCnt="6">
        <dgm:presLayoutVars>
          <dgm:bulletEnabled val="1"/>
        </dgm:presLayoutVars>
      </dgm:prSet>
      <dgm:spPr/>
      <dgm:t>
        <a:bodyPr/>
        <a:lstStyle/>
        <a:p>
          <a:endParaRPr lang="en-US"/>
        </a:p>
      </dgm:t>
    </dgm:pt>
    <dgm:pt modelId="{330B85DF-D62E-41A8-B3CE-0EB6A5454C1B}" type="pres">
      <dgm:prSet presAssocID="{875C3263-3679-402B-938C-BBF8C8E5CD47}" presName="sibTrans" presStyleLbl="sibTrans2D1" presStyleIdx="1" presStyleCnt="5"/>
      <dgm:spPr/>
      <dgm:t>
        <a:bodyPr/>
        <a:lstStyle/>
        <a:p>
          <a:endParaRPr lang="en-US"/>
        </a:p>
      </dgm:t>
    </dgm:pt>
    <dgm:pt modelId="{803CA1B7-D598-4FFD-9C84-CBF40D60ADFA}" type="pres">
      <dgm:prSet presAssocID="{875C3263-3679-402B-938C-BBF8C8E5CD47}" presName="connectorText" presStyleLbl="sibTrans2D1" presStyleIdx="1" presStyleCnt="5"/>
      <dgm:spPr/>
      <dgm:t>
        <a:bodyPr/>
        <a:lstStyle/>
        <a:p>
          <a:endParaRPr lang="en-US"/>
        </a:p>
      </dgm:t>
    </dgm:pt>
    <dgm:pt modelId="{F2EFAC7C-799D-4A2D-9138-C32FD0254A10}" type="pres">
      <dgm:prSet presAssocID="{2E67F665-664A-4229-931E-66EBD053901E}" presName="node" presStyleLbl="node1" presStyleIdx="2" presStyleCnt="6">
        <dgm:presLayoutVars>
          <dgm:bulletEnabled val="1"/>
        </dgm:presLayoutVars>
      </dgm:prSet>
      <dgm:spPr/>
      <dgm:t>
        <a:bodyPr/>
        <a:lstStyle/>
        <a:p>
          <a:endParaRPr lang="en-US"/>
        </a:p>
      </dgm:t>
    </dgm:pt>
    <dgm:pt modelId="{298D398D-4B03-4349-B46B-0FF6871A13CE}" type="pres">
      <dgm:prSet presAssocID="{8A4BA080-9D27-4265-AB6C-F925C41EADBE}" presName="sibTrans" presStyleLbl="sibTrans2D1" presStyleIdx="2" presStyleCnt="5"/>
      <dgm:spPr/>
      <dgm:t>
        <a:bodyPr/>
        <a:lstStyle/>
        <a:p>
          <a:endParaRPr lang="en-US"/>
        </a:p>
      </dgm:t>
    </dgm:pt>
    <dgm:pt modelId="{B2171887-D4A6-46B2-B143-BA2F5036644E}" type="pres">
      <dgm:prSet presAssocID="{8A4BA080-9D27-4265-AB6C-F925C41EADBE}" presName="connectorText" presStyleLbl="sibTrans2D1" presStyleIdx="2" presStyleCnt="5"/>
      <dgm:spPr/>
      <dgm:t>
        <a:bodyPr/>
        <a:lstStyle/>
        <a:p>
          <a:endParaRPr lang="en-US"/>
        </a:p>
      </dgm:t>
    </dgm:pt>
    <dgm:pt modelId="{73192620-6737-4BC6-B49E-42B847101145}" type="pres">
      <dgm:prSet presAssocID="{D49FDC0A-E2ED-4F0C-92E2-3D876ABFAF30}" presName="node" presStyleLbl="node1" presStyleIdx="3" presStyleCnt="6">
        <dgm:presLayoutVars>
          <dgm:bulletEnabled val="1"/>
        </dgm:presLayoutVars>
      </dgm:prSet>
      <dgm:spPr/>
      <dgm:t>
        <a:bodyPr/>
        <a:lstStyle/>
        <a:p>
          <a:endParaRPr lang="en-US"/>
        </a:p>
      </dgm:t>
    </dgm:pt>
    <dgm:pt modelId="{ED331B0B-3513-4220-B27B-BA324D8C0911}" type="pres">
      <dgm:prSet presAssocID="{B9DCE645-AB50-4222-8722-40F70FED031E}" presName="sibTrans" presStyleLbl="sibTrans2D1" presStyleIdx="3" presStyleCnt="5"/>
      <dgm:spPr/>
      <dgm:t>
        <a:bodyPr/>
        <a:lstStyle/>
        <a:p>
          <a:endParaRPr lang="en-US"/>
        </a:p>
      </dgm:t>
    </dgm:pt>
    <dgm:pt modelId="{94095933-7763-4858-8798-51F5F1E738F1}" type="pres">
      <dgm:prSet presAssocID="{B9DCE645-AB50-4222-8722-40F70FED031E}" presName="connectorText" presStyleLbl="sibTrans2D1" presStyleIdx="3" presStyleCnt="5"/>
      <dgm:spPr/>
      <dgm:t>
        <a:bodyPr/>
        <a:lstStyle/>
        <a:p>
          <a:endParaRPr lang="en-US"/>
        </a:p>
      </dgm:t>
    </dgm:pt>
    <dgm:pt modelId="{A965137E-9E59-4584-B1A5-BC7F4D9D3D2B}" type="pres">
      <dgm:prSet presAssocID="{1A21B817-798D-4C0F-99EB-73BD9B68A8E0}" presName="node" presStyleLbl="node1" presStyleIdx="4" presStyleCnt="6">
        <dgm:presLayoutVars>
          <dgm:bulletEnabled val="1"/>
        </dgm:presLayoutVars>
      </dgm:prSet>
      <dgm:spPr/>
      <dgm:t>
        <a:bodyPr/>
        <a:lstStyle/>
        <a:p>
          <a:endParaRPr lang="en-US"/>
        </a:p>
      </dgm:t>
    </dgm:pt>
    <dgm:pt modelId="{A08100A9-3694-4BC3-817C-C1BC43D119B5}" type="pres">
      <dgm:prSet presAssocID="{EE062242-9CA8-48E7-BC02-D47E9F5E0248}" presName="sibTrans" presStyleLbl="sibTrans2D1" presStyleIdx="4" presStyleCnt="5"/>
      <dgm:spPr/>
      <dgm:t>
        <a:bodyPr/>
        <a:lstStyle/>
        <a:p>
          <a:endParaRPr lang="en-US"/>
        </a:p>
      </dgm:t>
    </dgm:pt>
    <dgm:pt modelId="{3E1D0547-85F7-46FB-8776-41C290F85130}" type="pres">
      <dgm:prSet presAssocID="{EE062242-9CA8-48E7-BC02-D47E9F5E0248}" presName="connectorText" presStyleLbl="sibTrans2D1" presStyleIdx="4" presStyleCnt="5"/>
      <dgm:spPr/>
      <dgm:t>
        <a:bodyPr/>
        <a:lstStyle/>
        <a:p>
          <a:endParaRPr lang="en-US"/>
        </a:p>
      </dgm:t>
    </dgm:pt>
    <dgm:pt modelId="{CA5838D8-1D63-4208-901B-2A3D41169BEE}" type="pres">
      <dgm:prSet presAssocID="{FE3A7E33-34FC-4692-A2A2-5B633F4DABBA}" presName="node" presStyleLbl="node1" presStyleIdx="5" presStyleCnt="6">
        <dgm:presLayoutVars>
          <dgm:bulletEnabled val="1"/>
        </dgm:presLayoutVars>
      </dgm:prSet>
      <dgm:spPr/>
      <dgm:t>
        <a:bodyPr/>
        <a:lstStyle/>
        <a:p>
          <a:endParaRPr lang="en-US"/>
        </a:p>
      </dgm:t>
    </dgm:pt>
  </dgm:ptLst>
  <dgm:cxnLst>
    <dgm:cxn modelId="{4E23AC30-9FA7-4F5E-A943-3DE869DFED5E}" type="presOf" srcId="{4BFC68C2-F2BB-468C-AA85-B6DEA800047F}" destId="{F2EFAC7C-799D-4A2D-9138-C32FD0254A10}" srcOrd="0" destOrd="1" presId="urn:microsoft.com/office/officeart/2005/8/layout/process5"/>
    <dgm:cxn modelId="{79FAF8AC-709A-4D6C-9D9A-673CA7EAE6BF}" type="presOf" srcId="{18A8ECAA-B059-45FC-9817-FBDC8D75E6AA}" destId="{385FD833-5104-47DB-84CC-2A29AD02B3FE}" srcOrd="0" destOrd="1" presId="urn:microsoft.com/office/officeart/2005/8/layout/process5"/>
    <dgm:cxn modelId="{15A0D99B-BC9F-481F-B32F-EDD068B0F4AD}" type="presOf" srcId="{E4EB1003-5DC9-4EE8-89C1-B34D291FAED1}" destId="{CA5838D8-1D63-4208-901B-2A3D41169BEE}" srcOrd="0" destOrd="3" presId="urn:microsoft.com/office/officeart/2005/8/layout/process5"/>
    <dgm:cxn modelId="{1F81B99D-093D-4E72-B13E-441885949B52}" type="presOf" srcId="{ED9A8CE4-8B5B-4AE3-A40B-3E8CE13B2094}" destId="{FEB4E784-A267-400E-A3EA-07F3C3D8A225}" srcOrd="1" destOrd="0" presId="urn:microsoft.com/office/officeart/2005/8/layout/process5"/>
    <dgm:cxn modelId="{08E40196-666E-4177-95F4-4D1C89CCD365}" srcId="{FE3A7E33-34FC-4692-A2A2-5B633F4DABBA}" destId="{E4EB1003-5DC9-4EE8-89C1-B34D291FAED1}" srcOrd="2" destOrd="0" parTransId="{798ACC12-AFF4-40C1-90E6-FFDF2612F10B}" sibTransId="{778FE832-1417-4B9F-9D6F-2556568B30D6}"/>
    <dgm:cxn modelId="{0D7C808C-E6B9-4F48-BE0B-D45252B27A6A}" type="presOf" srcId="{5CF2311C-BE17-40ED-B6EB-85C37D9B5497}" destId="{F1DFA747-ED9E-4AA0-9A19-BFE6F386AF29}" srcOrd="0" destOrd="2" presId="urn:microsoft.com/office/officeart/2005/8/layout/process5"/>
    <dgm:cxn modelId="{94E6100E-91C6-4B9A-A206-8D2ABBBC8F29}" type="presOf" srcId="{513ABEAD-84D1-4851-92C8-B2AABD09D770}" destId="{73192620-6737-4BC6-B49E-42B847101145}" srcOrd="0" destOrd="3" presId="urn:microsoft.com/office/officeart/2005/8/layout/process5"/>
    <dgm:cxn modelId="{2DD4BDF8-C6F4-434D-A875-88D5A5B7A605}" type="presOf" srcId="{B9DCE645-AB50-4222-8722-40F70FED031E}" destId="{94095933-7763-4858-8798-51F5F1E738F1}" srcOrd="1" destOrd="0" presId="urn:microsoft.com/office/officeart/2005/8/layout/process5"/>
    <dgm:cxn modelId="{40586599-8A1C-479E-BA07-E4BC93B26A2A}" type="presOf" srcId="{E8773EE8-941C-4EAE-A22F-6E90E69418E2}" destId="{F1DFA747-ED9E-4AA0-9A19-BFE6F386AF29}" srcOrd="0" destOrd="1" presId="urn:microsoft.com/office/officeart/2005/8/layout/process5"/>
    <dgm:cxn modelId="{F086C2FA-6916-4F3C-8785-FF8A0FF58A76}" type="presOf" srcId="{E29C2BB9-4348-4ED3-B672-B95FBA977453}" destId="{F2EFAC7C-799D-4A2D-9138-C32FD0254A10}" srcOrd="0" destOrd="2" presId="urn:microsoft.com/office/officeart/2005/8/layout/process5"/>
    <dgm:cxn modelId="{9DCA8BED-6EB4-4DD9-AB24-45D081B364BF}" type="presOf" srcId="{9072DC2B-1DD3-4AB3-B47A-A2A17E72EDDD}" destId="{385FD833-5104-47DB-84CC-2A29AD02B3FE}" srcOrd="0" destOrd="2" presId="urn:microsoft.com/office/officeart/2005/8/layout/process5"/>
    <dgm:cxn modelId="{13A438FF-BAC3-4FFE-B04F-3D13ED407E58}" srcId="{0A537BE7-9FB1-4A2C-9673-76BE51E980A4}" destId="{FE3A7E33-34FC-4692-A2A2-5B633F4DABBA}" srcOrd="5" destOrd="0" parTransId="{B75028D7-938B-4867-B263-EC8F604E3B73}" sibTransId="{D8BA2F58-7F06-4F0F-AC76-0162EDA27806}"/>
    <dgm:cxn modelId="{C2C322E6-B899-44D5-9C51-4CDDFD2C9429}" srcId="{FE3A7E33-34FC-4692-A2A2-5B633F4DABBA}" destId="{3AC09AE1-78AD-46FF-8665-585FB420CE66}" srcOrd="1" destOrd="0" parTransId="{555E50C6-1DBE-4382-9F21-DDB01634484D}" sibTransId="{73FE8988-CC50-4A54-A855-B4DF6ACB5D5F}"/>
    <dgm:cxn modelId="{166FDAB1-4551-43F6-A0E5-25B8D6CB4768}" type="presOf" srcId="{69DA9F1A-D648-4495-8576-E25C57040A38}" destId="{A965137E-9E59-4584-B1A5-BC7F4D9D3D2B}" srcOrd="0" destOrd="1" presId="urn:microsoft.com/office/officeart/2005/8/layout/process5"/>
    <dgm:cxn modelId="{194818D6-E232-4240-9326-B6B39814DED4}" srcId="{0A537BE7-9FB1-4A2C-9673-76BE51E980A4}" destId="{D49FDC0A-E2ED-4F0C-92E2-3D876ABFAF30}" srcOrd="3" destOrd="0" parTransId="{007F0372-BC9D-41A1-BA07-AE7CFAFC627E}" sibTransId="{B9DCE645-AB50-4222-8722-40F70FED031E}"/>
    <dgm:cxn modelId="{93F10A83-16FA-47C9-8D99-4B175F28F8B7}" srcId="{EF5C687D-341C-4562-AB69-66724766E833}" destId="{9072DC2B-1DD3-4AB3-B47A-A2A17E72EDDD}" srcOrd="1" destOrd="0" parTransId="{731A46B1-88EF-4132-A79A-0AD64F0F81D5}" sibTransId="{99989F95-E118-428E-A693-9980486A4BC8}"/>
    <dgm:cxn modelId="{6A29E59F-6CC2-4457-874B-0E5BA67014D7}" type="presOf" srcId="{EE062242-9CA8-48E7-BC02-D47E9F5E0248}" destId="{3E1D0547-85F7-46FB-8776-41C290F85130}" srcOrd="1" destOrd="0" presId="urn:microsoft.com/office/officeart/2005/8/layout/process5"/>
    <dgm:cxn modelId="{5556D255-0B12-45D7-9860-28E9EAB255A6}" srcId="{D49FDC0A-E2ED-4F0C-92E2-3D876ABFAF30}" destId="{513ABEAD-84D1-4851-92C8-B2AABD09D770}" srcOrd="2" destOrd="0" parTransId="{22BFF4E0-9EB4-4A79-8718-F1FD7CA7B901}" sibTransId="{654FF4A0-D9D7-433D-A0E7-94B34D169C0E}"/>
    <dgm:cxn modelId="{32DA161C-9007-4CCA-A715-EBCFE58B2721}" srcId="{1C193E31-EBE5-4BCB-8949-6540AB7AF325}" destId="{3CDED85D-DA06-4D35-A881-EC6B0F5FEC00}" srcOrd="2" destOrd="0" parTransId="{A29678E0-D724-4BEE-9E0F-F0254AFEBD61}" sibTransId="{01E8628F-7C8D-456D-9EC5-330EC8491854}"/>
    <dgm:cxn modelId="{7BE7471B-6C8D-4D94-B05B-4547C7C59697}" type="presOf" srcId="{097A9C7D-657A-44DE-B25E-5FF15C9296FA}" destId="{A965137E-9E59-4584-B1A5-BC7F4D9D3D2B}" srcOrd="0" destOrd="2" presId="urn:microsoft.com/office/officeart/2005/8/layout/process5"/>
    <dgm:cxn modelId="{215A3D26-DC8F-49A6-8D0A-4C6AFC63371C}" srcId="{1C193E31-EBE5-4BCB-8949-6540AB7AF325}" destId="{5CF2311C-BE17-40ED-B6EB-85C37D9B5497}" srcOrd="1" destOrd="0" parTransId="{6A406599-A1B8-45BA-BB44-6A7A46ADA462}" sibTransId="{6C587CA9-B9B5-4DB2-BF63-5C6504285B39}"/>
    <dgm:cxn modelId="{F80618AB-C287-4272-B2BC-F487F6D5C930}" type="presOf" srcId="{8A4BA080-9D27-4265-AB6C-F925C41EADBE}" destId="{B2171887-D4A6-46B2-B143-BA2F5036644E}" srcOrd="1" destOrd="0" presId="urn:microsoft.com/office/officeart/2005/8/layout/process5"/>
    <dgm:cxn modelId="{ABAFA83E-B66F-4FFB-B34D-D16D2EE8F30B}" type="presOf" srcId="{02BFEFAD-7C4E-40B1-B1DE-C98E0E6DA517}" destId="{A965137E-9E59-4584-B1A5-BC7F4D9D3D2B}" srcOrd="0" destOrd="3" presId="urn:microsoft.com/office/officeart/2005/8/layout/process5"/>
    <dgm:cxn modelId="{171B6CEB-F26D-467C-B3F4-93459859DAE8}" type="presOf" srcId="{2E67F665-664A-4229-931E-66EBD053901E}" destId="{F2EFAC7C-799D-4A2D-9138-C32FD0254A10}" srcOrd="0" destOrd="0" presId="urn:microsoft.com/office/officeart/2005/8/layout/process5"/>
    <dgm:cxn modelId="{5D372752-457D-4B13-AF41-C55CF25AB63D}" type="presOf" srcId="{7CCC96DD-4CCB-4E05-B579-1047CEEC0503}" destId="{73192620-6737-4BC6-B49E-42B847101145}" srcOrd="0" destOrd="1" presId="urn:microsoft.com/office/officeart/2005/8/layout/process5"/>
    <dgm:cxn modelId="{0D2FBE2F-D9B2-4558-95C7-6EFA25185E2C}" type="presOf" srcId="{0E4B2528-ECD2-45FD-8F93-E48B5C893CC5}" destId="{F2EFAC7C-799D-4A2D-9138-C32FD0254A10}" srcOrd="0" destOrd="4" presId="urn:microsoft.com/office/officeart/2005/8/layout/process5"/>
    <dgm:cxn modelId="{0049218A-370C-48E7-9B8F-AC5ECD2B4A62}" type="presOf" srcId="{E343FC66-66D6-421D-8B8A-CAE6EB823BBE}" destId="{F2EFAC7C-799D-4A2D-9138-C32FD0254A10}" srcOrd="0" destOrd="3" presId="urn:microsoft.com/office/officeart/2005/8/layout/process5"/>
    <dgm:cxn modelId="{13A28096-A4B2-42C1-BD7C-DB2FCC0630FE}" type="presOf" srcId="{FE3A7E33-34FC-4692-A2A2-5B633F4DABBA}" destId="{CA5838D8-1D63-4208-901B-2A3D41169BEE}" srcOrd="0" destOrd="0" presId="urn:microsoft.com/office/officeart/2005/8/layout/process5"/>
    <dgm:cxn modelId="{50C361AA-5A35-4A2B-BC68-36624F2DD7ED}" type="presOf" srcId="{EF5C687D-341C-4562-AB69-66724766E833}" destId="{385FD833-5104-47DB-84CC-2A29AD02B3FE}" srcOrd="0" destOrd="0" presId="urn:microsoft.com/office/officeart/2005/8/layout/process5"/>
    <dgm:cxn modelId="{5EED1DDA-3334-429B-B6BD-EA5E8A579096}" type="presOf" srcId="{9D6D9292-C18D-4E55-BFF5-0C7B1EDD2A16}" destId="{73192620-6737-4BC6-B49E-42B847101145}" srcOrd="0" destOrd="4" presId="urn:microsoft.com/office/officeart/2005/8/layout/process5"/>
    <dgm:cxn modelId="{D746C0FE-A6F6-44F3-B3A7-3EE94569AEDA}" type="presOf" srcId="{328B9A9A-D8B6-4F6F-AB4F-B166521E3CFB}" destId="{CA5838D8-1D63-4208-901B-2A3D41169BEE}" srcOrd="0" destOrd="4" presId="urn:microsoft.com/office/officeart/2005/8/layout/process5"/>
    <dgm:cxn modelId="{3C937E66-4754-4BF2-876A-ADBE3A2EE86E}" srcId="{D49FDC0A-E2ED-4F0C-92E2-3D876ABFAF30}" destId="{7CCC96DD-4CCB-4E05-B579-1047CEEC0503}" srcOrd="0" destOrd="0" parTransId="{A64F27DB-FC39-420E-9B54-AB1B8789D6F3}" sibTransId="{ADA8A4D3-0572-45A0-807F-FA88F4E8076D}"/>
    <dgm:cxn modelId="{09400812-114D-498A-8E8F-D9AF74D8C6EC}" srcId="{1A21B817-798D-4C0F-99EB-73BD9B68A8E0}" destId="{69DA9F1A-D648-4495-8576-E25C57040A38}" srcOrd="0" destOrd="0" parTransId="{5B61F561-047E-4465-ABBE-9CA34D9441E1}" sibTransId="{2AAEBCC6-4BD4-4FF5-95A3-88DA8A763D90}"/>
    <dgm:cxn modelId="{E407E73E-835A-4385-A09F-F0C0D7280A70}" srcId="{EF5C687D-341C-4562-AB69-66724766E833}" destId="{18A8ECAA-B059-45FC-9817-FBDC8D75E6AA}" srcOrd="0" destOrd="0" parTransId="{74B54851-7CD8-48C6-B7E1-BABB7FAB0745}" sibTransId="{F2338DA3-BCB8-4811-8FF2-CDCD6185DC7A}"/>
    <dgm:cxn modelId="{294F6F2B-F68B-48DC-B08B-F30D9717FDDF}" type="presOf" srcId="{D49FDC0A-E2ED-4F0C-92E2-3D876ABFAF30}" destId="{73192620-6737-4BC6-B49E-42B847101145}" srcOrd="0" destOrd="0" presId="urn:microsoft.com/office/officeart/2005/8/layout/process5"/>
    <dgm:cxn modelId="{680AF521-7F13-4FFE-A5B1-D34E2F18266D}" type="presOf" srcId="{3CAA0E37-8158-4C84-A67E-81AE26829331}" destId="{385FD833-5104-47DB-84CC-2A29AD02B3FE}" srcOrd="0" destOrd="3" presId="urn:microsoft.com/office/officeart/2005/8/layout/process5"/>
    <dgm:cxn modelId="{A02B054D-3C91-424C-8FF9-D549F18768A8}" srcId="{2E67F665-664A-4229-931E-66EBD053901E}" destId="{E343FC66-66D6-421D-8B8A-CAE6EB823BBE}" srcOrd="2" destOrd="0" parTransId="{EA06FF57-C5B7-46A3-A0A0-C10F4D4230C1}" sibTransId="{944788DB-77EA-41CF-B815-32F3D98D091F}"/>
    <dgm:cxn modelId="{56A99525-1F44-406E-89BF-A99E84C8DB63}" srcId="{1C193E31-EBE5-4BCB-8949-6540AB7AF325}" destId="{E8773EE8-941C-4EAE-A22F-6E90E69418E2}" srcOrd="0" destOrd="0" parTransId="{B82ED367-FA9C-4AD9-A675-C9130AB643CD}" sibTransId="{57DBDD42-3DA4-44F1-B052-E845EE364E25}"/>
    <dgm:cxn modelId="{5B604604-9DC5-47D5-8E14-93C5C98355FB}" srcId="{1A21B817-798D-4C0F-99EB-73BD9B68A8E0}" destId="{02BFEFAD-7C4E-40B1-B1DE-C98E0E6DA517}" srcOrd="2" destOrd="0" parTransId="{5F5C8DF6-E040-4DE5-A9E0-43FA935F5804}" sibTransId="{C168917D-6963-4EEA-BC68-6564D4A51B8C}"/>
    <dgm:cxn modelId="{F2FDDCF2-E422-4CF8-85D8-A6DE8C76CE43}" type="presOf" srcId="{3AC09AE1-78AD-46FF-8665-585FB420CE66}" destId="{CA5838D8-1D63-4208-901B-2A3D41169BEE}" srcOrd="0" destOrd="2" presId="urn:microsoft.com/office/officeart/2005/8/layout/process5"/>
    <dgm:cxn modelId="{811B6B81-9546-4B8F-84FE-D32C2D448008}" type="presOf" srcId="{F9596980-7FC9-49E7-AC12-CAE9B5EE89CC}" destId="{385FD833-5104-47DB-84CC-2A29AD02B3FE}" srcOrd="0" destOrd="4" presId="urn:microsoft.com/office/officeart/2005/8/layout/process5"/>
    <dgm:cxn modelId="{DBE10A36-99E7-4728-A3F2-FDA15FE241AB}" srcId="{2E67F665-664A-4229-931E-66EBD053901E}" destId="{E29C2BB9-4348-4ED3-B672-B95FBA977453}" srcOrd="1" destOrd="0" parTransId="{06124397-7C44-4F07-9F6A-9A033362E323}" sibTransId="{CF9978F0-4A48-4748-94D7-DC52DAAE2B8B}"/>
    <dgm:cxn modelId="{C55FD85E-D2DA-4F8E-B807-58A0805F09E6}" type="presOf" srcId="{1A21B817-798D-4C0F-99EB-73BD9B68A8E0}" destId="{A965137E-9E59-4584-B1A5-BC7F4D9D3D2B}" srcOrd="0" destOrd="0" presId="urn:microsoft.com/office/officeart/2005/8/layout/process5"/>
    <dgm:cxn modelId="{E13FF553-557B-458F-9BD4-FE5453FDF31F}" type="presOf" srcId="{875C3263-3679-402B-938C-BBF8C8E5CD47}" destId="{803CA1B7-D598-4FFD-9C84-CBF40D60ADFA}" srcOrd="1" destOrd="0" presId="urn:microsoft.com/office/officeart/2005/8/layout/process5"/>
    <dgm:cxn modelId="{7150F4C0-DB7D-4718-A01D-45A4DFE5D7D1}" srcId="{0A537BE7-9FB1-4A2C-9673-76BE51E980A4}" destId="{EF5C687D-341C-4562-AB69-66724766E833}" srcOrd="1" destOrd="0" parTransId="{44CDB398-9350-492E-9E40-0FC85074DC9F}" sibTransId="{875C3263-3679-402B-938C-BBF8C8E5CD47}"/>
    <dgm:cxn modelId="{9502EA5E-B3DD-4835-9244-05F3AF233777}" type="presOf" srcId="{875C3263-3679-402B-938C-BBF8C8E5CD47}" destId="{330B85DF-D62E-41A8-B3CE-0EB6A5454C1B}" srcOrd="0" destOrd="0" presId="urn:microsoft.com/office/officeart/2005/8/layout/process5"/>
    <dgm:cxn modelId="{F3310825-AE6E-414F-BAA4-F90229715280}" srcId="{1A21B817-798D-4C0F-99EB-73BD9B68A8E0}" destId="{097A9C7D-657A-44DE-B25E-5FF15C9296FA}" srcOrd="1" destOrd="0" parTransId="{7FC2CEAB-6084-4F05-852E-ABCC4BD99623}" sibTransId="{935A7C57-EC4A-4F67-B898-FE66B16A82AB}"/>
    <dgm:cxn modelId="{7186F6ED-300C-43D5-9CB5-33B2D8BF4B74}" srcId="{D49FDC0A-E2ED-4F0C-92E2-3D876ABFAF30}" destId="{0C0BE0E3-D07E-4612-9B92-67D9F6D3FBAA}" srcOrd="1" destOrd="0" parTransId="{3C096655-319C-4AE7-805F-01E70B055217}" sibTransId="{7E55DD2F-A7E7-4F40-8E9A-219A1737EDCB}"/>
    <dgm:cxn modelId="{F3E263A6-B75C-4276-A463-FC51E6B3C8C9}" srcId="{0A537BE7-9FB1-4A2C-9673-76BE51E980A4}" destId="{2E67F665-664A-4229-931E-66EBD053901E}" srcOrd="2" destOrd="0" parTransId="{BBFC5DF6-48CB-477C-AD75-156198B52544}" sibTransId="{8A4BA080-9D27-4265-AB6C-F925C41EADBE}"/>
    <dgm:cxn modelId="{D4ECC1DF-F5CC-4EED-8DC2-AC3BF40983E9}" srcId="{EF5C687D-341C-4562-AB69-66724766E833}" destId="{3CAA0E37-8158-4C84-A67E-81AE26829331}" srcOrd="2" destOrd="0" parTransId="{5DE329D3-02B8-48FA-8E7D-7CD72D5CBD1D}" sibTransId="{4769B704-FFD8-4051-A2EE-757F24507F4F}"/>
    <dgm:cxn modelId="{B9665D7F-5A62-4C5C-9C47-516BA0209AAA}" type="presOf" srcId="{1C193E31-EBE5-4BCB-8949-6540AB7AF325}" destId="{F1DFA747-ED9E-4AA0-9A19-BFE6F386AF29}" srcOrd="0" destOrd="0" presId="urn:microsoft.com/office/officeart/2005/8/layout/process5"/>
    <dgm:cxn modelId="{1A284FCB-D6A2-4D0A-A3B5-18AA80A79B24}" type="presOf" srcId="{B9DCE645-AB50-4222-8722-40F70FED031E}" destId="{ED331B0B-3513-4220-B27B-BA324D8C0911}" srcOrd="0" destOrd="0" presId="urn:microsoft.com/office/officeart/2005/8/layout/process5"/>
    <dgm:cxn modelId="{7C083E1C-22D8-46BF-96D3-E5E8BFAE14D1}" srcId="{FE3A7E33-34FC-4692-A2A2-5B633F4DABBA}" destId="{BE18B76E-D43B-45B4-8E0B-C78A556D8E83}" srcOrd="0" destOrd="0" parTransId="{6DF937DC-B6A0-4E72-9718-2569E14A9D76}" sibTransId="{CB6BC757-299A-4C5C-96D1-8385C1EB5A04}"/>
    <dgm:cxn modelId="{87C638FF-5BA8-47C4-A762-495C3D18DB80}" srcId="{0A537BE7-9FB1-4A2C-9673-76BE51E980A4}" destId="{1A21B817-798D-4C0F-99EB-73BD9B68A8E0}" srcOrd="4" destOrd="0" parTransId="{2ECAF34E-6506-4B5E-B285-0FAED996E39B}" sibTransId="{EE062242-9CA8-48E7-BC02-D47E9F5E0248}"/>
    <dgm:cxn modelId="{329A1E9B-8085-4DEB-A5B9-8CAA8A8D5FE1}" srcId="{2E67F665-664A-4229-931E-66EBD053901E}" destId="{0E4B2528-ECD2-45FD-8F93-E48B5C893CC5}" srcOrd="3" destOrd="0" parTransId="{90F93FB2-BC91-4958-9E80-0DD588DD1AD3}" sibTransId="{99873E0F-1BC8-4E67-89DC-8EC6970CAB0C}"/>
    <dgm:cxn modelId="{EEC9D65F-BBD2-4A26-AF58-A5D33B691E84}" type="presOf" srcId="{8A4BA080-9D27-4265-AB6C-F925C41EADBE}" destId="{298D398D-4B03-4349-B46B-0FF6871A13CE}" srcOrd="0" destOrd="0" presId="urn:microsoft.com/office/officeart/2005/8/layout/process5"/>
    <dgm:cxn modelId="{1529D342-1099-4862-B194-B742EC0CF1D0}" srcId="{EF5C687D-341C-4562-AB69-66724766E833}" destId="{F9596980-7FC9-49E7-AC12-CAE9B5EE89CC}" srcOrd="3" destOrd="0" parTransId="{3DB63FBF-F4D0-4CB5-99F3-D1D35C8AA932}" sibTransId="{2F1B677E-2A15-4B5A-B934-BC7C4605FFBF}"/>
    <dgm:cxn modelId="{F57C9C03-2EF0-4997-97FC-7B4891483E5B}" type="presOf" srcId="{0C0BE0E3-D07E-4612-9B92-67D9F6D3FBAA}" destId="{73192620-6737-4BC6-B49E-42B847101145}" srcOrd="0" destOrd="2" presId="urn:microsoft.com/office/officeart/2005/8/layout/process5"/>
    <dgm:cxn modelId="{EE36F221-41F2-4A54-A5AB-3B4B4C6DC3AF}" type="presOf" srcId="{3CDED85D-DA06-4D35-A881-EC6B0F5FEC00}" destId="{F1DFA747-ED9E-4AA0-9A19-BFE6F386AF29}" srcOrd="0" destOrd="3" presId="urn:microsoft.com/office/officeart/2005/8/layout/process5"/>
    <dgm:cxn modelId="{385EBA22-22A8-40E6-AC90-619807DCED98}" srcId="{D49FDC0A-E2ED-4F0C-92E2-3D876ABFAF30}" destId="{9D6D9292-C18D-4E55-BFF5-0C7B1EDD2A16}" srcOrd="3" destOrd="0" parTransId="{F962F403-D0D4-4F77-B3E7-315C7C04DD7F}" sibTransId="{864180FE-AA5D-4645-A082-C76A51F69B02}"/>
    <dgm:cxn modelId="{0C26D99A-3B39-4F4F-B8A8-20449A0B0081}" srcId="{FE3A7E33-34FC-4692-A2A2-5B633F4DABBA}" destId="{328B9A9A-D8B6-4F6F-AB4F-B166521E3CFB}" srcOrd="3" destOrd="0" parTransId="{946AFA0F-61DF-4EE1-8A8B-1A8566DCAC43}" sibTransId="{D9A0D609-12C8-479A-B410-5DD0A3E2AAB1}"/>
    <dgm:cxn modelId="{4BEFCDB1-1023-4414-9686-F0C38FFDAF61}" srcId="{1C193E31-EBE5-4BCB-8949-6540AB7AF325}" destId="{1904939A-CC33-45BC-AD8F-1CCEE8747FFE}" srcOrd="3" destOrd="0" parTransId="{F0DDB041-A96F-42BB-A791-CA3728F7A6D4}" sibTransId="{E1B8105E-1D2B-4603-B6C5-27F7FAB1527A}"/>
    <dgm:cxn modelId="{9EB08DA7-CCD2-48E1-8CC4-E29D819D196E}" type="presOf" srcId="{BE18B76E-D43B-45B4-8E0B-C78A556D8E83}" destId="{CA5838D8-1D63-4208-901B-2A3D41169BEE}" srcOrd="0" destOrd="1" presId="urn:microsoft.com/office/officeart/2005/8/layout/process5"/>
    <dgm:cxn modelId="{389F999C-F8DB-461E-BE7B-9447A589700B}" srcId="{0A537BE7-9FB1-4A2C-9673-76BE51E980A4}" destId="{1C193E31-EBE5-4BCB-8949-6540AB7AF325}" srcOrd="0" destOrd="0" parTransId="{66FF8AC8-B4A4-443B-ACBA-CD6CF84C5A00}" sibTransId="{ED9A8CE4-8B5B-4AE3-A40B-3E8CE13B2094}"/>
    <dgm:cxn modelId="{1ED019AB-74AD-440A-B317-D4AEC5463436}" srcId="{2E67F665-664A-4229-931E-66EBD053901E}" destId="{4BFC68C2-F2BB-468C-AA85-B6DEA800047F}" srcOrd="0" destOrd="0" parTransId="{677E4382-A0AB-4160-BC03-58410B0D5B32}" sibTransId="{9FA465B2-0A8E-49D9-9406-E2C330AD2E8A}"/>
    <dgm:cxn modelId="{10B79249-ABFF-48F3-9D70-EFB88D2CE828}" type="presOf" srcId="{0A537BE7-9FB1-4A2C-9673-76BE51E980A4}" destId="{13CA8433-E3CC-4FC9-8A4D-BE50D1842ABA}" srcOrd="0" destOrd="0" presId="urn:microsoft.com/office/officeart/2005/8/layout/process5"/>
    <dgm:cxn modelId="{28DD43A4-1D97-4726-B54E-7065140A42BB}" type="presOf" srcId="{EE062242-9CA8-48E7-BC02-D47E9F5E0248}" destId="{A08100A9-3694-4BC3-817C-C1BC43D119B5}" srcOrd="0" destOrd="0" presId="urn:microsoft.com/office/officeart/2005/8/layout/process5"/>
    <dgm:cxn modelId="{8D4EAFE1-F993-4513-8FE5-8C75715FE19E}" type="presOf" srcId="{ED9A8CE4-8B5B-4AE3-A40B-3E8CE13B2094}" destId="{4B1596DD-1CB0-456C-ADFB-C87764BC4530}" srcOrd="0" destOrd="0" presId="urn:microsoft.com/office/officeart/2005/8/layout/process5"/>
    <dgm:cxn modelId="{77B37940-EEE6-46AC-A006-8A27B66EF02B}" type="presOf" srcId="{1904939A-CC33-45BC-AD8F-1CCEE8747FFE}" destId="{F1DFA747-ED9E-4AA0-9A19-BFE6F386AF29}" srcOrd="0" destOrd="4" presId="urn:microsoft.com/office/officeart/2005/8/layout/process5"/>
    <dgm:cxn modelId="{E4195F2F-CB1A-4347-B03B-AEAEFEE59327}" type="presParOf" srcId="{13CA8433-E3CC-4FC9-8A4D-BE50D1842ABA}" destId="{F1DFA747-ED9E-4AA0-9A19-BFE6F386AF29}" srcOrd="0" destOrd="0" presId="urn:microsoft.com/office/officeart/2005/8/layout/process5"/>
    <dgm:cxn modelId="{408B9166-2A30-419A-9809-0472A7188390}" type="presParOf" srcId="{13CA8433-E3CC-4FC9-8A4D-BE50D1842ABA}" destId="{4B1596DD-1CB0-456C-ADFB-C87764BC4530}" srcOrd="1" destOrd="0" presId="urn:microsoft.com/office/officeart/2005/8/layout/process5"/>
    <dgm:cxn modelId="{13BC014B-B3B2-4194-B595-11BFE84FF241}" type="presParOf" srcId="{4B1596DD-1CB0-456C-ADFB-C87764BC4530}" destId="{FEB4E784-A267-400E-A3EA-07F3C3D8A225}" srcOrd="0" destOrd="0" presId="urn:microsoft.com/office/officeart/2005/8/layout/process5"/>
    <dgm:cxn modelId="{23D3E686-8896-43FF-8E46-2E86D30A7B1A}" type="presParOf" srcId="{13CA8433-E3CC-4FC9-8A4D-BE50D1842ABA}" destId="{385FD833-5104-47DB-84CC-2A29AD02B3FE}" srcOrd="2" destOrd="0" presId="urn:microsoft.com/office/officeart/2005/8/layout/process5"/>
    <dgm:cxn modelId="{B4E47D10-BCB0-45EE-BE6C-20F6399F8627}" type="presParOf" srcId="{13CA8433-E3CC-4FC9-8A4D-BE50D1842ABA}" destId="{330B85DF-D62E-41A8-B3CE-0EB6A5454C1B}" srcOrd="3" destOrd="0" presId="urn:microsoft.com/office/officeart/2005/8/layout/process5"/>
    <dgm:cxn modelId="{376726D1-89EE-42A8-9612-29E70E346A08}" type="presParOf" srcId="{330B85DF-D62E-41A8-B3CE-0EB6A5454C1B}" destId="{803CA1B7-D598-4FFD-9C84-CBF40D60ADFA}" srcOrd="0" destOrd="0" presId="urn:microsoft.com/office/officeart/2005/8/layout/process5"/>
    <dgm:cxn modelId="{7AF8B6B2-3726-46E8-B3FE-7ABE7BB7BF2A}" type="presParOf" srcId="{13CA8433-E3CC-4FC9-8A4D-BE50D1842ABA}" destId="{F2EFAC7C-799D-4A2D-9138-C32FD0254A10}" srcOrd="4" destOrd="0" presId="urn:microsoft.com/office/officeart/2005/8/layout/process5"/>
    <dgm:cxn modelId="{D206734B-D17C-40E2-BFD0-269D6F23CF43}" type="presParOf" srcId="{13CA8433-E3CC-4FC9-8A4D-BE50D1842ABA}" destId="{298D398D-4B03-4349-B46B-0FF6871A13CE}" srcOrd="5" destOrd="0" presId="urn:microsoft.com/office/officeart/2005/8/layout/process5"/>
    <dgm:cxn modelId="{598B5D65-8209-4E2E-88B8-CE7D8EA7FAC9}" type="presParOf" srcId="{298D398D-4B03-4349-B46B-0FF6871A13CE}" destId="{B2171887-D4A6-46B2-B143-BA2F5036644E}" srcOrd="0" destOrd="0" presId="urn:microsoft.com/office/officeart/2005/8/layout/process5"/>
    <dgm:cxn modelId="{4602A929-BBF7-4A73-82A9-E4EF8166400B}" type="presParOf" srcId="{13CA8433-E3CC-4FC9-8A4D-BE50D1842ABA}" destId="{73192620-6737-4BC6-B49E-42B847101145}" srcOrd="6" destOrd="0" presId="urn:microsoft.com/office/officeart/2005/8/layout/process5"/>
    <dgm:cxn modelId="{C80CEF9C-425A-4196-A5D4-E9EFBC7AE334}" type="presParOf" srcId="{13CA8433-E3CC-4FC9-8A4D-BE50D1842ABA}" destId="{ED331B0B-3513-4220-B27B-BA324D8C0911}" srcOrd="7" destOrd="0" presId="urn:microsoft.com/office/officeart/2005/8/layout/process5"/>
    <dgm:cxn modelId="{2DF6F7A0-8343-482F-B579-EA29AEC97E6A}" type="presParOf" srcId="{ED331B0B-3513-4220-B27B-BA324D8C0911}" destId="{94095933-7763-4858-8798-51F5F1E738F1}" srcOrd="0" destOrd="0" presId="urn:microsoft.com/office/officeart/2005/8/layout/process5"/>
    <dgm:cxn modelId="{A9B81AE0-D32C-4FF9-B0D0-EC6D69B93E37}" type="presParOf" srcId="{13CA8433-E3CC-4FC9-8A4D-BE50D1842ABA}" destId="{A965137E-9E59-4584-B1A5-BC7F4D9D3D2B}" srcOrd="8" destOrd="0" presId="urn:microsoft.com/office/officeart/2005/8/layout/process5"/>
    <dgm:cxn modelId="{E70043CF-B74F-497F-81BF-6EE81EAB112B}" type="presParOf" srcId="{13CA8433-E3CC-4FC9-8A4D-BE50D1842ABA}" destId="{A08100A9-3694-4BC3-817C-C1BC43D119B5}" srcOrd="9" destOrd="0" presId="urn:microsoft.com/office/officeart/2005/8/layout/process5"/>
    <dgm:cxn modelId="{9AE2918F-37C6-4CD2-A19F-A5091176A611}" type="presParOf" srcId="{A08100A9-3694-4BC3-817C-C1BC43D119B5}" destId="{3E1D0547-85F7-46FB-8776-41C290F85130}" srcOrd="0" destOrd="0" presId="urn:microsoft.com/office/officeart/2005/8/layout/process5"/>
    <dgm:cxn modelId="{47A63531-9387-4413-BFCF-5464766FEF38}" type="presParOf" srcId="{13CA8433-E3CC-4FC9-8A4D-BE50D1842ABA}" destId="{CA5838D8-1D63-4208-901B-2A3D41169BEE}" srcOrd="10"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26655C-FFB9-4A4F-87B8-54511CDC0C24}" type="datetimeFigureOut">
              <a:rPr lang="en-US" smtClean="0"/>
              <a:t>8/27/2024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331535-DF72-4580-8907-DA5A0977AB85}" type="slidenum">
              <a:rPr lang="en-US" smtClean="0"/>
              <a:t>‹#›</a:t>
            </a:fld>
            <a:endParaRPr lang="en-US"/>
          </a:p>
        </p:txBody>
      </p:sp>
    </p:spTree>
    <p:extLst>
      <p:ext uri="{BB962C8B-B14F-4D97-AF65-F5344CB8AC3E}">
        <p14:creationId xmlns:p14="http://schemas.microsoft.com/office/powerpoint/2010/main" val="463172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331535-DF72-4580-8907-DA5A0977AB85}" type="slidenum">
              <a:rPr lang="en-US" smtClean="0"/>
              <a:t>9</a:t>
            </a:fld>
            <a:endParaRPr lang="en-US"/>
          </a:p>
        </p:txBody>
      </p:sp>
    </p:spTree>
    <p:extLst>
      <p:ext uri="{BB962C8B-B14F-4D97-AF65-F5344CB8AC3E}">
        <p14:creationId xmlns:p14="http://schemas.microsoft.com/office/powerpoint/2010/main" val="2145599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Entering the new millennium, we have witnessed the fast evolution toward a new</a:t>
            </a:r>
            <a:r>
              <a:rPr lang="en-US" baseline="0" dirty="0" smtClean="0"/>
              <a:t> </a:t>
            </a:r>
            <a:r>
              <a:rPr lang="en-US" dirty="0" smtClean="0"/>
              <a:t>generation of social, mobile, and cloud computing for multimedia processing and</a:t>
            </a:r>
            <a:r>
              <a:rPr lang="en-US" baseline="0" dirty="0" smtClean="0"/>
              <a:t> </a:t>
            </a:r>
            <a:r>
              <a:rPr lang="en-US" dirty="0" smtClean="0"/>
              <a:t>sharing. Today, the role of the Internet itself has evolved from the original use as</a:t>
            </a:r>
            <a:r>
              <a:rPr lang="en-US" baseline="0" dirty="0" smtClean="0"/>
              <a:t> </a:t>
            </a:r>
            <a:r>
              <a:rPr lang="en-US" dirty="0" smtClean="0"/>
              <a:t>a communication tool to provide easier and faster sharing of an infinite supply of</a:t>
            </a:r>
            <a:r>
              <a:rPr lang="en-US" baseline="0" dirty="0" smtClean="0"/>
              <a:t> </a:t>
            </a:r>
            <a:r>
              <a:rPr lang="en-US" dirty="0" smtClean="0"/>
              <a:t>information, and the multimedia content itself has also been greatly enriched. High-definition</a:t>
            </a:r>
            <a:r>
              <a:rPr lang="en-US" baseline="0" dirty="0" smtClean="0"/>
              <a:t> </a:t>
            </a:r>
            <a:r>
              <a:rPr lang="en-US" dirty="0" smtClean="0"/>
              <a:t>videos and even 3D/</a:t>
            </a:r>
            <a:r>
              <a:rPr lang="en-US" dirty="0" err="1" smtClean="0"/>
              <a:t>multiview</a:t>
            </a:r>
            <a:r>
              <a:rPr lang="en-US" dirty="0" smtClean="0"/>
              <a:t> videos can be readily captured and browsed</a:t>
            </a:r>
            <a:r>
              <a:rPr lang="en-US" baseline="0" dirty="0" smtClean="0"/>
              <a:t> </a:t>
            </a:r>
            <a:r>
              <a:rPr lang="en-US" dirty="0" smtClean="0"/>
              <a:t>by personal computing devices, and conveniently stored and processed with remote</a:t>
            </a:r>
            <a:r>
              <a:rPr lang="en-US" baseline="0" dirty="0" smtClean="0"/>
              <a:t> </a:t>
            </a:r>
            <a:r>
              <a:rPr lang="en-US" dirty="0" smtClean="0"/>
              <a:t>cloud resources. More importantly, the users are now actively engaged to be part of</a:t>
            </a:r>
            <a:r>
              <a:rPr lang="en-US" baseline="0" dirty="0" smtClean="0"/>
              <a:t> </a:t>
            </a:r>
            <a:r>
              <a:rPr lang="en-US" dirty="0" smtClean="0"/>
              <a:t>a social ecosystem, rather than passively receiving media content. The revolution is</a:t>
            </a:r>
            <a:r>
              <a:rPr lang="en-US" baseline="0" dirty="0" smtClean="0"/>
              <a:t> </a:t>
            </a:r>
            <a:r>
              <a:rPr lang="en-US" dirty="0" smtClean="0"/>
              <a:t>being driven further by the deep penetration of 3G/4G wireless networks and smart</a:t>
            </a:r>
            <a:r>
              <a:rPr lang="en-US" baseline="0" dirty="0" smtClean="0"/>
              <a:t> </a:t>
            </a:r>
            <a:r>
              <a:rPr lang="en-US" dirty="0" smtClean="0"/>
              <a:t>mobile</a:t>
            </a:r>
            <a:r>
              <a:rPr lang="en-US" baseline="0" dirty="0" smtClean="0"/>
              <a:t> </a:t>
            </a:r>
            <a:r>
              <a:rPr lang="en-US" dirty="0" smtClean="0"/>
              <a:t>devices. Coming with highly intuitive interfaces and exceptionally richer</a:t>
            </a:r>
            <a:r>
              <a:rPr lang="en-US" baseline="0" dirty="0" smtClean="0"/>
              <a:t> </a:t>
            </a:r>
            <a:r>
              <a:rPr lang="en-US" dirty="0" smtClean="0"/>
              <a:t>multimedia functionalities, they have been seamlessly integrated with online social</a:t>
            </a:r>
            <a:r>
              <a:rPr lang="en-US" baseline="0" dirty="0" smtClean="0"/>
              <a:t> </a:t>
            </a:r>
            <a:r>
              <a:rPr lang="en-US" dirty="0" smtClean="0"/>
              <a:t>networking for instant media content generation and sharing.</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Please read the note on “Early</a:t>
            </a:r>
            <a:r>
              <a:rPr lang="en-US" baseline="0" dirty="0" smtClean="0"/>
              <a:t> h</a:t>
            </a:r>
            <a:r>
              <a:rPr lang="en-US" dirty="0" smtClean="0"/>
              <a:t>istory of multimedia’ for further information.</a:t>
            </a:r>
          </a:p>
          <a:p>
            <a:endParaRPr lang="en-US" dirty="0"/>
          </a:p>
        </p:txBody>
      </p:sp>
      <p:sp>
        <p:nvSpPr>
          <p:cNvPr id="4" name="Slide Number Placeholder 3"/>
          <p:cNvSpPr>
            <a:spLocks noGrp="1"/>
          </p:cNvSpPr>
          <p:nvPr>
            <p:ph type="sldNum" sz="quarter" idx="10"/>
          </p:nvPr>
        </p:nvSpPr>
        <p:spPr/>
        <p:txBody>
          <a:bodyPr/>
          <a:lstStyle/>
          <a:p>
            <a:fld id="{CD331535-DF72-4580-8907-DA5A0977AB85}" type="slidenum">
              <a:rPr lang="en-US" smtClean="0"/>
              <a:t>10</a:t>
            </a:fld>
            <a:endParaRPr lang="en-US"/>
          </a:p>
        </p:txBody>
      </p:sp>
    </p:spTree>
    <p:extLst>
      <p:ext uri="{BB962C8B-B14F-4D97-AF65-F5344CB8AC3E}">
        <p14:creationId xmlns:p14="http://schemas.microsoft.com/office/powerpoint/2010/main" val="103838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Multimedia is any combination of text, art, sound animation and video delivered to you by computer or other electronic or digitally manipulated means. </a:t>
            </a:r>
          </a:p>
          <a:p>
            <a:endParaRPr lang="en-US" dirty="0" smtClean="0"/>
          </a:p>
          <a:p>
            <a:r>
              <a:rPr lang="en-US" dirty="0" smtClean="0"/>
              <a:t>It is field concerned with the computer controlled integration of text, graphics, drawings, still and moving images (Video), animation, audio, and any other media where every type of information can be represented, stored, transmitted and processed digitally. </a:t>
            </a:r>
          </a:p>
          <a:p>
            <a:r>
              <a:rPr lang="en-US" dirty="0" smtClean="0"/>
              <a:t>….</a:t>
            </a:r>
            <a:endParaRPr lang="en-US" dirty="0"/>
          </a:p>
        </p:txBody>
      </p:sp>
      <p:sp>
        <p:nvSpPr>
          <p:cNvPr id="4" name="Slide Number Placeholder 3"/>
          <p:cNvSpPr>
            <a:spLocks noGrp="1"/>
          </p:cNvSpPr>
          <p:nvPr>
            <p:ph type="sldNum" sz="quarter" idx="10"/>
          </p:nvPr>
        </p:nvSpPr>
        <p:spPr/>
        <p:txBody>
          <a:bodyPr/>
          <a:lstStyle/>
          <a:p>
            <a:fld id="{CD331535-DF72-4580-8907-DA5A0977AB85}" type="slidenum">
              <a:rPr lang="en-US" smtClean="0"/>
              <a:t>11</a:t>
            </a:fld>
            <a:endParaRPr lang="en-US"/>
          </a:p>
        </p:txBody>
      </p:sp>
    </p:spTree>
    <p:extLst>
      <p:ext uri="{BB962C8B-B14F-4D97-AF65-F5344CB8AC3E}">
        <p14:creationId xmlns:p14="http://schemas.microsoft.com/office/powerpoint/2010/main" val="1588124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Application Domain – provides functions</a:t>
            </a:r>
            <a:r>
              <a:rPr lang="en-US" baseline="0" dirty="0" smtClean="0"/>
              <a:t> to the users to develop and present multimedia projects. This includes software tools, and multimedia project development methodology.</a:t>
            </a:r>
          </a:p>
          <a:p>
            <a:r>
              <a:rPr lang="en-US" baseline="0" dirty="0" smtClean="0"/>
              <a:t>System Domain – Including all supports for using functions of the device domain. (operating systems, Communication/ networking systems and DB Systems)</a:t>
            </a:r>
          </a:p>
          <a:p>
            <a:r>
              <a:rPr lang="en-US" baseline="0" dirty="0" smtClean="0"/>
              <a:t>Device domain – basic concepts and skill for processing various multimedia elements and for handling physical device.</a:t>
            </a:r>
          </a:p>
          <a:p>
            <a:endParaRPr lang="en-US" dirty="0"/>
          </a:p>
        </p:txBody>
      </p:sp>
      <p:sp>
        <p:nvSpPr>
          <p:cNvPr id="4" name="Slide Number Placeholder 3"/>
          <p:cNvSpPr>
            <a:spLocks noGrp="1"/>
          </p:cNvSpPr>
          <p:nvPr>
            <p:ph type="sldNum" sz="quarter" idx="10"/>
          </p:nvPr>
        </p:nvSpPr>
        <p:spPr/>
        <p:txBody>
          <a:bodyPr/>
          <a:lstStyle/>
          <a:p>
            <a:fld id="{CD331535-DF72-4580-8907-DA5A0977AB85}" type="slidenum">
              <a:rPr lang="en-US" smtClean="0"/>
              <a:t>13</a:t>
            </a:fld>
            <a:endParaRPr lang="en-US"/>
          </a:p>
        </p:txBody>
      </p:sp>
    </p:spTree>
    <p:extLst>
      <p:ext uri="{BB962C8B-B14F-4D97-AF65-F5344CB8AC3E}">
        <p14:creationId xmlns:p14="http://schemas.microsoft.com/office/powerpoint/2010/main" val="3064611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for both multimedia software development as well multimedia production.</a:t>
            </a:r>
          </a:p>
          <a:p>
            <a:r>
              <a:rPr lang="en-US" dirty="0" smtClean="0"/>
              <a:t>We will discuss about  multimedia production later on this lecture series.</a:t>
            </a:r>
          </a:p>
          <a:p>
            <a:endParaRPr lang="en-US" dirty="0" smtClean="0"/>
          </a:p>
          <a:p>
            <a:r>
              <a:rPr lang="en-US" dirty="0" smtClean="0"/>
              <a:t>Discuss an example of film production</a:t>
            </a:r>
            <a:endParaRPr lang="en-US" dirty="0"/>
          </a:p>
        </p:txBody>
      </p:sp>
      <p:sp>
        <p:nvSpPr>
          <p:cNvPr id="4" name="Slide Number Placeholder 3"/>
          <p:cNvSpPr>
            <a:spLocks noGrp="1"/>
          </p:cNvSpPr>
          <p:nvPr>
            <p:ph type="sldNum" sz="quarter" idx="10"/>
          </p:nvPr>
        </p:nvSpPr>
        <p:spPr/>
        <p:txBody>
          <a:bodyPr/>
          <a:lstStyle/>
          <a:p>
            <a:fld id="{CD331535-DF72-4580-8907-DA5A0977AB85}" type="slidenum">
              <a:rPr lang="en-US" smtClean="0"/>
              <a:t>18</a:t>
            </a:fld>
            <a:endParaRPr lang="en-US"/>
          </a:p>
        </p:txBody>
      </p:sp>
    </p:spTree>
    <p:extLst>
      <p:ext uri="{BB962C8B-B14F-4D97-AF65-F5344CB8AC3E}">
        <p14:creationId xmlns:p14="http://schemas.microsoft.com/office/powerpoint/2010/main" val="2776021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3.xml"/><Relationship Id="rId4" Type="http://schemas.openxmlformats.org/officeDocument/2006/relationships/hyperlink" Target="https://www.freepik.com/" TargetMode="Externa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smtClean="0"/>
              <a:t>Click to edit Master title style</a:t>
            </a:r>
            <a:endParaRPr/>
          </a:p>
        </p:txBody>
      </p:sp>
      <p:sp>
        <p:nvSpPr>
          <p:cNvPr id="10" name="Google Shape;10;p2"/>
          <p:cNvSpPr txBox="1">
            <a:spLocks noGrp="1"/>
          </p:cNvSpPr>
          <p:nvPr>
            <p:ph type="subTitle" idx="1"/>
          </p:nvPr>
        </p:nvSpPr>
        <p:spPr>
          <a:xfrm>
            <a:off x="2924250" y="2804488"/>
            <a:ext cx="3295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US" smtClean="0"/>
              <a:t>Click to edit Master subtitle style</a:t>
            </a:r>
            <a:endParaRPr/>
          </a:p>
        </p:txBody>
      </p:sp>
      <p:sp>
        <p:nvSpPr>
          <p:cNvPr id="11" name="Google Shape;11;p2"/>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57935" y="2452406"/>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10025" y="4821496"/>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5669" y="1557060"/>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8263682" y="-434365"/>
            <a:ext cx="188886" cy="1181531"/>
            <a:chOff x="2877432" y="975334"/>
            <a:chExt cx="188886" cy="1181531"/>
          </a:xfrm>
        </p:grpSpPr>
        <p:sp>
          <p:nvSpPr>
            <p:cNvPr id="18" name="Google Shape;18;p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p:nvPr/>
        </p:nvSpPr>
        <p:spPr>
          <a:xfrm>
            <a:off x="8485996" y="1614633"/>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a:off x="3090748" y="-533657"/>
            <a:ext cx="98059" cy="1147596"/>
            <a:chOff x="3347921" y="16006"/>
            <a:chExt cx="98059" cy="1147596"/>
          </a:xfrm>
        </p:grpSpPr>
        <p:sp>
          <p:nvSpPr>
            <p:cNvPr id="23" name="Google Shape;23;p2"/>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2"/>
          <p:cNvGrpSpPr/>
          <p:nvPr/>
        </p:nvGrpSpPr>
        <p:grpSpPr>
          <a:xfrm>
            <a:off x="4892771" y="-340111"/>
            <a:ext cx="121172" cy="760495"/>
            <a:chOff x="5245196" y="3136513"/>
            <a:chExt cx="121172" cy="760495"/>
          </a:xfrm>
        </p:grpSpPr>
        <p:sp>
          <p:nvSpPr>
            <p:cNvPr id="26" name="Google Shape;26;p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a:off x="250617" y="2402302"/>
            <a:ext cx="188650" cy="2468354"/>
            <a:chOff x="250617" y="2402301"/>
            <a:chExt cx="188650" cy="2468354"/>
          </a:xfrm>
        </p:grpSpPr>
        <p:sp>
          <p:nvSpPr>
            <p:cNvPr id="29" name="Google Shape;29;p2"/>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Google Shape;33;p2"/>
          <p:cNvSpPr/>
          <p:nvPr/>
        </p:nvSpPr>
        <p:spPr>
          <a:xfrm>
            <a:off x="8935726" y="11"/>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2"/>
          <p:cNvGrpSpPr/>
          <p:nvPr/>
        </p:nvGrpSpPr>
        <p:grpSpPr>
          <a:xfrm>
            <a:off x="2038691" y="173908"/>
            <a:ext cx="57599" cy="831799"/>
            <a:chOff x="2038689" y="173907"/>
            <a:chExt cx="57599" cy="831799"/>
          </a:xfrm>
        </p:grpSpPr>
        <p:sp>
          <p:nvSpPr>
            <p:cNvPr id="36" name="Google Shape;36;p2"/>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8"/>
        <p:cNvGrpSpPr/>
        <p:nvPr/>
      </p:nvGrpSpPr>
      <p:grpSpPr>
        <a:xfrm>
          <a:off x="0" y="0"/>
          <a:ext cx="0" cy="0"/>
          <a:chOff x="0" y="0"/>
          <a:chExt cx="0" cy="0"/>
        </a:xfrm>
      </p:grpSpPr>
      <p:sp>
        <p:nvSpPr>
          <p:cNvPr id="39" name="Google Shape;39;p3"/>
          <p:cNvSpPr/>
          <p:nvPr/>
        </p:nvSpPr>
        <p:spPr>
          <a:xfrm>
            <a:off x="720239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41;p3"/>
          <p:cNvGrpSpPr/>
          <p:nvPr/>
        </p:nvGrpSpPr>
        <p:grpSpPr>
          <a:xfrm>
            <a:off x="8263682" y="-434365"/>
            <a:ext cx="188886" cy="1181531"/>
            <a:chOff x="2877432" y="975334"/>
            <a:chExt cx="188886" cy="1181531"/>
          </a:xfrm>
        </p:grpSpPr>
        <p:sp>
          <p:nvSpPr>
            <p:cNvPr id="42" name="Google Shape;42;p3"/>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3"/>
          <p:cNvSpPr/>
          <p:nvPr/>
        </p:nvSpPr>
        <p:spPr>
          <a:xfrm>
            <a:off x="8485996" y="1614633"/>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3"/>
          <p:cNvGrpSpPr/>
          <p:nvPr/>
        </p:nvGrpSpPr>
        <p:grpSpPr>
          <a:xfrm>
            <a:off x="3643898" y="-436198"/>
            <a:ext cx="133252" cy="1952377"/>
            <a:chOff x="6780548" y="337714"/>
            <a:chExt cx="133252" cy="1952377"/>
          </a:xfrm>
        </p:grpSpPr>
        <p:sp>
          <p:nvSpPr>
            <p:cNvPr id="47" name="Google Shape;47;p3"/>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p3"/>
          <p:cNvSpPr/>
          <p:nvPr/>
        </p:nvSpPr>
        <p:spPr>
          <a:xfrm>
            <a:off x="8935726" y="11"/>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50;p3"/>
          <p:cNvGrpSpPr/>
          <p:nvPr/>
        </p:nvGrpSpPr>
        <p:grpSpPr>
          <a:xfrm>
            <a:off x="8008098" y="2108911"/>
            <a:ext cx="199001" cy="2139769"/>
            <a:chOff x="8008096" y="2108910"/>
            <a:chExt cx="199001" cy="2139769"/>
          </a:xfrm>
        </p:grpSpPr>
        <p:sp>
          <p:nvSpPr>
            <p:cNvPr id="51" name="Google Shape;51;p3"/>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3"/>
          <p:cNvGrpSpPr/>
          <p:nvPr/>
        </p:nvGrpSpPr>
        <p:grpSpPr>
          <a:xfrm>
            <a:off x="520998" y="1091549"/>
            <a:ext cx="199001" cy="2139769"/>
            <a:chOff x="8008096" y="2108910"/>
            <a:chExt cx="199001" cy="2139769"/>
          </a:xfrm>
        </p:grpSpPr>
        <p:sp>
          <p:nvSpPr>
            <p:cNvPr id="54" name="Google Shape;54;p3"/>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 name="Google Shape;56;p3"/>
          <p:cNvSpPr txBox="1">
            <a:spLocks noGrp="1"/>
          </p:cNvSpPr>
          <p:nvPr>
            <p:ph type="ctrTitle"/>
          </p:nvPr>
        </p:nvSpPr>
        <p:spPr>
          <a:xfrm>
            <a:off x="2031287" y="1742775"/>
            <a:ext cx="2622000" cy="837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0000"/>
              </a:buClr>
              <a:buSzPts val="1200"/>
              <a:buNone/>
              <a:defRPr sz="4800">
                <a:solidFill>
                  <a:schemeClr val="lt1"/>
                </a:solidFill>
              </a:defRPr>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a:r>
              <a:rPr lang="en-US" smtClean="0"/>
              <a:t>Click to edit Master title style</a:t>
            </a:r>
            <a:endParaRPr/>
          </a:p>
        </p:txBody>
      </p:sp>
      <p:sp>
        <p:nvSpPr>
          <p:cNvPr id="57" name="Google Shape;57;p3"/>
          <p:cNvSpPr txBox="1">
            <a:spLocks noGrp="1"/>
          </p:cNvSpPr>
          <p:nvPr>
            <p:ph type="subTitle" idx="1"/>
          </p:nvPr>
        </p:nvSpPr>
        <p:spPr>
          <a:xfrm>
            <a:off x="1791587" y="2417450"/>
            <a:ext cx="3101400" cy="104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58" name="Google Shape;58;p3"/>
          <p:cNvSpPr txBox="1">
            <a:spLocks noGrp="1"/>
          </p:cNvSpPr>
          <p:nvPr>
            <p:ph type="title" idx="2" hasCustomPrompt="1"/>
          </p:nvPr>
        </p:nvSpPr>
        <p:spPr>
          <a:xfrm>
            <a:off x="5834900" y="2122225"/>
            <a:ext cx="9810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4800"/>
              <a:buNone/>
              <a:defRPr sz="6000"/>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8"/>
        <p:cNvGrpSpPr/>
        <p:nvPr/>
      </p:nvGrpSpPr>
      <p:grpSpPr>
        <a:xfrm>
          <a:off x="0" y="0"/>
          <a:ext cx="0" cy="0"/>
          <a:chOff x="0" y="0"/>
          <a:chExt cx="0" cy="0"/>
        </a:xfrm>
      </p:grpSpPr>
      <p:sp>
        <p:nvSpPr>
          <p:cNvPr id="79" name="Google Shape;79;p5"/>
          <p:cNvSpPr txBox="1">
            <a:spLocks noGrp="1"/>
          </p:cNvSpPr>
          <p:nvPr>
            <p:ph type="ctrTitle"/>
          </p:nvPr>
        </p:nvSpPr>
        <p:spPr>
          <a:xfrm>
            <a:off x="923625" y="1196026"/>
            <a:ext cx="982200" cy="5778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rgbClr val="000000"/>
              </a:buClr>
              <a:buSzPts val="1800"/>
              <a:buFont typeface="Fira Sans Condensed Medium"/>
              <a:buNone/>
              <a:defRPr sz="24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80" name="Google Shape;80;p5"/>
          <p:cNvSpPr txBox="1">
            <a:spLocks noGrp="1"/>
          </p:cNvSpPr>
          <p:nvPr>
            <p:ph type="subTitle" idx="1"/>
          </p:nvPr>
        </p:nvSpPr>
        <p:spPr>
          <a:xfrm>
            <a:off x="923637" y="1684093"/>
            <a:ext cx="2620500" cy="11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81" name="Google Shape;81;p5"/>
          <p:cNvSpPr txBox="1">
            <a:spLocks noGrp="1"/>
          </p:cNvSpPr>
          <p:nvPr>
            <p:ph type="ctrTitle" idx="2"/>
          </p:nvPr>
        </p:nvSpPr>
        <p:spPr>
          <a:xfrm>
            <a:off x="7050379" y="1196025"/>
            <a:ext cx="1137300" cy="5778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Clr>
                <a:srgbClr val="000000"/>
              </a:buClr>
              <a:buSzPts val="1800"/>
              <a:buFont typeface="Fira Sans Condensed Medium"/>
              <a:buNone/>
              <a:defRPr sz="24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82" name="Google Shape;82;p5"/>
          <p:cNvSpPr txBox="1">
            <a:spLocks noGrp="1"/>
          </p:cNvSpPr>
          <p:nvPr>
            <p:ph type="subTitle" idx="3"/>
          </p:nvPr>
        </p:nvSpPr>
        <p:spPr>
          <a:xfrm>
            <a:off x="5450166" y="1684093"/>
            <a:ext cx="2737500" cy="11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83" name="Google Shape;83;p5"/>
          <p:cNvSpPr txBox="1">
            <a:spLocks noGrp="1"/>
          </p:cNvSpPr>
          <p:nvPr>
            <p:ph type="ctrTitle" idx="4"/>
          </p:nvPr>
        </p:nvSpPr>
        <p:spPr>
          <a:xfrm>
            <a:off x="618825" y="411675"/>
            <a:ext cx="46182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r>
              <a:rPr lang="en-US" smtClean="0"/>
              <a:t>Click to edit Master title style</a:t>
            </a:r>
            <a:endParaRPr/>
          </a:p>
        </p:txBody>
      </p:sp>
      <p:sp>
        <p:nvSpPr>
          <p:cNvPr id="84" name="Google Shape;84;p5"/>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8403188" y="218376"/>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7776790" y="362576"/>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8539438" y="540951"/>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5"/>
          <p:cNvGrpSpPr/>
          <p:nvPr/>
        </p:nvGrpSpPr>
        <p:grpSpPr>
          <a:xfrm>
            <a:off x="6626134" y="-164561"/>
            <a:ext cx="121172" cy="760495"/>
            <a:chOff x="5245196" y="3136513"/>
            <a:chExt cx="121172" cy="760495"/>
          </a:xfrm>
        </p:grpSpPr>
        <p:sp>
          <p:nvSpPr>
            <p:cNvPr id="89" name="Google Shape;89;p5"/>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Google Shape;91;p5"/>
          <p:cNvSpPr/>
          <p:nvPr/>
        </p:nvSpPr>
        <p:spPr>
          <a:xfrm>
            <a:off x="318213" y="4418901"/>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454463" y="4741476"/>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93"/>
        <p:cNvGrpSpPr/>
        <p:nvPr/>
      </p:nvGrpSpPr>
      <p:grpSpPr>
        <a:xfrm>
          <a:off x="0" y="0"/>
          <a:ext cx="0" cy="0"/>
          <a:chOff x="0" y="0"/>
          <a:chExt cx="0" cy="0"/>
        </a:xfrm>
      </p:grpSpPr>
      <p:sp>
        <p:nvSpPr>
          <p:cNvPr id="94" name="Google Shape;94;p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r>
              <a:rPr lang="en-US" smtClean="0"/>
              <a:t>Click to edit Master title style</a:t>
            </a:r>
            <a:endParaRPr/>
          </a:p>
        </p:txBody>
      </p:sp>
      <p:sp>
        <p:nvSpPr>
          <p:cNvPr id="95" name="Google Shape;95;p6"/>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8985850" y="411676"/>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8359452" y="555876"/>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8798602" y="1088651"/>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099344"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6702525" y="444537"/>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5904977" y="143223"/>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303600" y="4401726"/>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564075" y="4753901"/>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05"/>
        <p:cNvGrpSpPr/>
        <p:nvPr/>
      </p:nvGrpSpPr>
      <p:grpSpPr>
        <a:xfrm>
          <a:off x="0" y="0"/>
          <a:ext cx="0" cy="0"/>
          <a:chOff x="0" y="0"/>
          <a:chExt cx="0" cy="0"/>
        </a:xfrm>
      </p:grpSpPr>
      <p:sp>
        <p:nvSpPr>
          <p:cNvPr id="106" name="Google Shape;106;p7"/>
          <p:cNvSpPr txBox="1">
            <a:spLocks noGrp="1"/>
          </p:cNvSpPr>
          <p:nvPr>
            <p:ph type="body" idx="1"/>
          </p:nvPr>
        </p:nvSpPr>
        <p:spPr>
          <a:xfrm>
            <a:off x="618306" y="2199025"/>
            <a:ext cx="1905900" cy="12963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6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lvl="0"/>
            <a:r>
              <a:rPr lang="en-US" smtClean="0"/>
              <a:t>Click to edit Master text styles</a:t>
            </a:r>
          </a:p>
        </p:txBody>
      </p:sp>
      <p:sp>
        <p:nvSpPr>
          <p:cNvPr id="107" name="Google Shape;107;p7"/>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r>
              <a:rPr lang="en-US" smtClean="0"/>
              <a:t>Click to edit Master title style</a:t>
            </a:r>
            <a:endParaRPr/>
          </a:p>
        </p:txBody>
      </p:sp>
      <p:sp>
        <p:nvSpPr>
          <p:cNvPr id="108" name="Google Shape;108;p7"/>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7"/>
          <p:cNvSpPr/>
          <p:nvPr/>
        </p:nvSpPr>
        <p:spPr>
          <a:xfrm>
            <a:off x="8403188" y="218376"/>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7"/>
          <p:cNvSpPr/>
          <p:nvPr/>
        </p:nvSpPr>
        <p:spPr>
          <a:xfrm>
            <a:off x="7776790" y="362576"/>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7"/>
          <p:cNvSpPr/>
          <p:nvPr/>
        </p:nvSpPr>
        <p:spPr>
          <a:xfrm>
            <a:off x="8539438" y="540951"/>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 name="Google Shape;112;p7"/>
          <p:cNvGrpSpPr/>
          <p:nvPr/>
        </p:nvGrpSpPr>
        <p:grpSpPr>
          <a:xfrm>
            <a:off x="6626134" y="-164561"/>
            <a:ext cx="121172" cy="760495"/>
            <a:chOff x="5245196" y="3136513"/>
            <a:chExt cx="121172" cy="760495"/>
          </a:xfrm>
        </p:grpSpPr>
        <p:sp>
          <p:nvSpPr>
            <p:cNvPr id="113" name="Google Shape;113;p7"/>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7"/>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7"/>
          <p:cNvSpPr/>
          <p:nvPr/>
        </p:nvSpPr>
        <p:spPr>
          <a:xfrm>
            <a:off x="318213" y="4418901"/>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7"/>
          <p:cNvSpPr/>
          <p:nvPr/>
        </p:nvSpPr>
        <p:spPr>
          <a:xfrm>
            <a:off x="454463" y="4741476"/>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17"/>
        <p:cNvGrpSpPr/>
        <p:nvPr/>
      </p:nvGrpSpPr>
      <p:grpSpPr>
        <a:xfrm>
          <a:off x="0" y="0"/>
          <a:ext cx="0" cy="0"/>
          <a:chOff x="0" y="0"/>
          <a:chExt cx="0" cy="0"/>
        </a:xfrm>
      </p:grpSpPr>
      <p:sp>
        <p:nvSpPr>
          <p:cNvPr id="118" name="Google Shape;118;p8"/>
          <p:cNvSpPr txBox="1">
            <a:spLocks noGrp="1"/>
          </p:cNvSpPr>
          <p:nvPr>
            <p:ph type="title"/>
          </p:nvPr>
        </p:nvSpPr>
        <p:spPr>
          <a:xfrm>
            <a:off x="2037000" y="1496400"/>
            <a:ext cx="5070000" cy="21507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en-US" smtClean="0"/>
              <a:t>Click to edit Master title style</a:t>
            </a:r>
            <a:endParaRPr/>
          </a:p>
        </p:txBody>
      </p:sp>
      <p:sp>
        <p:nvSpPr>
          <p:cNvPr id="119" name="Google Shape;119;p8"/>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a:off x="5257935" y="2452406"/>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a:off x="275669" y="1557060"/>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8"/>
          <p:cNvSpPr/>
          <p:nvPr/>
        </p:nvSpPr>
        <p:spPr>
          <a:xfrm>
            <a:off x="2307882" y="3002386"/>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 name="Google Shape;125;p8"/>
          <p:cNvGrpSpPr/>
          <p:nvPr/>
        </p:nvGrpSpPr>
        <p:grpSpPr>
          <a:xfrm>
            <a:off x="8263682" y="-434365"/>
            <a:ext cx="188886" cy="1181531"/>
            <a:chOff x="2877432" y="975334"/>
            <a:chExt cx="188886" cy="1181531"/>
          </a:xfrm>
        </p:grpSpPr>
        <p:sp>
          <p:nvSpPr>
            <p:cNvPr id="126" name="Google Shape;126;p8"/>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8"/>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129;p8"/>
          <p:cNvSpPr/>
          <p:nvPr/>
        </p:nvSpPr>
        <p:spPr>
          <a:xfrm>
            <a:off x="8485996" y="1614633"/>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8"/>
          <p:cNvSpPr/>
          <p:nvPr/>
        </p:nvSpPr>
        <p:spPr>
          <a:xfrm>
            <a:off x="6293004" y="835610"/>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8"/>
          <p:cNvSpPr/>
          <p:nvPr/>
        </p:nvSpPr>
        <p:spPr>
          <a:xfrm>
            <a:off x="1778506" y="2156779"/>
            <a:ext cx="119993" cy="119966"/>
          </a:xfrm>
          <a:custGeom>
            <a:avLst/>
            <a:gdLst/>
            <a:ahLst/>
            <a:cxnLst/>
            <a:rect l="l" t="t" r="r" b="b"/>
            <a:pathLst>
              <a:path w="4579" h="4578" extrusionOk="0">
                <a:moveTo>
                  <a:pt x="1" y="0"/>
                </a:moveTo>
                <a:lnTo>
                  <a:pt x="1" y="4578"/>
                </a:lnTo>
                <a:lnTo>
                  <a:pt x="4578" y="4578"/>
                </a:lnTo>
                <a:lnTo>
                  <a:pt x="457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 name="Google Shape;132;p8"/>
          <p:cNvGrpSpPr/>
          <p:nvPr/>
        </p:nvGrpSpPr>
        <p:grpSpPr>
          <a:xfrm>
            <a:off x="3090748" y="-533657"/>
            <a:ext cx="98059" cy="1147596"/>
            <a:chOff x="3347921" y="16006"/>
            <a:chExt cx="98059" cy="1147596"/>
          </a:xfrm>
        </p:grpSpPr>
        <p:sp>
          <p:nvSpPr>
            <p:cNvPr id="133" name="Google Shape;133;p8"/>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8"/>
          <p:cNvGrpSpPr/>
          <p:nvPr/>
        </p:nvGrpSpPr>
        <p:grpSpPr>
          <a:xfrm>
            <a:off x="4892771" y="-340111"/>
            <a:ext cx="121172" cy="760495"/>
            <a:chOff x="5245196" y="3136513"/>
            <a:chExt cx="121172" cy="760495"/>
          </a:xfrm>
        </p:grpSpPr>
        <p:sp>
          <p:nvSpPr>
            <p:cNvPr id="136" name="Google Shape;136;p8"/>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 name="Google Shape;138;p8"/>
          <p:cNvGrpSpPr/>
          <p:nvPr/>
        </p:nvGrpSpPr>
        <p:grpSpPr>
          <a:xfrm>
            <a:off x="6967836" y="85440"/>
            <a:ext cx="133252" cy="1952377"/>
            <a:chOff x="6780548" y="337714"/>
            <a:chExt cx="133252" cy="1952377"/>
          </a:xfrm>
        </p:grpSpPr>
        <p:sp>
          <p:nvSpPr>
            <p:cNvPr id="139" name="Google Shape;139;p8"/>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 name="Google Shape;141;p8"/>
          <p:cNvGrpSpPr/>
          <p:nvPr/>
        </p:nvGrpSpPr>
        <p:grpSpPr>
          <a:xfrm>
            <a:off x="250617" y="2402302"/>
            <a:ext cx="188650" cy="2468354"/>
            <a:chOff x="250617" y="2402301"/>
            <a:chExt cx="188650" cy="2468354"/>
          </a:xfrm>
        </p:grpSpPr>
        <p:sp>
          <p:nvSpPr>
            <p:cNvPr id="142" name="Google Shape;142;p8"/>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 name="Google Shape;146;p8"/>
          <p:cNvGrpSpPr/>
          <p:nvPr/>
        </p:nvGrpSpPr>
        <p:grpSpPr>
          <a:xfrm>
            <a:off x="982419" y="1695097"/>
            <a:ext cx="199237" cy="2828935"/>
            <a:chOff x="1608717" y="1280046"/>
            <a:chExt cx="199237" cy="2828935"/>
          </a:xfrm>
        </p:grpSpPr>
        <p:sp>
          <p:nvSpPr>
            <p:cNvPr id="147" name="Google Shape;147;p8"/>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8"/>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 name="Google Shape;150;p8"/>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8"/>
          <p:cNvGrpSpPr/>
          <p:nvPr/>
        </p:nvGrpSpPr>
        <p:grpSpPr>
          <a:xfrm>
            <a:off x="2038691" y="173908"/>
            <a:ext cx="57599" cy="831799"/>
            <a:chOff x="2038689" y="173907"/>
            <a:chExt cx="57599" cy="831799"/>
          </a:xfrm>
        </p:grpSpPr>
        <p:sp>
          <p:nvSpPr>
            <p:cNvPr id="152" name="Google Shape;152;p8"/>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8"/>
          <p:cNvGrpSpPr/>
          <p:nvPr/>
        </p:nvGrpSpPr>
        <p:grpSpPr>
          <a:xfrm>
            <a:off x="8008098" y="2108911"/>
            <a:ext cx="199001" cy="2139769"/>
            <a:chOff x="8008096" y="2108910"/>
            <a:chExt cx="199001" cy="2139769"/>
          </a:xfrm>
        </p:grpSpPr>
        <p:sp>
          <p:nvSpPr>
            <p:cNvPr id="155" name="Google Shape;155;p8"/>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 name="Google Shape;157;p8"/>
          <p:cNvSpPr/>
          <p:nvPr/>
        </p:nvSpPr>
        <p:spPr>
          <a:xfrm>
            <a:off x="2702019" y="1158651"/>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 name="Google Shape;158;p8"/>
          <p:cNvGrpSpPr/>
          <p:nvPr/>
        </p:nvGrpSpPr>
        <p:grpSpPr>
          <a:xfrm>
            <a:off x="4095148" y="-859690"/>
            <a:ext cx="199001" cy="2139769"/>
            <a:chOff x="8008096" y="2108910"/>
            <a:chExt cx="199001" cy="2139769"/>
          </a:xfrm>
        </p:grpSpPr>
        <p:sp>
          <p:nvSpPr>
            <p:cNvPr id="159" name="Google Shape;159;p8"/>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8"/>
          <p:cNvGrpSpPr/>
          <p:nvPr/>
        </p:nvGrpSpPr>
        <p:grpSpPr>
          <a:xfrm>
            <a:off x="6333286" y="3704940"/>
            <a:ext cx="133252" cy="1952377"/>
            <a:chOff x="6780548" y="337714"/>
            <a:chExt cx="133252" cy="1952377"/>
          </a:xfrm>
        </p:grpSpPr>
        <p:sp>
          <p:nvSpPr>
            <p:cNvPr id="162" name="Google Shape;162;p8"/>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 name="Google Shape;164;p8"/>
          <p:cNvGrpSpPr/>
          <p:nvPr/>
        </p:nvGrpSpPr>
        <p:grpSpPr>
          <a:xfrm>
            <a:off x="2702021" y="3612764"/>
            <a:ext cx="121172" cy="760495"/>
            <a:chOff x="5245196" y="3136513"/>
            <a:chExt cx="121172" cy="760495"/>
          </a:xfrm>
        </p:grpSpPr>
        <p:sp>
          <p:nvSpPr>
            <p:cNvPr id="165" name="Google Shape;165;p8"/>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 name="Google Shape;167;p8"/>
          <p:cNvSpPr/>
          <p:nvPr/>
        </p:nvSpPr>
        <p:spPr>
          <a:xfrm>
            <a:off x="5539523" y="4516718"/>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p:nvPr/>
        </p:nvSpPr>
        <p:spPr>
          <a:xfrm>
            <a:off x="6994217" y="3378785"/>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smtClean="0"/>
              <a:t>Click to edit Master title style</a:t>
            </a:r>
            <a:endParaRPr/>
          </a:p>
        </p:txBody>
      </p:sp>
      <p:sp>
        <p:nvSpPr>
          <p:cNvPr id="171" name="Google Shape;17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smtClean="0"/>
              <a:t>Click to edit Master subtitle style</a:t>
            </a:r>
            <a:endParaRPr/>
          </a:p>
        </p:txBody>
      </p:sp>
      <p:sp>
        <p:nvSpPr>
          <p:cNvPr id="172" name="Google Shape;17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73"/>
        <p:cNvGrpSpPr/>
        <p:nvPr/>
      </p:nvGrpSpPr>
      <p:grpSpPr>
        <a:xfrm>
          <a:off x="0" y="0"/>
          <a:ext cx="0" cy="0"/>
          <a:chOff x="0" y="0"/>
          <a:chExt cx="0" cy="0"/>
        </a:xfrm>
      </p:grpSpPr>
      <p:sp>
        <p:nvSpPr>
          <p:cNvPr id="174" name="Google Shape;174;p10"/>
          <p:cNvSpPr txBox="1">
            <a:spLocks noGrp="1"/>
          </p:cNvSpPr>
          <p:nvPr>
            <p:ph type="title"/>
          </p:nvPr>
        </p:nvSpPr>
        <p:spPr>
          <a:xfrm>
            <a:off x="581925" y="3391646"/>
            <a:ext cx="4126500" cy="1321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lang="en-US" smtClean="0"/>
              <a:t>Click to edit Master title style</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75"/>
        <p:cNvGrpSpPr/>
        <p:nvPr/>
      </p:nvGrpSpPr>
      <p:grpSpPr>
        <a:xfrm>
          <a:off x="0" y="0"/>
          <a:ext cx="0" cy="0"/>
          <a:chOff x="0" y="0"/>
          <a:chExt cx="0" cy="0"/>
        </a:xfrm>
      </p:grpSpPr>
      <p:sp>
        <p:nvSpPr>
          <p:cNvPr id="176" name="Google Shape;176;p11"/>
          <p:cNvSpPr txBox="1">
            <a:spLocks noGrp="1"/>
          </p:cNvSpPr>
          <p:nvPr>
            <p:ph type="ctrTitle"/>
          </p:nvPr>
        </p:nvSpPr>
        <p:spPr>
          <a:xfrm>
            <a:off x="3068675" y="3075325"/>
            <a:ext cx="3055800" cy="54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2400">
                <a:solidFill>
                  <a:schemeClr val="accent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r>
              <a:rPr lang="en-US" smtClean="0"/>
              <a:t>Click to edit Master title style</a:t>
            </a:r>
            <a:endParaRPr/>
          </a:p>
        </p:txBody>
      </p:sp>
      <p:sp>
        <p:nvSpPr>
          <p:cNvPr id="177" name="Google Shape;177;p11"/>
          <p:cNvSpPr txBox="1">
            <a:spLocks noGrp="1"/>
          </p:cNvSpPr>
          <p:nvPr>
            <p:ph type="subTitle" idx="1"/>
          </p:nvPr>
        </p:nvSpPr>
        <p:spPr>
          <a:xfrm>
            <a:off x="2333000" y="1799075"/>
            <a:ext cx="4478100" cy="792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178" name="Google Shape;178;p11"/>
          <p:cNvSpPr/>
          <p:nvPr/>
        </p:nvSpPr>
        <p:spPr>
          <a:xfrm>
            <a:off x="1621169" y="2890613"/>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1"/>
          <p:cNvSpPr/>
          <p:nvPr/>
        </p:nvSpPr>
        <p:spPr>
          <a:xfrm>
            <a:off x="1238740" y="2106884"/>
            <a:ext cx="121434" cy="121434"/>
          </a:xfrm>
          <a:custGeom>
            <a:avLst/>
            <a:gdLst/>
            <a:ahLst/>
            <a:cxnLst/>
            <a:rect l="l" t="t" r="r" b="b"/>
            <a:pathLst>
              <a:path w="4634" h="4634" extrusionOk="0">
                <a:moveTo>
                  <a:pt x="0" y="1"/>
                </a:moveTo>
                <a:lnTo>
                  <a:pt x="0" y="4634"/>
                </a:lnTo>
                <a:lnTo>
                  <a:pt x="4633" y="4634"/>
                </a:lnTo>
                <a:lnTo>
                  <a:pt x="463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a:off x="8710025" y="4821496"/>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a:off x="275669" y="1557060"/>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11"/>
          <p:cNvGrpSpPr/>
          <p:nvPr/>
        </p:nvGrpSpPr>
        <p:grpSpPr>
          <a:xfrm>
            <a:off x="8217007" y="3576773"/>
            <a:ext cx="188886" cy="1181531"/>
            <a:chOff x="2877432" y="975334"/>
            <a:chExt cx="188886" cy="1181531"/>
          </a:xfrm>
        </p:grpSpPr>
        <p:sp>
          <p:nvSpPr>
            <p:cNvPr id="184" name="Google Shape;184;p11"/>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1"/>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7" name="Google Shape;187;p11"/>
          <p:cNvSpPr/>
          <p:nvPr/>
        </p:nvSpPr>
        <p:spPr>
          <a:xfrm>
            <a:off x="8718796" y="116488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 name="Google Shape;188;p11"/>
          <p:cNvGrpSpPr/>
          <p:nvPr/>
        </p:nvGrpSpPr>
        <p:grpSpPr>
          <a:xfrm>
            <a:off x="7519348" y="3243318"/>
            <a:ext cx="98059" cy="1147596"/>
            <a:chOff x="3347921" y="16006"/>
            <a:chExt cx="98059" cy="1147596"/>
          </a:xfrm>
        </p:grpSpPr>
        <p:sp>
          <p:nvSpPr>
            <p:cNvPr id="189" name="Google Shape;189;p11"/>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1"/>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191;p11"/>
          <p:cNvGrpSpPr/>
          <p:nvPr/>
        </p:nvGrpSpPr>
        <p:grpSpPr>
          <a:xfrm>
            <a:off x="805821" y="2953664"/>
            <a:ext cx="121172" cy="760495"/>
            <a:chOff x="5245196" y="3136513"/>
            <a:chExt cx="121172" cy="760495"/>
          </a:xfrm>
        </p:grpSpPr>
        <p:sp>
          <p:nvSpPr>
            <p:cNvPr id="192" name="Google Shape;192;p11"/>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250617" y="2402302"/>
            <a:ext cx="188650" cy="2468354"/>
            <a:chOff x="250617" y="2402301"/>
            <a:chExt cx="188650" cy="2468354"/>
          </a:xfrm>
        </p:grpSpPr>
        <p:sp>
          <p:nvSpPr>
            <p:cNvPr id="195" name="Google Shape;195;p11"/>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1"/>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9" name="Google Shape;199;p11"/>
          <p:cNvSpPr/>
          <p:nvPr/>
        </p:nvSpPr>
        <p:spPr>
          <a:xfrm>
            <a:off x="8307214" y="-383977"/>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 name="Google Shape;201;p11"/>
          <p:cNvGrpSpPr/>
          <p:nvPr/>
        </p:nvGrpSpPr>
        <p:grpSpPr>
          <a:xfrm>
            <a:off x="2038691" y="173908"/>
            <a:ext cx="57599" cy="831799"/>
            <a:chOff x="2038689" y="173907"/>
            <a:chExt cx="57599" cy="831799"/>
          </a:xfrm>
        </p:grpSpPr>
        <p:sp>
          <p:nvSpPr>
            <p:cNvPr id="202" name="Google Shape;202;p11"/>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1"/>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 name="Google Shape;204;p11"/>
          <p:cNvSpPr/>
          <p:nvPr/>
        </p:nvSpPr>
        <p:spPr>
          <a:xfrm>
            <a:off x="7582340" y="1834534"/>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5" name="Google Shape;205;p11"/>
          <p:cNvGrpSpPr/>
          <p:nvPr/>
        </p:nvGrpSpPr>
        <p:grpSpPr>
          <a:xfrm>
            <a:off x="4920170" y="-496491"/>
            <a:ext cx="188886" cy="1181531"/>
            <a:chOff x="2877432" y="975334"/>
            <a:chExt cx="188886" cy="1181531"/>
          </a:xfrm>
        </p:grpSpPr>
        <p:sp>
          <p:nvSpPr>
            <p:cNvPr id="206" name="Google Shape;206;p11"/>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1"/>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 name="Google Shape;209;p11"/>
          <p:cNvSpPr/>
          <p:nvPr/>
        </p:nvSpPr>
        <p:spPr>
          <a:xfrm>
            <a:off x="7084804" y="549573"/>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0" name="Google Shape;210;p11"/>
          <p:cNvGrpSpPr/>
          <p:nvPr/>
        </p:nvGrpSpPr>
        <p:grpSpPr>
          <a:xfrm>
            <a:off x="3030471" y="-223849"/>
            <a:ext cx="121172" cy="760495"/>
            <a:chOff x="5245196" y="3136513"/>
            <a:chExt cx="121172" cy="760495"/>
          </a:xfrm>
        </p:grpSpPr>
        <p:sp>
          <p:nvSpPr>
            <p:cNvPr id="211" name="Google Shape;211;p11"/>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 name="Google Shape;213;p11"/>
          <p:cNvGrpSpPr/>
          <p:nvPr/>
        </p:nvGrpSpPr>
        <p:grpSpPr>
          <a:xfrm>
            <a:off x="2306294" y="2569222"/>
            <a:ext cx="199237" cy="2828935"/>
            <a:chOff x="1608717" y="1280046"/>
            <a:chExt cx="199237" cy="2828935"/>
          </a:xfrm>
        </p:grpSpPr>
        <p:sp>
          <p:nvSpPr>
            <p:cNvPr id="214" name="Google Shape;214;p11"/>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1"/>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17"/>
        <p:cNvGrpSpPr/>
        <p:nvPr/>
      </p:nvGrpSpPr>
      <p:grpSpPr>
        <a:xfrm>
          <a:off x="0" y="0"/>
          <a:ext cx="0" cy="0"/>
          <a:chOff x="0" y="0"/>
          <a:chExt cx="0" cy="0"/>
        </a:xfrm>
      </p:grpSpPr>
      <p:sp>
        <p:nvSpPr>
          <p:cNvPr id="218" name="Google Shape;218;p12"/>
          <p:cNvSpPr txBox="1">
            <a:spLocks noGrp="1"/>
          </p:cNvSpPr>
          <p:nvPr>
            <p:ph type="title" hasCustomPrompt="1"/>
          </p:nvPr>
        </p:nvSpPr>
        <p:spPr>
          <a:xfrm>
            <a:off x="1733725" y="856650"/>
            <a:ext cx="5676600" cy="12303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80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19" name="Google Shape;219;p12"/>
          <p:cNvSpPr txBox="1">
            <a:spLocks noGrp="1"/>
          </p:cNvSpPr>
          <p:nvPr>
            <p:ph type="body" idx="1"/>
          </p:nvPr>
        </p:nvSpPr>
        <p:spPr>
          <a:xfrm>
            <a:off x="3208075" y="2086950"/>
            <a:ext cx="2727900" cy="7155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pPr lvl="0"/>
            <a:r>
              <a:rPr lang="en-US" smtClean="0"/>
              <a:t>Click to edit Master text styles</a:t>
            </a:r>
          </a:p>
        </p:txBody>
      </p:sp>
      <p:grpSp>
        <p:nvGrpSpPr>
          <p:cNvPr id="220" name="Google Shape;220;p12"/>
          <p:cNvGrpSpPr/>
          <p:nvPr/>
        </p:nvGrpSpPr>
        <p:grpSpPr>
          <a:xfrm>
            <a:off x="722446" y="3412541"/>
            <a:ext cx="7699120" cy="1883463"/>
            <a:chOff x="4558950" y="838825"/>
            <a:chExt cx="2813800" cy="688350"/>
          </a:xfrm>
        </p:grpSpPr>
        <p:sp>
          <p:nvSpPr>
            <p:cNvPr id="221" name="Google Shape;221;p12"/>
            <p:cNvSpPr/>
            <p:nvPr/>
          </p:nvSpPr>
          <p:spPr>
            <a:xfrm>
              <a:off x="6067275" y="838825"/>
              <a:ext cx="46025" cy="39525"/>
            </a:xfrm>
            <a:custGeom>
              <a:avLst/>
              <a:gdLst/>
              <a:ahLst/>
              <a:cxnLst/>
              <a:rect l="l" t="t" r="r" b="b"/>
              <a:pathLst>
                <a:path w="1841" h="1581" extrusionOk="0">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2"/>
            <p:cNvSpPr/>
            <p:nvPr/>
          </p:nvSpPr>
          <p:spPr>
            <a:xfrm>
              <a:off x="4703850" y="911275"/>
              <a:ext cx="2580700" cy="613375"/>
            </a:xfrm>
            <a:custGeom>
              <a:avLst/>
              <a:gdLst/>
              <a:ahLst/>
              <a:cxnLst/>
              <a:rect l="l" t="t" r="r" b="b"/>
              <a:pathLst>
                <a:path w="103228" h="24535" extrusionOk="0">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2"/>
            <p:cNvSpPr/>
            <p:nvPr/>
          </p:nvSpPr>
          <p:spPr>
            <a:xfrm>
              <a:off x="4704175" y="930800"/>
              <a:ext cx="2582575" cy="595725"/>
            </a:xfrm>
            <a:custGeom>
              <a:avLst/>
              <a:gdLst/>
              <a:ahLst/>
              <a:cxnLst/>
              <a:rect l="l" t="t" r="r" b="b"/>
              <a:pathLst>
                <a:path w="103303" h="23829" extrusionOk="0">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2"/>
            <p:cNvSpPr/>
            <p:nvPr/>
          </p:nvSpPr>
          <p:spPr>
            <a:xfrm>
              <a:off x="4904225" y="1145950"/>
              <a:ext cx="46000" cy="39350"/>
            </a:xfrm>
            <a:custGeom>
              <a:avLst/>
              <a:gdLst/>
              <a:ahLst/>
              <a:cxnLst/>
              <a:rect l="l" t="t" r="r" b="b"/>
              <a:pathLst>
                <a:path w="1840" h="1574" extrusionOk="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2"/>
            <p:cNvSpPr/>
            <p:nvPr/>
          </p:nvSpPr>
          <p:spPr>
            <a:xfrm>
              <a:off x="5062350" y="1316075"/>
              <a:ext cx="46025" cy="39350"/>
            </a:xfrm>
            <a:custGeom>
              <a:avLst/>
              <a:gdLst/>
              <a:ahLst/>
              <a:cxnLst/>
              <a:rect l="l" t="t" r="r" b="b"/>
              <a:pathLst>
                <a:path w="1841" h="1574" extrusionOk="0">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2"/>
            <p:cNvSpPr/>
            <p:nvPr/>
          </p:nvSpPr>
          <p:spPr>
            <a:xfrm>
              <a:off x="5209475" y="1350400"/>
              <a:ext cx="39725" cy="39725"/>
            </a:xfrm>
            <a:custGeom>
              <a:avLst/>
              <a:gdLst/>
              <a:ahLst/>
              <a:cxnLst/>
              <a:rect l="l" t="t" r="r" b="b"/>
              <a:pathLst>
                <a:path w="1589" h="1589" extrusionOk="0">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2"/>
            <p:cNvSpPr/>
            <p:nvPr/>
          </p:nvSpPr>
          <p:spPr>
            <a:xfrm>
              <a:off x="5173875" y="1248975"/>
              <a:ext cx="46025" cy="39450"/>
            </a:xfrm>
            <a:custGeom>
              <a:avLst/>
              <a:gdLst/>
              <a:ahLst/>
              <a:cxnLst/>
              <a:rect l="l" t="t" r="r" b="b"/>
              <a:pathLst>
                <a:path w="1841" h="1578" extrusionOk="0">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2"/>
            <p:cNvSpPr/>
            <p:nvPr/>
          </p:nvSpPr>
          <p:spPr>
            <a:xfrm>
              <a:off x="5352500" y="938375"/>
              <a:ext cx="46000" cy="39500"/>
            </a:xfrm>
            <a:custGeom>
              <a:avLst/>
              <a:gdLst/>
              <a:ahLst/>
              <a:cxnLst/>
              <a:rect l="l" t="t" r="r" b="b"/>
              <a:pathLst>
                <a:path w="1840" h="1580" extrusionOk="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2"/>
            <p:cNvSpPr/>
            <p:nvPr/>
          </p:nvSpPr>
          <p:spPr>
            <a:xfrm>
              <a:off x="5722650" y="1358275"/>
              <a:ext cx="46000" cy="39525"/>
            </a:xfrm>
            <a:custGeom>
              <a:avLst/>
              <a:gdLst/>
              <a:ahLst/>
              <a:cxnLst/>
              <a:rect l="l" t="t" r="r" b="b"/>
              <a:pathLst>
                <a:path w="1840" h="1581" extrusionOk="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2"/>
            <p:cNvSpPr/>
            <p:nvPr/>
          </p:nvSpPr>
          <p:spPr>
            <a:xfrm>
              <a:off x="5859350" y="1157300"/>
              <a:ext cx="46025" cy="39450"/>
            </a:xfrm>
            <a:custGeom>
              <a:avLst/>
              <a:gdLst/>
              <a:ahLst/>
              <a:cxnLst/>
              <a:rect l="l" t="t" r="r" b="b"/>
              <a:pathLst>
                <a:path w="1841" h="1578" extrusionOk="0">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2"/>
            <p:cNvSpPr/>
            <p:nvPr/>
          </p:nvSpPr>
          <p:spPr>
            <a:xfrm>
              <a:off x="6131225" y="1060900"/>
              <a:ext cx="46025" cy="39350"/>
            </a:xfrm>
            <a:custGeom>
              <a:avLst/>
              <a:gdLst/>
              <a:ahLst/>
              <a:cxnLst/>
              <a:rect l="l" t="t" r="r" b="b"/>
              <a:pathLst>
                <a:path w="1841" h="1574" extrusionOk="0">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2"/>
            <p:cNvSpPr/>
            <p:nvPr/>
          </p:nvSpPr>
          <p:spPr>
            <a:xfrm>
              <a:off x="6358050" y="914425"/>
              <a:ext cx="46000" cy="39350"/>
            </a:xfrm>
            <a:custGeom>
              <a:avLst/>
              <a:gdLst/>
              <a:ahLst/>
              <a:cxnLst/>
              <a:rect l="l" t="t" r="r" b="b"/>
              <a:pathLst>
                <a:path w="1840" h="1574" extrusionOk="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2"/>
            <p:cNvSpPr/>
            <p:nvPr/>
          </p:nvSpPr>
          <p:spPr>
            <a:xfrm>
              <a:off x="6510200" y="1128325"/>
              <a:ext cx="46025" cy="39450"/>
            </a:xfrm>
            <a:custGeom>
              <a:avLst/>
              <a:gdLst/>
              <a:ahLst/>
              <a:cxnLst/>
              <a:rect l="l" t="t" r="r" b="b"/>
              <a:pathLst>
                <a:path w="1841" h="1578" extrusionOk="0">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2"/>
            <p:cNvSpPr/>
            <p:nvPr/>
          </p:nvSpPr>
          <p:spPr>
            <a:xfrm>
              <a:off x="6708025" y="1051150"/>
              <a:ext cx="46025" cy="39425"/>
            </a:xfrm>
            <a:custGeom>
              <a:avLst/>
              <a:gdLst/>
              <a:ahLst/>
              <a:cxnLst/>
              <a:rect l="l" t="t" r="r" b="b"/>
              <a:pathLst>
                <a:path w="1841" h="1577" extrusionOk="0">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2"/>
            <p:cNvSpPr/>
            <p:nvPr/>
          </p:nvSpPr>
          <p:spPr>
            <a:xfrm>
              <a:off x="7033125" y="1244875"/>
              <a:ext cx="46025" cy="39450"/>
            </a:xfrm>
            <a:custGeom>
              <a:avLst/>
              <a:gdLst/>
              <a:ahLst/>
              <a:cxnLst/>
              <a:rect l="l" t="t" r="r" b="b"/>
              <a:pathLst>
                <a:path w="1841" h="1578" extrusionOk="0">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2"/>
            <p:cNvSpPr/>
            <p:nvPr/>
          </p:nvSpPr>
          <p:spPr>
            <a:xfrm>
              <a:off x="4898850" y="1313550"/>
              <a:ext cx="46025" cy="39350"/>
            </a:xfrm>
            <a:custGeom>
              <a:avLst/>
              <a:gdLst/>
              <a:ahLst/>
              <a:cxnLst/>
              <a:rect l="l" t="t" r="r" b="b"/>
              <a:pathLst>
                <a:path w="1841" h="1574" extrusionOk="0">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2"/>
            <p:cNvSpPr/>
            <p:nvPr/>
          </p:nvSpPr>
          <p:spPr>
            <a:xfrm>
              <a:off x="5551575" y="1234800"/>
              <a:ext cx="46025" cy="39350"/>
            </a:xfrm>
            <a:custGeom>
              <a:avLst/>
              <a:gdLst/>
              <a:ahLst/>
              <a:cxnLst/>
              <a:rect l="l" t="t" r="r" b="b"/>
              <a:pathLst>
                <a:path w="1841" h="1574" extrusionOk="0">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2"/>
            <p:cNvSpPr/>
            <p:nvPr/>
          </p:nvSpPr>
          <p:spPr>
            <a:xfrm>
              <a:off x="5887400" y="907725"/>
              <a:ext cx="45075" cy="39575"/>
            </a:xfrm>
            <a:custGeom>
              <a:avLst/>
              <a:gdLst/>
              <a:ahLst/>
              <a:cxnLst/>
              <a:rect l="l" t="t" r="r" b="b"/>
              <a:pathLst>
                <a:path w="1803" h="1583" extrusionOk="0">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2"/>
            <p:cNvSpPr/>
            <p:nvPr/>
          </p:nvSpPr>
          <p:spPr>
            <a:xfrm>
              <a:off x="6166200" y="1209275"/>
              <a:ext cx="39700" cy="39725"/>
            </a:xfrm>
            <a:custGeom>
              <a:avLst/>
              <a:gdLst/>
              <a:ahLst/>
              <a:cxnLst/>
              <a:rect l="l" t="t" r="r" b="b"/>
              <a:pathLst>
                <a:path w="1588" h="1589" extrusionOk="0">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2"/>
            <p:cNvSpPr/>
            <p:nvPr/>
          </p:nvSpPr>
          <p:spPr>
            <a:xfrm>
              <a:off x="6373800" y="1380650"/>
              <a:ext cx="39700" cy="39400"/>
            </a:xfrm>
            <a:custGeom>
              <a:avLst/>
              <a:gdLst/>
              <a:ahLst/>
              <a:cxnLst/>
              <a:rect l="l" t="t" r="r" b="b"/>
              <a:pathLst>
                <a:path w="1588" h="1576" extrusionOk="0">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2"/>
            <p:cNvSpPr/>
            <p:nvPr/>
          </p:nvSpPr>
          <p:spPr>
            <a:xfrm>
              <a:off x="6594950" y="1344425"/>
              <a:ext cx="46000" cy="39350"/>
            </a:xfrm>
            <a:custGeom>
              <a:avLst/>
              <a:gdLst/>
              <a:ahLst/>
              <a:cxnLst/>
              <a:rect l="l" t="t" r="r" b="b"/>
              <a:pathLst>
                <a:path w="1840" h="1574" extrusionOk="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2"/>
            <p:cNvSpPr/>
            <p:nvPr/>
          </p:nvSpPr>
          <p:spPr>
            <a:xfrm>
              <a:off x="6731025" y="1382850"/>
              <a:ext cx="46025" cy="39475"/>
            </a:xfrm>
            <a:custGeom>
              <a:avLst/>
              <a:gdLst/>
              <a:ahLst/>
              <a:cxnLst/>
              <a:rect l="l" t="t" r="r" b="b"/>
              <a:pathLst>
                <a:path w="1841" h="1579" extrusionOk="0">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2"/>
            <p:cNvSpPr/>
            <p:nvPr/>
          </p:nvSpPr>
          <p:spPr>
            <a:xfrm>
              <a:off x="6891700" y="1116350"/>
              <a:ext cx="46000" cy="39350"/>
            </a:xfrm>
            <a:custGeom>
              <a:avLst/>
              <a:gdLst/>
              <a:ahLst/>
              <a:cxnLst/>
              <a:rect l="l" t="t" r="r" b="b"/>
              <a:pathLst>
                <a:path w="1840" h="1574" extrusionOk="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2"/>
            <p:cNvSpPr/>
            <p:nvPr/>
          </p:nvSpPr>
          <p:spPr>
            <a:xfrm>
              <a:off x="7059275" y="1035400"/>
              <a:ext cx="46025" cy="39450"/>
            </a:xfrm>
            <a:custGeom>
              <a:avLst/>
              <a:gdLst/>
              <a:ahLst/>
              <a:cxnLst/>
              <a:rect l="l" t="t" r="r" b="b"/>
              <a:pathLst>
                <a:path w="1841" h="1578" extrusionOk="0">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2"/>
            <p:cNvSpPr/>
            <p:nvPr/>
          </p:nvSpPr>
          <p:spPr>
            <a:xfrm>
              <a:off x="4708275" y="856450"/>
              <a:ext cx="2575650" cy="667875"/>
            </a:xfrm>
            <a:custGeom>
              <a:avLst/>
              <a:gdLst/>
              <a:ahLst/>
              <a:cxnLst/>
              <a:rect l="l" t="t" r="r" b="b"/>
              <a:pathLst>
                <a:path w="103026" h="26715" extrusionOk="0">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2"/>
            <p:cNvSpPr/>
            <p:nvPr/>
          </p:nvSpPr>
          <p:spPr>
            <a:xfrm>
              <a:off x="4558950" y="1523350"/>
              <a:ext cx="2813800" cy="3825"/>
            </a:xfrm>
            <a:custGeom>
              <a:avLst/>
              <a:gdLst/>
              <a:ahLst/>
              <a:cxnLst/>
              <a:rect l="l" t="t" r="r" b="b"/>
              <a:pathLst>
                <a:path w="112552" h="153" extrusionOk="0">
                  <a:moveTo>
                    <a:pt x="1" y="1"/>
                  </a:moveTo>
                  <a:lnTo>
                    <a:pt x="1" y="152"/>
                  </a:lnTo>
                  <a:lnTo>
                    <a:pt x="112552" y="152"/>
                  </a:lnTo>
                  <a:lnTo>
                    <a:pt x="112552"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2"/>
            <p:cNvSpPr/>
            <p:nvPr/>
          </p:nvSpPr>
          <p:spPr>
            <a:xfrm>
              <a:off x="4967225" y="1418775"/>
              <a:ext cx="46025" cy="39450"/>
            </a:xfrm>
            <a:custGeom>
              <a:avLst/>
              <a:gdLst/>
              <a:ahLst/>
              <a:cxnLst/>
              <a:rect l="l" t="t" r="r" b="b"/>
              <a:pathLst>
                <a:path w="1841" h="1578" extrusionOk="0">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2"/>
            <p:cNvSpPr/>
            <p:nvPr/>
          </p:nvSpPr>
          <p:spPr>
            <a:xfrm>
              <a:off x="5101172" y="992325"/>
              <a:ext cx="42875" cy="39850"/>
            </a:xfrm>
            <a:custGeom>
              <a:avLst/>
              <a:gdLst/>
              <a:ahLst/>
              <a:cxnLst/>
              <a:rect l="l" t="t" r="r" b="b"/>
              <a:pathLst>
                <a:path w="1715" h="1594" extrusionOk="0">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2"/>
            <p:cNvSpPr/>
            <p:nvPr/>
          </p:nvSpPr>
          <p:spPr>
            <a:xfrm>
              <a:off x="5364775" y="1136200"/>
              <a:ext cx="46025" cy="39450"/>
            </a:xfrm>
            <a:custGeom>
              <a:avLst/>
              <a:gdLst/>
              <a:ahLst/>
              <a:cxnLst/>
              <a:rect l="l" t="t" r="r" b="b"/>
              <a:pathLst>
                <a:path w="1841" h="1578" extrusionOk="0">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2"/>
            <p:cNvSpPr/>
            <p:nvPr/>
          </p:nvSpPr>
          <p:spPr>
            <a:xfrm>
              <a:off x="5581825" y="976800"/>
              <a:ext cx="46025" cy="39525"/>
            </a:xfrm>
            <a:custGeom>
              <a:avLst/>
              <a:gdLst/>
              <a:ahLst/>
              <a:cxnLst/>
              <a:rect l="l" t="t" r="r" b="b"/>
              <a:pathLst>
                <a:path w="1841" h="1581" extrusionOk="0">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2"/>
            <p:cNvSpPr/>
            <p:nvPr/>
          </p:nvSpPr>
          <p:spPr>
            <a:xfrm>
              <a:off x="5838875" y="1036025"/>
              <a:ext cx="46025" cy="39450"/>
            </a:xfrm>
            <a:custGeom>
              <a:avLst/>
              <a:gdLst/>
              <a:ahLst/>
              <a:cxnLst/>
              <a:rect l="l" t="t" r="r" b="b"/>
              <a:pathLst>
                <a:path w="1841" h="1578" extrusionOk="0">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2"/>
            <p:cNvSpPr/>
            <p:nvPr/>
          </p:nvSpPr>
          <p:spPr>
            <a:xfrm>
              <a:off x="6316150" y="1138400"/>
              <a:ext cx="39700" cy="39400"/>
            </a:xfrm>
            <a:custGeom>
              <a:avLst/>
              <a:gdLst/>
              <a:ahLst/>
              <a:cxnLst/>
              <a:rect l="l" t="t" r="r" b="b"/>
              <a:pathLst>
                <a:path w="1588" h="1576" extrusionOk="0">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2"/>
            <p:cNvSpPr/>
            <p:nvPr/>
          </p:nvSpPr>
          <p:spPr>
            <a:xfrm>
              <a:off x="6675275" y="1230075"/>
              <a:ext cx="46000" cy="39350"/>
            </a:xfrm>
            <a:custGeom>
              <a:avLst/>
              <a:gdLst/>
              <a:ahLst/>
              <a:cxnLst/>
              <a:rect l="l" t="t" r="r" b="b"/>
              <a:pathLst>
                <a:path w="1840" h="1574" extrusionOk="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2"/>
            <p:cNvSpPr/>
            <p:nvPr/>
          </p:nvSpPr>
          <p:spPr>
            <a:xfrm>
              <a:off x="6863325" y="967025"/>
              <a:ext cx="46350" cy="39350"/>
            </a:xfrm>
            <a:custGeom>
              <a:avLst/>
              <a:gdLst/>
              <a:ahLst/>
              <a:cxnLst/>
              <a:rect l="l" t="t" r="r" b="b"/>
              <a:pathLst>
                <a:path w="1854" h="1574" extrusionOk="0">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2"/>
            <p:cNvSpPr/>
            <p:nvPr/>
          </p:nvSpPr>
          <p:spPr>
            <a:xfrm>
              <a:off x="6956275" y="1323000"/>
              <a:ext cx="46000" cy="39350"/>
            </a:xfrm>
            <a:custGeom>
              <a:avLst/>
              <a:gdLst/>
              <a:ahLst/>
              <a:cxnLst/>
              <a:rect l="l" t="t" r="r" b="b"/>
              <a:pathLst>
                <a:path w="1840" h="1574" extrusionOk="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256"/>
        <p:cNvGrpSpPr/>
        <p:nvPr/>
      </p:nvGrpSpPr>
      <p:grpSpPr>
        <a:xfrm>
          <a:off x="0" y="0"/>
          <a:ext cx="0" cy="0"/>
          <a:chOff x="0" y="0"/>
          <a:chExt cx="0" cy="0"/>
        </a:xfrm>
      </p:grpSpPr>
      <p:sp>
        <p:nvSpPr>
          <p:cNvPr id="257" name="Google Shape;257;p13"/>
          <p:cNvSpPr txBox="1">
            <a:spLocks noGrp="1"/>
          </p:cNvSpPr>
          <p:nvPr>
            <p:ph type="subTitle" idx="1"/>
          </p:nvPr>
        </p:nvSpPr>
        <p:spPr>
          <a:xfrm>
            <a:off x="6429027" y="3829680"/>
            <a:ext cx="2428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258" name="Google Shape;258;p13"/>
          <p:cNvSpPr/>
          <p:nvPr/>
        </p:nvSpPr>
        <p:spPr>
          <a:xfrm>
            <a:off x="7647375" y="94960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3"/>
          <p:cNvSpPr/>
          <p:nvPr/>
        </p:nvSpPr>
        <p:spPr>
          <a:xfrm>
            <a:off x="8985850" y="411676"/>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3"/>
          <p:cNvSpPr/>
          <p:nvPr/>
        </p:nvSpPr>
        <p:spPr>
          <a:xfrm>
            <a:off x="8359452" y="555876"/>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3"/>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3"/>
          <p:cNvSpPr/>
          <p:nvPr/>
        </p:nvSpPr>
        <p:spPr>
          <a:xfrm>
            <a:off x="8798602" y="1088651"/>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3"/>
          <p:cNvSpPr/>
          <p:nvPr/>
        </p:nvSpPr>
        <p:spPr>
          <a:xfrm>
            <a:off x="6099344"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3"/>
          <p:cNvSpPr/>
          <p:nvPr/>
        </p:nvSpPr>
        <p:spPr>
          <a:xfrm>
            <a:off x="6702525" y="444537"/>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3"/>
          <p:cNvSpPr/>
          <p:nvPr/>
        </p:nvSpPr>
        <p:spPr>
          <a:xfrm>
            <a:off x="5904977" y="143223"/>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3"/>
          <p:cNvSpPr/>
          <p:nvPr/>
        </p:nvSpPr>
        <p:spPr>
          <a:xfrm>
            <a:off x="285752" y="4542651"/>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3"/>
          <p:cNvSpPr/>
          <p:nvPr/>
        </p:nvSpPr>
        <p:spPr>
          <a:xfrm>
            <a:off x="439152" y="4803401"/>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3"/>
          <p:cNvSpPr txBox="1">
            <a:spLocks noGrp="1"/>
          </p:cNvSpPr>
          <p:nvPr>
            <p:ph type="ctrTitle"/>
          </p:nvPr>
        </p:nvSpPr>
        <p:spPr>
          <a:xfrm>
            <a:off x="970814" y="3396800"/>
            <a:ext cx="21525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r>
              <a:rPr lang="en-US" smtClean="0"/>
              <a:t>Click to edit Master title style</a:t>
            </a:r>
            <a:endParaRPr/>
          </a:p>
        </p:txBody>
      </p:sp>
      <p:sp>
        <p:nvSpPr>
          <p:cNvPr id="269" name="Google Shape;269;p13"/>
          <p:cNvSpPr txBox="1">
            <a:spLocks noGrp="1"/>
          </p:cNvSpPr>
          <p:nvPr>
            <p:ph type="subTitle" idx="2"/>
          </p:nvPr>
        </p:nvSpPr>
        <p:spPr>
          <a:xfrm>
            <a:off x="970814" y="3829680"/>
            <a:ext cx="2428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270" name="Google Shape;270;p13"/>
          <p:cNvSpPr txBox="1">
            <a:spLocks noGrp="1"/>
          </p:cNvSpPr>
          <p:nvPr>
            <p:ph type="title" idx="3" hasCustomPrompt="1"/>
          </p:nvPr>
        </p:nvSpPr>
        <p:spPr>
          <a:xfrm>
            <a:off x="970814" y="2645887"/>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4800"/>
              <a:buNone/>
              <a:defRPr sz="4800">
                <a:solidFill>
                  <a:schemeClr val="accent2"/>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1" name="Google Shape;271;p13"/>
          <p:cNvSpPr txBox="1">
            <a:spLocks noGrp="1"/>
          </p:cNvSpPr>
          <p:nvPr>
            <p:ph type="ctrTitle" idx="4"/>
          </p:nvPr>
        </p:nvSpPr>
        <p:spPr>
          <a:xfrm>
            <a:off x="3690348" y="3396800"/>
            <a:ext cx="13866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r>
              <a:rPr lang="en-US" smtClean="0"/>
              <a:t>Click to edit Master title style</a:t>
            </a:r>
            <a:endParaRPr/>
          </a:p>
        </p:txBody>
      </p:sp>
      <p:sp>
        <p:nvSpPr>
          <p:cNvPr id="272" name="Google Shape;272;p13"/>
          <p:cNvSpPr txBox="1">
            <a:spLocks noGrp="1"/>
          </p:cNvSpPr>
          <p:nvPr>
            <p:ph type="subTitle" idx="5"/>
          </p:nvPr>
        </p:nvSpPr>
        <p:spPr>
          <a:xfrm>
            <a:off x="3690341" y="3829680"/>
            <a:ext cx="2428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273" name="Google Shape;273;p13"/>
          <p:cNvSpPr txBox="1">
            <a:spLocks noGrp="1"/>
          </p:cNvSpPr>
          <p:nvPr>
            <p:ph type="title" idx="6" hasCustomPrompt="1"/>
          </p:nvPr>
        </p:nvSpPr>
        <p:spPr>
          <a:xfrm>
            <a:off x="3690341" y="2645887"/>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4800"/>
              <a:buNone/>
              <a:defRPr sz="4800">
                <a:solidFill>
                  <a:schemeClr val="accent3"/>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4" name="Google Shape;274;p13"/>
          <p:cNvSpPr txBox="1">
            <a:spLocks noGrp="1"/>
          </p:cNvSpPr>
          <p:nvPr>
            <p:ph type="ctrTitle" idx="7"/>
          </p:nvPr>
        </p:nvSpPr>
        <p:spPr>
          <a:xfrm>
            <a:off x="618825" y="411675"/>
            <a:ext cx="45762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r>
              <a:rPr lang="en-US" smtClean="0"/>
              <a:t>Click to edit Master title style</a:t>
            </a:r>
            <a:endParaRPr/>
          </a:p>
        </p:txBody>
      </p:sp>
      <p:sp>
        <p:nvSpPr>
          <p:cNvPr id="275" name="Google Shape;275;p13"/>
          <p:cNvSpPr txBox="1">
            <a:spLocks noGrp="1"/>
          </p:cNvSpPr>
          <p:nvPr>
            <p:ph type="ctrTitle" idx="8"/>
          </p:nvPr>
        </p:nvSpPr>
        <p:spPr>
          <a:xfrm>
            <a:off x="6428436" y="3377738"/>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r>
              <a:rPr lang="en-US" smtClean="0"/>
              <a:t>Click to edit Master title style</a:t>
            </a:r>
            <a:endParaRPr/>
          </a:p>
        </p:txBody>
      </p:sp>
      <p:sp>
        <p:nvSpPr>
          <p:cNvPr id="276" name="Google Shape;276;p13"/>
          <p:cNvSpPr txBox="1">
            <a:spLocks noGrp="1"/>
          </p:cNvSpPr>
          <p:nvPr>
            <p:ph type="title" idx="9" hasCustomPrompt="1"/>
          </p:nvPr>
        </p:nvSpPr>
        <p:spPr>
          <a:xfrm>
            <a:off x="6428436" y="2645887"/>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4800"/>
              <a:buNone/>
              <a:defRPr sz="4800">
                <a:solidFill>
                  <a:schemeClr val="accent1"/>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7" name="Google Shape;277;p13"/>
          <p:cNvSpPr txBox="1">
            <a:spLocks noGrp="1"/>
          </p:cNvSpPr>
          <p:nvPr>
            <p:ph type="ctrTitle" idx="13"/>
          </p:nvPr>
        </p:nvSpPr>
        <p:spPr>
          <a:xfrm>
            <a:off x="6429027" y="3396800"/>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r>
              <a:rPr lang="en-US" smtClean="0"/>
              <a:t>Click to edit Master title style</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278"/>
        <p:cNvGrpSpPr/>
        <p:nvPr/>
      </p:nvGrpSpPr>
      <p:grpSpPr>
        <a:xfrm>
          <a:off x="0" y="0"/>
          <a:ext cx="0" cy="0"/>
          <a:chOff x="0" y="0"/>
          <a:chExt cx="0" cy="0"/>
        </a:xfrm>
      </p:grpSpPr>
      <p:sp>
        <p:nvSpPr>
          <p:cNvPr id="279" name="Google Shape;279;p14"/>
          <p:cNvSpPr txBox="1">
            <a:spLocks noGrp="1"/>
          </p:cNvSpPr>
          <p:nvPr>
            <p:ph type="ctrTitle"/>
          </p:nvPr>
        </p:nvSpPr>
        <p:spPr>
          <a:xfrm>
            <a:off x="4696481" y="1365079"/>
            <a:ext cx="2655600" cy="644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280" name="Google Shape;280;p14"/>
          <p:cNvSpPr txBox="1">
            <a:spLocks noGrp="1"/>
          </p:cNvSpPr>
          <p:nvPr>
            <p:ph type="subTitle" idx="1"/>
          </p:nvPr>
        </p:nvSpPr>
        <p:spPr>
          <a:xfrm>
            <a:off x="4696481" y="1835141"/>
            <a:ext cx="3039300" cy="93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6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281" name="Google Shape;281;p14"/>
          <p:cNvSpPr txBox="1">
            <a:spLocks noGrp="1"/>
          </p:cNvSpPr>
          <p:nvPr>
            <p:ph type="ctrTitle" idx="2"/>
          </p:nvPr>
        </p:nvSpPr>
        <p:spPr>
          <a:xfrm>
            <a:off x="1900150" y="3127942"/>
            <a:ext cx="2472900" cy="6447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282" name="Google Shape;282;p14"/>
          <p:cNvSpPr txBox="1">
            <a:spLocks noGrp="1"/>
          </p:cNvSpPr>
          <p:nvPr>
            <p:ph type="subTitle" idx="3"/>
          </p:nvPr>
        </p:nvSpPr>
        <p:spPr>
          <a:xfrm>
            <a:off x="1333875" y="3598390"/>
            <a:ext cx="3039300" cy="1179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6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283" name="Google Shape;283;p14"/>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4"/>
          <p:cNvSpPr/>
          <p:nvPr/>
        </p:nvSpPr>
        <p:spPr>
          <a:xfrm>
            <a:off x="8403188" y="218376"/>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4"/>
          <p:cNvSpPr/>
          <p:nvPr/>
        </p:nvSpPr>
        <p:spPr>
          <a:xfrm>
            <a:off x="7776790" y="362576"/>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4"/>
          <p:cNvSpPr/>
          <p:nvPr/>
        </p:nvSpPr>
        <p:spPr>
          <a:xfrm>
            <a:off x="8539438" y="540951"/>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 name="Google Shape;287;p14"/>
          <p:cNvGrpSpPr/>
          <p:nvPr/>
        </p:nvGrpSpPr>
        <p:grpSpPr>
          <a:xfrm>
            <a:off x="6626134" y="-164561"/>
            <a:ext cx="121172" cy="760495"/>
            <a:chOff x="5245196" y="3136513"/>
            <a:chExt cx="121172" cy="760495"/>
          </a:xfrm>
        </p:grpSpPr>
        <p:sp>
          <p:nvSpPr>
            <p:cNvPr id="288" name="Google Shape;288;p14"/>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4"/>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0" name="Google Shape;290;p14"/>
          <p:cNvSpPr/>
          <p:nvPr/>
        </p:nvSpPr>
        <p:spPr>
          <a:xfrm>
            <a:off x="318213" y="4418901"/>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4"/>
          <p:cNvSpPr/>
          <p:nvPr/>
        </p:nvSpPr>
        <p:spPr>
          <a:xfrm>
            <a:off x="454463" y="4741476"/>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4"/>
          <p:cNvSpPr txBox="1">
            <a:spLocks noGrp="1"/>
          </p:cNvSpPr>
          <p:nvPr>
            <p:ph type="ctrTitle" idx="4"/>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r>
              <a:rPr lang="en-US" smtClean="0"/>
              <a:t>Click to edit Master title style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93"/>
        <p:cNvGrpSpPr/>
        <p:nvPr/>
      </p:nvGrpSpPr>
      <p:grpSpPr>
        <a:xfrm>
          <a:off x="0" y="0"/>
          <a:ext cx="0" cy="0"/>
          <a:chOff x="0" y="0"/>
          <a:chExt cx="0" cy="0"/>
        </a:xfrm>
      </p:grpSpPr>
      <p:sp>
        <p:nvSpPr>
          <p:cNvPr id="294" name="Google Shape;294;p15"/>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5"/>
          <p:cNvSpPr/>
          <p:nvPr/>
        </p:nvSpPr>
        <p:spPr>
          <a:xfrm>
            <a:off x="8403188" y="218376"/>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5"/>
          <p:cNvSpPr/>
          <p:nvPr/>
        </p:nvSpPr>
        <p:spPr>
          <a:xfrm>
            <a:off x="7776790" y="362576"/>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5"/>
          <p:cNvSpPr/>
          <p:nvPr/>
        </p:nvSpPr>
        <p:spPr>
          <a:xfrm>
            <a:off x="8539438" y="540951"/>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8" name="Google Shape;298;p15"/>
          <p:cNvGrpSpPr/>
          <p:nvPr/>
        </p:nvGrpSpPr>
        <p:grpSpPr>
          <a:xfrm>
            <a:off x="6626134" y="-164561"/>
            <a:ext cx="121172" cy="760495"/>
            <a:chOff x="5245196" y="3136513"/>
            <a:chExt cx="121172" cy="760495"/>
          </a:xfrm>
        </p:grpSpPr>
        <p:sp>
          <p:nvSpPr>
            <p:cNvPr id="299" name="Google Shape;299;p15"/>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5"/>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1" name="Google Shape;301;p15"/>
          <p:cNvSpPr/>
          <p:nvPr/>
        </p:nvSpPr>
        <p:spPr>
          <a:xfrm>
            <a:off x="318213" y="4418901"/>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5"/>
          <p:cNvSpPr/>
          <p:nvPr/>
        </p:nvSpPr>
        <p:spPr>
          <a:xfrm>
            <a:off x="454463" y="4741476"/>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5"/>
          <p:cNvSpPr txBox="1">
            <a:spLocks noGrp="1"/>
          </p:cNvSpPr>
          <p:nvPr>
            <p:ph type="ctrTitle"/>
          </p:nvPr>
        </p:nvSpPr>
        <p:spPr>
          <a:xfrm>
            <a:off x="891226" y="1267450"/>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04" name="Google Shape;304;p15"/>
          <p:cNvSpPr txBox="1">
            <a:spLocks noGrp="1"/>
          </p:cNvSpPr>
          <p:nvPr>
            <p:ph type="subTitle" idx="1"/>
          </p:nvPr>
        </p:nvSpPr>
        <p:spPr>
          <a:xfrm>
            <a:off x="891226" y="3491100"/>
            <a:ext cx="1881300" cy="111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05" name="Google Shape;305;p15"/>
          <p:cNvSpPr txBox="1">
            <a:spLocks noGrp="1"/>
          </p:cNvSpPr>
          <p:nvPr>
            <p:ph type="ctrTitle" idx="2"/>
          </p:nvPr>
        </p:nvSpPr>
        <p:spPr>
          <a:xfrm>
            <a:off x="3503173" y="1267450"/>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06" name="Google Shape;306;p15"/>
          <p:cNvSpPr txBox="1">
            <a:spLocks noGrp="1"/>
          </p:cNvSpPr>
          <p:nvPr>
            <p:ph type="subTitle" idx="3"/>
          </p:nvPr>
        </p:nvSpPr>
        <p:spPr>
          <a:xfrm>
            <a:off x="3503173" y="3491100"/>
            <a:ext cx="1881300" cy="111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07" name="Google Shape;307;p15"/>
          <p:cNvSpPr txBox="1">
            <a:spLocks noGrp="1"/>
          </p:cNvSpPr>
          <p:nvPr>
            <p:ph type="ctrTitle" idx="4"/>
          </p:nvPr>
        </p:nvSpPr>
        <p:spPr>
          <a:xfrm>
            <a:off x="6124594" y="1267450"/>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08" name="Google Shape;308;p15"/>
          <p:cNvSpPr txBox="1">
            <a:spLocks noGrp="1"/>
          </p:cNvSpPr>
          <p:nvPr>
            <p:ph type="subTitle" idx="5"/>
          </p:nvPr>
        </p:nvSpPr>
        <p:spPr>
          <a:xfrm>
            <a:off x="6124594" y="3491100"/>
            <a:ext cx="1881300" cy="111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09" name="Google Shape;309;p15"/>
          <p:cNvSpPr txBox="1">
            <a:spLocks noGrp="1"/>
          </p:cNvSpPr>
          <p:nvPr>
            <p:ph type="ctrTitle" idx="6"/>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r>
              <a:rPr lang="en-US" smtClean="0"/>
              <a:t>Click to edit Master title style</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10"/>
        <p:cNvGrpSpPr/>
        <p:nvPr/>
      </p:nvGrpSpPr>
      <p:grpSpPr>
        <a:xfrm>
          <a:off x="0" y="0"/>
          <a:ext cx="0" cy="0"/>
          <a:chOff x="0" y="0"/>
          <a:chExt cx="0" cy="0"/>
        </a:xfrm>
      </p:grpSpPr>
      <p:sp>
        <p:nvSpPr>
          <p:cNvPr id="311" name="Google Shape;311;p16"/>
          <p:cNvSpPr txBox="1">
            <a:spLocks noGrp="1"/>
          </p:cNvSpPr>
          <p:nvPr>
            <p:ph type="ctrTitle"/>
          </p:nvPr>
        </p:nvSpPr>
        <p:spPr>
          <a:xfrm>
            <a:off x="1121525" y="23022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12" name="Google Shape;312;p16"/>
          <p:cNvSpPr txBox="1">
            <a:spLocks noGrp="1"/>
          </p:cNvSpPr>
          <p:nvPr>
            <p:ph type="subTitle" idx="1"/>
          </p:nvPr>
        </p:nvSpPr>
        <p:spPr>
          <a:xfrm>
            <a:off x="961925" y="1643751"/>
            <a:ext cx="22005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13" name="Google Shape;313;p16"/>
          <p:cNvSpPr txBox="1">
            <a:spLocks noGrp="1"/>
          </p:cNvSpPr>
          <p:nvPr>
            <p:ph type="ctrTitle" idx="2"/>
          </p:nvPr>
        </p:nvSpPr>
        <p:spPr>
          <a:xfrm>
            <a:off x="3628263" y="23022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14" name="Google Shape;314;p16"/>
          <p:cNvSpPr txBox="1">
            <a:spLocks noGrp="1"/>
          </p:cNvSpPr>
          <p:nvPr>
            <p:ph type="subTitle" idx="3"/>
          </p:nvPr>
        </p:nvSpPr>
        <p:spPr>
          <a:xfrm>
            <a:off x="3468663" y="1643759"/>
            <a:ext cx="22005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15" name="Google Shape;315;p16"/>
          <p:cNvSpPr txBox="1">
            <a:spLocks noGrp="1"/>
          </p:cNvSpPr>
          <p:nvPr>
            <p:ph type="ctrTitle" idx="4"/>
          </p:nvPr>
        </p:nvSpPr>
        <p:spPr>
          <a:xfrm>
            <a:off x="6142624" y="23022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16" name="Google Shape;316;p16"/>
          <p:cNvSpPr txBox="1">
            <a:spLocks noGrp="1"/>
          </p:cNvSpPr>
          <p:nvPr>
            <p:ph type="subTitle" idx="5"/>
          </p:nvPr>
        </p:nvSpPr>
        <p:spPr>
          <a:xfrm>
            <a:off x="5947924" y="1643751"/>
            <a:ext cx="22707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17" name="Google Shape;317;p16"/>
          <p:cNvSpPr txBox="1">
            <a:spLocks noGrp="1"/>
          </p:cNvSpPr>
          <p:nvPr>
            <p:ph type="ctrTitle" idx="6"/>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r>
              <a:rPr lang="en-US" smtClean="0"/>
              <a:t>Click to edit Master title style</a:t>
            </a:r>
            <a:endParaRPr/>
          </a:p>
        </p:txBody>
      </p:sp>
      <p:sp>
        <p:nvSpPr>
          <p:cNvPr id="318" name="Google Shape;318;p16"/>
          <p:cNvSpPr txBox="1">
            <a:spLocks noGrp="1"/>
          </p:cNvSpPr>
          <p:nvPr>
            <p:ph type="ctrTitle" idx="7"/>
          </p:nvPr>
        </p:nvSpPr>
        <p:spPr>
          <a:xfrm>
            <a:off x="1121525" y="41348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19" name="Google Shape;319;p16"/>
          <p:cNvSpPr txBox="1">
            <a:spLocks noGrp="1"/>
          </p:cNvSpPr>
          <p:nvPr>
            <p:ph type="subTitle" idx="8"/>
          </p:nvPr>
        </p:nvSpPr>
        <p:spPr>
          <a:xfrm>
            <a:off x="961925" y="3479251"/>
            <a:ext cx="22005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20" name="Google Shape;320;p16"/>
          <p:cNvSpPr txBox="1">
            <a:spLocks noGrp="1"/>
          </p:cNvSpPr>
          <p:nvPr>
            <p:ph type="ctrTitle" idx="9"/>
          </p:nvPr>
        </p:nvSpPr>
        <p:spPr>
          <a:xfrm>
            <a:off x="3628263" y="41348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21" name="Google Shape;321;p16"/>
          <p:cNvSpPr txBox="1">
            <a:spLocks noGrp="1"/>
          </p:cNvSpPr>
          <p:nvPr>
            <p:ph type="subTitle" idx="13"/>
          </p:nvPr>
        </p:nvSpPr>
        <p:spPr>
          <a:xfrm>
            <a:off x="3533613" y="3479251"/>
            <a:ext cx="20706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22" name="Google Shape;322;p16"/>
          <p:cNvSpPr txBox="1">
            <a:spLocks noGrp="1"/>
          </p:cNvSpPr>
          <p:nvPr>
            <p:ph type="ctrTitle" idx="14"/>
          </p:nvPr>
        </p:nvSpPr>
        <p:spPr>
          <a:xfrm>
            <a:off x="6142624" y="41348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23" name="Google Shape;323;p16"/>
          <p:cNvSpPr txBox="1">
            <a:spLocks noGrp="1"/>
          </p:cNvSpPr>
          <p:nvPr>
            <p:ph type="subTitle" idx="15"/>
          </p:nvPr>
        </p:nvSpPr>
        <p:spPr>
          <a:xfrm>
            <a:off x="5947924" y="3479251"/>
            <a:ext cx="22707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24" name="Google Shape;324;p16"/>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6"/>
          <p:cNvSpPr/>
          <p:nvPr/>
        </p:nvSpPr>
        <p:spPr>
          <a:xfrm>
            <a:off x="8985850" y="411676"/>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6"/>
          <p:cNvSpPr/>
          <p:nvPr/>
        </p:nvSpPr>
        <p:spPr>
          <a:xfrm>
            <a:off x="8359452" y="555876"/>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6"/>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6"/>
          <p:cNvSpPr/>
          <p:nvPr/>
        </p:nvSpPr>
        <p:spPr>
          <a:xfrm>
            <a:off x="8798602" y="1088651"/>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6"/>
          <p:cNvSpPr/>
          <p:nvPr/>
        </p:nvSpPr>
        <p:spPr>
          <a:xfrm>
            <a:off x="6702525" y="444537"/>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6"/>
          <p:cNvSpPr/>
          <p:nvPr/>
        </p:nvSpPr>
        <p:spPr>
          <a:xfrm>
            <a:off x="5904977" y="143223"/>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6"/>
          <p:cNvSpPr/>
          <p:nvPr/>
        </p:nvSpPr>
        <p:spPr>
          <a:xfrm>
            <a:off x="303600" y="4401726"/>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6"/>
          <p:cNvSpPr/>
          <p:nvPr/>
        </p:nvSpPr>
        <p:spPr>
          <a:xfrm>
            <a:off x="564075" y="4753901"/>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3"/>
        <p:cNvGrpSpPr/>
        <p:nvPr/>
      </p:nvGrpSpPr>
      <p:grpSpPr>
        <a:xfrm>
          <a:off x="0" y="0"/>
          <a:ext cx="0" cy="0"/>
          <a:chOff x="0" y="0"/>
          <a:chExt cx="0" cy="0"/>
        </a:xfrm>
      </p:grpSpPr>
      <p:sp>
        <p:nvSpPr>
          <p:cNvPr id="334" name="Google Shape;334;p17"/>
          <p:cNvSpPr txBox="1">
            <a:spLocks noGrp="1"/>
          </p:cNvSpPr>
          <p:nvPr>
            <p:ph type="ctrTitle"/>
          </p:nvPr>
        </p:nvSpPr>
        <p:spPr>
          <a:xfrm>
            <a:off x="1218541" y="1373195"/>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35" name="Google Shape;335;p17"/>
          <p:cNvSpPr txBox="1">
            <a:spLocks noGrp="1"/>
          </p:cNvSpPr>
          <p:nvPr>
            <p:ph type="subTitle" idx="1"/>
          </p:nvPr>
        </p:nvSpPr>
        <p:spPr>
          <a:xfrm>
            <a:off x="1218541" y="1865495"/>
            <a:ext cx="1881300" cy="64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36" name="Google Shape;336;p17"/>
          <p:cNvSpPr txBox="1">
            <a:spLocks noGrp="1"/>
          </p:cNvSpPr>
          <p:nvPr>
            <p:ph type="ctrTitle" idx="2"/>
          </p:nvPr>
        </p:nvSpPr>
        <p:spPr>
          <a:xfrm>
            <a:off x="6054555" y="1373195"/>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37" name="Google Shape;337;p17"/>
          <p:cNvSpPr txBox="1">
            <a:spLocks noGrp="1"/>
          </p:cNvSpPr>
          <p:nvPr>
            <p:ph type="subTitle" idx="3"/>
          </p:nvPr>
        </p:nvSpPr>
        <p:spPr>
          <a:xfrm>
            <a:off x="6054555" y="1865495"/>
            <a:ext cx="1881300" cy="64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38" name="Google Shape;338;p17"/>
          <p:cNvSpPr txBox="1">
            <a:spLocks noGrp="1"/>
          </p:cNvSpPr>
          <p:nvPr>
            <p:ph type="ctrTitle" idx="4"/>
          </p:nvPr>
        </p:nvSpPr>
        <p:spPr>
          <a:xfrm>
            <a:off x="1218541" y="2778806"/>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39" name="Google Shape;339;p17"/>
          <p:cNvSpPr txBox="1">
            <a:spLocks noGrp="1"/>
          </p:cNvSpPr>
          <p:nvPr>
            <p:ph type="subTitle" idx="5"/>
          </p:nvPr>
        </p:nvSpPr>
        <p:spPr>
          <a:xfrm>
            <a:off x="1116841" y="3271106"/>
            <a:ext cx="2084700" cy="64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40" name="Google Shape;340;p17"/>
          <p:cNvSpPr txBox="1">
            <a:spLocks noGrp="1"/>
          </p:cNvSpPr>
          <p:nvPr>
            <p:ph type="ctrTitle" idx="6"/>
          </p:nvPr>
        </p:nvSpPr>
        <p:spPr>
          <a:xfrm>
            <a:off x="6054555" y="2778806"/>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r>
              <a:rPr lang="en-US" smtClean="0"/>
              <a:t>Click to edit Master title style</a:t>
            </a:r>
            <a:endParaRPr/>
          </a:p>
        </p:txBody>
      </p:sp>
      <p:sp>
        <p:nvSpPr>
          <p:cNvPr id="341" name="Google Shape;341;p17"/>
          <p:cNvSpPr txBox="1">
            <a:spLocks noGrp="1"/>
          </p:cNvSpPr>
          <p:nvPr>
            <p:ph type="subTitle" idx="7"/>
          </p:nvPr>
        </p:nvSpPr>
        <p:spPr>
          <a:xfrm>
            <a:off x="6054555" y="3271106"/>
            <a:ext cx="1881300" cy="64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42" name="Google Shape;342;p17"/>
          <p:cNvSpPr txBox="1">
            <a:spLocks noGrp="1"/>
          </p:cNvSpPr>
          <p:nvPr>
            <p:ph type="ctrTitle" idx="8"/>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r>
              <a:rPr lang="en-US" smtClean="0"/>
              <a:t>Click to edit Master title style</a:t>
            </a:r>
            <a:endParaRPr/>
          </a:p>
        </p:txBody>
      </p:sp>
      <p:sp>
        <p:nvSpPr>
          <p:cNvPr id="343" name="Google Shape;343;p17"/>
          <p:cNvSpPr/>
          <p:nvPr/>
        </p:nvSpPr>
        <p:spPr>
          <a:xfrm>
            <a:off x="7647375" y="94960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7"/>
          <p:cNvSpPr/>
          <p:nvPr/>
        </p:nvSpPr>
        <p:spPr>
          <a:xfrm>
            <a:off x="8985850" y="411676"/>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7"/>
          <p:cNvSpPr/>
          <p:nvPr/>
        </p:nvSpPr>
        <p:spPr>
          <a:xfrm>
            <a:off x="8359452" y="555876"/>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7"/>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7"/>
          <p:cNvSpPr/>
          <p:nvPr/>
        </p:nvSpPr>
        <p:spPr>
          <a:xfrm>
            <a:off x="8798602" y="1088651"/>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7"/>
          <p:cNvSpPr/>
          <p:nvPr/>
        </p:nvSpPr>
        <p:spPr>
          <a:xfrm>
            <a:off x="6099344"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7"/>
          <p:cNvSpPr/>
          <p:nvPr/>
        </p:nvSpPr>
        <p:spPr>
          <a:xfrm>
            <a:off x="6702525" y="444537"/>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7"/>
          <p:cNvSpPr/>
          <p:nvPr/>
        </p:nvSpPr>
        <p:spPr>
          <a:xfrm>
            <a:off x="5904977" y="143223"/>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7"/>
          <p:cNvSpPr/>
          <p:nvPr/>
        </p:nvSpPr>
        <p:spPr>
          <a:xfrm>
            <a:off x="303600" y="4401726"/>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7"/>
          <p:cNvSpPr/>
          <p:nvPr/>
        </p:nvSpPr>
        <p:spPr>
          <a:xfrm>
            <a:off x="816652" y="4612676"/>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spTree>
      <p:nvGrpSpPr>
        <p:cNvPr id="1" name="Shape 353"/>
        <p:cNvGrpSpPr/>
        <p:nvPr/>
      </p:nvGrpSpPr>
      <p:grpSpPr>
        <a:xfrm>
          <a:off x="0" y="0"/>
          <a:ext cx="0" cy="0"/>
          <a:chOff x="0" y="0"/>
          <a:chExt cx="0" cy="0"/>
        </a:xfrm>
      </p:grpSpPr>
      <p:sp>
        <p:nvSpPr>
          <p:cNvPr id="354" name="Google Shape;354;p18"/>
          <p:cNvSpPr txBox="1">
            <a:spLocks noGrp="1"/>
          </p:cNvSpPr>
          <p:nvPr>
            <p:ph type="ctrTitle"/>
          </p:nvPr>
        </p:nvSpPr>
        <p:spPr>
          <a:xfrm>
            <a:off x="915161" y="2299544"/>
            <a:ext cx="1881300" cy="644700"/>
          </a:xfrm>
          <a:prstGeom prst="rect">
            <a:avLst/>
          </a:prstGeom>
          <a:ln>
            <a:noFill/>
          </a:ln>
        </p:spPr>
        <p:txBody>
          <a:bodyPr spcFirstLastPara="1" wrap="square" lIns="91425" tIns="91425" rIns="91425" bIns="91425" anchor="t" anchorCtr="0">
            <a:noAutofit/>
          </a:bodyPr>
          <a:lstStyle>
            <a:lvl1pPr lvl="0" algn="r" rtl="0">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None/>
              <a:defRPr sz="1800">
                <a:solidFill>
                  <a:srgbClr val="000000"/>
                </a:solidFill>
              </a:defRPr>
            </a:lvl2pPr>
            <a:lvl3pPr lvl="2" algn="ctr" rtl="0">
              <a:spcBef>
                <a:spcPts val="0"/>
              </a:spcBef>
              <a:spcAft>
                <a:spcPts val="0"/>
              </a:spcAft>
              <a:buClr>
                <a:srgbClr val="000000"/>
              </a:buClr>
              <a:buSzPts val="1800"/>
              <a:buNone/>
              <a:defRPr sz="1800">
                <a:solidFill>
                  <a:srgbClr val="000000"/>
                </a:solidFill>
              </a:defRPr>
            </a:lvl3pPr>
            <a:lvl4pPr lvl="3" algn="ctr" rtl="0">
              <a:spcBef>
                <a:spcPts val="0"/>
              </a:spcBef>
              <a:spcAft>
                <a:spcPts val="0"/>
              </a:spcAft>
              <a:buClr>
                <a:srgbClr val="000000"/>
              </a:buClr>
              <a:buSzPts val="1800"/>
              <a:buNone/>
              <a:defRPr sz="1800">
                <a:solidFill>
                  <a:srgbClr val="000000"/>
                </a:solidFill>
              </a:defRPr>
            </a:lvl4pPr>
            <a:lvl5pPr lvl="4" algn="ctr" rtl="0">
              <a:spcBef>
                <a:spcPts val="0"/>
              </a:spcBef>
              <a:spcAft>
                <a:spcPts val="0"/>
              </a:spcAft>
              <a:buClr>
                <a:srgbClr val="000000"/>
              </a:buClr>
              <a:buSzPts val="1800"/>
              <a:buNone/>
              <a:defRPr sz="1800">
                <a:solidFill>
                  <a:srgbClr val="000000"/>
                </a:solidFill>
              </a:defRPr>
            </a:lvl5pPr>
            <a:lvl6pPr lvl="5" algn="ctr" rtl="0">
              <a:spcBef>
                <a:spcPts val="0"/>
              </a:spcBef>
              <a:spcAft>
                <a:spcPts val="0"/>
              </a:spcAft>
              <a:buClr>
                <a:srgbClr val="000000"/>
              </a:buClr>
              <a:buSzPts val="1800"/>
              <a:buNone/>
              <a:defRPr sz="1800">
                <a:solidFill>
                  <a:srgbClr val="000000"/>
                </a:solidFill>
              </a:defRPr>
            </a:lvl6pPr>
            <a:lvl7pPr lvl="6" algn="ctr" rtl="0">
              <a:spcBef>
                <a:spcPts val="0"/>
              </a:spcBef>
              <a:spcAft>
                <a:spcPts val="0"/>
              </a:spcAft>
              <a:buClr>
                <a:srgbClr val="000000"/>
              </a:buClr>
              <a:buSzPts val="1800"/>
              <a:buNone/>
              <a:defRPr sz="1800">
                <a:solidFill>
                  <a:srgbClr val="000000"/>
                </a:solidFill>
              </a:defRPr>
            </a:lvl7pPr>
            <a:lvl8pPr lvl="7" algn="ctr" rtl="0">
              <a:spcBef>
                <a:spcPts val="0"/>
              </a:spcBef>
              <a:spcAft>
                <a:spcPts val="0"/>
              </a:spcAft>
              <a:buClr>
                <a:srgbClr val="000000"/>
              </a:buClr>
              <a:buSzPts val="1800"/>
              <a:buNone/>
              <a:defRPr sz="1800">
                <a:solidFill>
                  <a:srgbClr val="000000"/>
                </a:solidFill>
              </a:defRPr>
            </a:lvl8pPr>
            <a:lvl9pPr lvl="8" algn="ctr" rtl="0">
              <a:spcBef>
                <a:spcPts val="0"/>
              </a:spcBef>
              <a:spcAft>
                <a:spcPts val="0"/>
              </a:spcAft>
              <a:buClr>
                <a:srgbClr val="000000"/>
              </a:buClr>
              <a:buSzPts val="1800"/>
              <a:buNone/>
              <a:defRPr sz="1800">
                <a:solidFill>
                  <a:srgbClr val="000000"/>
                </a:solidFill>
              </a:defRPr>
            </a:lvl9pPr>
          </a:lstStyle>
          <a:p>
            <a:r>
              <a:rPr lang="en-US" smtClean="0"/>
              <a:t>Click to edit Master title style</a:t>
            </a:r>
            <a:endParaRPr/>
          </a:p>
        </p:txBody>
      </p:sp>
      <p:sp>
        <p:nvSpPr>
          <p:cNvPr id="355" name="Google Shape;355;p18"/>
          <p:cNvSpPr txBox="1">
            <a:spLocks noGrp="1"/>
          </p:cNvSpPr>
          <p:nvPr>
            <p:ph type="subTitle" idx="1"/>
          </p:nvPr>
        </p:nvSpPr>
        <p:spPr>
          <a:xfrm>
            <a:off x="879139" y="1777397"/>
            <a:ext cx="1917300" cy="6447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56" name="Google Shape;356;p18"/>
          <p:cNvSpPr txBox="1">
            <a:spLocks noGrp="1"/>
          </p:cNvSpPr>
          <p:nvPr>
            <p:ph type="ctrTitle" idx="2"/>
          </p:nvPr>
        </p:nvSpPr>
        <p:spPr>
          <a:xfrm>
            <a:off x="6345518" y="2299544"/>
            <a:ext cx="1881300" cy="644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None/>
              <a:defRPr sz="1800">
                <a:solidFill>
                  <a:srgbClr val="000000"/>
                </a:solidFill>
              </a:defRPr>
            </a:lvl2pPr>
            <a:lvl3pPr lvl="2" algn="ctr" rtl="0">
              <a:spcBef>
                <a:spcPts val="0"/>
              </a:spcBef>
              <a:spcAft>
                <a:spcPts val="0"/>
              </a:spcAft>
              <a:buClr>
                <a:srgbClr val="000000"/>
              </a:buClr>
              <a:buSzPts val="1800"/>
              <a:buNone/>
              <a:defRPr sz="1800">
                <a:solidFill>
                  <a:srgbClr val="000000"/>
                </a:solidFill>
              </a:defRPr>
            </a:lvl3pPr>
            <a:lvl4pPr lvl="3" algn="ctr" rtl="0">
              <a:spcBef>
                <a:spcPts val="0"/>
              </a:spcBef>
              <a:spcAft>
                <a:spcPts val="0"/>
              </a:spcAft>
              <a:buClr>
                <a:srgbClr val="000000"/>
              </a:buClr>
              <a:buSzPts val="1800"/>
              <a:buNone/>
              <a:defRPr sz="1800">
                <a:solidFill>
                  <a:srgbClr val="000000"/>
                </a:solidFill>
              </a:defRPr>
            </a:lvl4pPr>
            <a:lvl5pPr lvl="4" algn="ctr" rtl="0">
              <a:spcBef>
                <a:spcPts val="0"/>
              </a:spcBef>
              <a:spcAft>
                <a:spcPts val="0"/>
              </a:spcAft>
              <a:buClr>
                <a:srgbClr val="000000"/>
              </a:buClr>
              <a:buSzPts val="1800"/>
              <a:buNone/>
              <a:defRPr sz="1800">
                <a:solidFill>
                  <a:srgbClr val="000000"/>
                </a:solidFill>
              </a:defRPr>
            </a:lvl5pPr>
            <a:lvl6pPr lvl="5" algn="ctr" rtl="0">
              <a:spcBef>
                <a:spcPts val="0"/>
              </a:spcBef>
              <a:spcAft>
                <a:spcPts val="0"/>
              </a:spcAft>
              <a:buClr>
                <a:srgbClr val="000000"/>
              </a:buClr>
              <a:buSzPts val="1800"/>
              <a:buNone/>
              <a:defRPr sz="1800">
                <a:solidFill>
                  <a:srgbClr val="000000"/>
                </a:solidFill>
              </a:defRPr>
            </a:lvl6pPr>
            <a:lvl7pPr lvl="6" algn="ctr" rtl="0">
              <a:spcBef>
                <a:spcPts val="0"/>
              </a:spcBef>
              <a:spcAft>
                <a:spcPts val="0"/>
              </a:spcAft>
              <a:buClr>
                <a:srgbClr val="000000"/>
              </a:buClr>
              <a:buSzPts val="1800"/>
              <a:buNone/>
              <a:defRPr sz="1800">
                <a:solidFill>
                  <a:srgbClr val="000000"/>
                </a:solidFill>
              </a:defRPr>
            </a:lvl7pPr>
            <a:lvl8pPr lvl="7" algn="ctr" rtl="0">
              <a:spcBef>
                <a:spcPts val="0"/>
              </a:spcBef>
              <a:spcAft>
                <a:spcPts val="0"/>
              </a:spcAft>
              <a:buClr>
                <a:srgbClr val="000000"/>
              </a:buClr>
              <a:buSzPts val="1800"/>
              <a:buNone/>
              <a:defRPr sz="1800">
                <a:solidFill>
                  <a:srgbClr val="000000"/>
                </a:solidFill>
              </a:defRPr>
            </a:lvl8pPr>
            <a:lvl9pPr lvl="8" algn="ctr" rtl="0">
              <a:spcBef>
                <a:spcPts val="0"/>
              </a:spcBef>
              <a:spcAft>
                <a:spcPts val="0"/>
              </a:spcAft>
              <a:buClr>
                <a:srgbClr val="000000"/>
              </a:buClr>
              <a:buSzPts val="1800"/>
              <a:buNone/>
              <a:defRPr sz="1800">
                <a:solidFill>
                  <a:srgbClr val="000000"/>
                </a:solidFill>
              </a:defRPr>
            </a:lvl9pPr>
          </a:lstStyle>
          <a:p>
            <a:r>
              <a:rPr lang="en-US" smtClean="0"/>
              <a:t>Click to edit Master title style</a:t>
            </a:r>
            <a:endParaRPr/>
          </a:p>
        </p:txBody>
      </p:sp>
      <p:sp>
        <p:nvSpPr>
          <p:cNvPr id="357" name="Google Shape;357;p18"/>
          <p:cNvSpPr txBox="1">
            <a:spLocks noGrp="1"/>
          </p:cNvSpPr>
          <p:nvPr>
            <p:ph type="subTitle" idx="3"/>
          </p:nvPr>
        </p:nvSpPr>
        <p:spPr>
          <a:xfrm>
            <a:off x="6345518" y="1777397"/>
            <a:ext cx="1881300" cy="644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58" name="Google Shape;358;p18"/>
          <p:cNvSpPr txBox="1">
            <a:spLocks noGrp="1"/>
          </p:cNvSpPr>
          <p:nvPr>
            <p:ph type="ctrTitle" idx="4"/>
          </p:nvPr>
        </p:nvSpPr>
        <p:spPr>
          <a:xfrm>
            <a:off x="915161" y="2861525"/>
            <a:ext cx="1881300" cy="6447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None/>
              <a:defRPr sz="1800">
                <a:solidFill>
                  <a:srgbClr val="000000"/>
                </a:solidFill>
              </a:defRPr>
            </a:lvl2pPr>
            <a:lvl3pPr lvl="2" algn="ctr" rtl="0">
              <a:spcBef>
                <a:spcPts val="0"/>
              </a:spcBef>
              <a:spcAft>
                <a:spcPts val="0"/>
              </a:spcAft>
              <a:buClr>
                <a:srgbClr val="000000"/>
              </a:buClr>
              <a:buSzPts val="1800"/>
              <a:buNone/>
              <a:defRPr sz="1800">
                <a:solidFill>
                  <a:srgbClr val="000000"/>
                </a:solidFill>
              </a:defRPr>
            </a:lvl3pPr>
            <a:lvl4pPr lvl="3" algn="ctr" rtl="0">
              <a:spcBef>
                <a:spcPts val="0"/>
              </a:spcBef>
              <a:spcAft>
                <a:spcPts val="0"/>
              </a:spcAft>
              <a:buClr>
                <a:srgbClr val="000000"/>
              </a:buClr>
              <a:buSzPts val="1800"/>
              <a:buNone/>
              <a:defRPr sz="1800">
                <a:solidFill>
                  <a:srgbClr val="000000"/>
                </a:solidFill>
              </a:defRPr>
            </a:lvl4pPr>
            <a:lvl5pPr lvl="4" algn="ctr" rtl="0">
              <a:spcBef>
                <a:spcPts val="0"/>
              </a:spcBef>
              <a:spcAft>
                <a:spcPts val="0"/>
              </a:spcAft>
              <a:buClr>
                <a:srgbClr val="000000"/>
              </a:buClr>
              <a:buSzPts val="1800"/>
              <a:buNone/>
              <a:defRPr sz="1800">
                <a:solidFill>
                  <a:srgbClr val="000000"/>
                </a:solidFill>
              </a:defRPr>
            </a:lvl5pPr>
            <a:lvl6pPr lvl="5" algn="ctr" rtl="0">
              <a:spcBef>
                <a:spcPts val="0"/>
              </a:spcBef>
              <a:spcAft>
                <a:spcPts val="0"/>
              </a:spcAft>
              <a:buClr>
                <a:srgbClr val="000000"/>
              </a:buClr>
              <a:buSzPts val="1800"/>
              <a:buNone/>
              <a:defRPr sz="1800">
                <a:solidFill>
                  <a:srgbClr val="000000"/>
                </a:solidFill>
              </a:defRPr>
            </a:lvl6pPr>
            <a:lvl7pPr lvl="6" algn="ctr" rtl="0">
              <a:spcBef>
                <a:spcPts val="0"/>
              </a:spcBef>
              <a:spcAft>
                <a:spcPts val="0"/>
              </a:spcAft>
              <a:buClr>
                <a:srgbClr val="000000"/>
              </a:buClr>
              <a:buSzPts val="1800"/>
              <a:buNone/>
              <a:defRPr sz="1800">
                <a:solidFill>
                  <a:srgbClr val="000000"/>
                </a:solidFill>
              </a:defRPr>
            </a:lvl7pPr>
            <a:lvl8pPr lvl="7" algn="ctr" rtl="0">
              <a:spcBef>
                <a:spcPts val="0"/>
              </a:spcBef>
              <a:spcAft>
                <a:spcPts val="0"/>
              </a:spcAft>
              <a:buClr>
                <a:srgbClr val="000000"/>
              </a:buClr>
              <a:buSzPts val="1800"/>
              <a:buNone/>
              <a:defRPr sz="1800">
                <a:solidFill>
                  <a:srgbClr val="000000"/>
                </a:solidFill>
              </a:defRPr>
            </a:lvl8pPr>
            <a:lvl9pPr lvl="8" algn="ctr" rtl="0">
              <a:spcBef>
                <a:spcPts val="0"/>
              </a:spcBef>
              <a:spcAft>
                <a:spcPts val="0"/>
              </a:spcAft>
              <a:buClr>
                <a:srgbClr val="000000"/>
              </a:buClr>
              <a:buSzPts val="1800"/>
              <a:buNone/>
              <a:defRPr sz="1800">
                <a:solidFill>
                  <a:srgbClr val="000000"/>
                </a:solidFill>
              </a:defRPr>
            </a:lvl9pPr>
          </a:lstStyle>
          <a:p>
            <a:r>
              <a:rPr lang="en-US" smtClean="0"/>
              <a:t>Click to edit Master title style</a:t>
            </a:r>
            <a:endParaRPr/>
          </a:p>
        </p:txBody>
      </p:sp>
      <p:sp>
        <p:nvSpPr>
          <p:cNvPr id="359" name="Google Shape;359;p18"/>
          <p:cNvSpPr txBox="1">
            <a:spLocks noGrp="1"/>
          </p:cNvSpPr>
          <p:nvPr>
            <p:ph type="subTitle" idx="5"/>
          </p:nvPr>
        </p:nvSpPr>
        <p:spPr>
          <a:xfrm>
            <a:off x="915161" y="3353275"/>
            <a:ext cx="1881300" cy="644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60" name="Google Shape;360;p18"/>
          <p:cNvSpPr txBox="1">
            <a:spLocks noGrp="1"/>
          </p:cNvSpPr>
          <p:nvPr>
            <p:ph type="ctrTitle" idx="6"/>
          </p:nvPr>
        </p:nvSpPr>
        <p:spPr>
          <a:xfrm>
            <a:off x="6345518" y="2861525"/>
            <a:ext cx="1881300" cy="644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None/>
              <a:defRPr sz="1800">
                <a:solidFill>
                  <a:srgbClr val="000000"/>
                </a:solidFill>
              </a:defRPr>
            </a:lvl2pPr>
            <a:lvl3pPr lvl="2" algn="ctr" rtl="0">
              <a:spcBef>
                <a:spcPts val="0"/>
              </a:spcBef>
              <a:spcAft>
                <a:spcPts val="0"/>
              </a:spcAft>
              <a:buClr>
                <a:srgbClr val="000000"/>
              </a:buClr>
              <a:buSzPts val="1800"/>
              <a:buNone/>
              <a:defRPr sz="1800">
                <a:solidFill>
                  <a:srgbClr val="000000"/>
                </a:solidFill>
              </a:defRPr>
            </a:lvl3pPr>
            <a:lvl4pPr lvl="3" algn="ctr" rtl="0">
              <a:spcBef>
                <a:spcPts val="0"/>
              </a:spcBef>
              <a:spcAft>
                <a:spcPts val="0"/>
              </a:spcAft>
              <a:buClr>
                <a:srgbClr val="000000"/>
              </a:buClr>
              <a:buSzPts val="1800"/>
              <a:buNone/>
              <a:defRPr sz="1800">
                <a:solidFill>
                  <a:srgbClr val="000000"/>
                </a:solidFill>
              </a:defRPr>
            </a:lvl4pPr>
            <a:lvl5pPr lvl="4" algn="ctr" rtl="0">
              <a:spcBef>
                <a:spcPts val="0"/>
              </a:spcBef>
              <a:spcAft>
                <a:spcPts val="0"/>
              </a:spcAft>
              <a:buClr>
                <a:srgbClr val="000000"/>
              </a:buClr>
              <a:buSzPts val="1800"/>
              <a:buNone/>
              <a:defRPr sz="1800">
                <a:solidFill>
                  <a:srgbClr val="000000"/>
                </a:solidFill>
              </a:defRPr>
            </a:lvl5pPr>
            <a:lvl6pPr lvl="5" algn="ctr" rtl="0">
              <a:spcBef>
                <a:spcPts val="0"/>
              </a:spcBef>
              <a:spcAft>
                <a:spcPts val="0"/>
              </a:spcAft>
              <a:buClr>
                <a:srgbClr val="000000"/>
              </a:buClr>
              <a:buSzPts val="1800"/>
              <a:buNone/>
              <a:defRPr sz="1800">
                <a:solidFill>
                  <a:srgbClr val="000000"/>
                </a:solidFill>
              </a:defRPr>
            </a:lvl6pPr>
            <a:lvl7pPr lvl="6" algn="ctr" rtl="0">
              <a:spcBef>
                <a:spcPts val="0"/>
              </a:spcBef>
              <a:spcAft>
                <a:spcPts val="0"/>
              </a:spcAft>
              <a:buClr>
                <a:srgbClr val="000000"/>
              </a:buClr>
              <a:buSzPts val="1800"/>
              <a:buNone/>
              <a:defRPr sz="1800">
                <a:solidFill>
                  <a:srgbClr val="000000"/>
                </a:solidFill>
              </a:defRPr>
            </a:lvl7pPr>
            <a:lvl8pPr lvl="7" algn="ctr" rtl="0">
              <a:spcBef>
                <a:spcPts val="0"/>
              </a:spcBef>
              <a:spcAft>
                <a:spcPts val="0"/>
              </a:spcAft>
              <a:buClr>
                <a:srgbClr val="000000"/>
              </a:buClr>
              <a:buSzPts val="1800"/>
              <a:buNone/>
              <a:defRPr sz="1800">
                <a:solidFill>
                  <a:srgbClr val="000000"/>
                </a:solidFill>
              </a:defRPr>
            </a:lvl8pPr>
            <a:lvl9pPr lvl="8" algn="ctr" rtl="0">
              <a:spcBef>
                <a:spcPts val="0"/>
              </a:spcBef>
              <a:spcAft>
                <a:spcPts val="0"/>
              </a:spcAft>
              <a:buClr>
                <a:srgbClr val="000000"/>
              </a:buClr>
              <a:buSzPts val="1800"/>
              <a:buNone/>
              <a:defRPr sz="1800">
                <a:solidFill>
                  <a:srgbClr val="000000"/>
                </a:solidFill>
              </a:defRPr>
            </a:lvl9pPr>
          </a:lstStyle>
          <a:p>
            <a:r>
              <a:rPr lang="en-US" smtClean="0"/>
              <a:t>Click to edit Master title style</a:t>
            </a:r>
            <a:endParaRPr/>
          </a:p>
        </p:txBody>
      </p:sp>
      <p:sp>
        <p:nvSpPr>
          <p:cNvPr id="361" name="Google Shape;361;p18"/>
          <p:cNvSpPr txBox="1">
            <a:spLocks noGrp="1"/>
          </p:cNvSpPr>
          <p:nvPr>
            <p:ph type="subTitle" idx="7"/>
          </p:nvPr>
        </p:nvSpPr>
        <p:spPr>
          <a:xfrm>
            <a:off x="6345518" y="3353275"/>
            <a:ext cx="1656600" cy="64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r>
              <a:rPr lang="en-US" smtClean="0"/>
              <a:t>Click to edit Master subtitle style</a:t>
            </a:r>
            <a:endParaRPr/>
          </a:p>
        </p:txBody>
      </p:sp>
      <p:sp>
        <p:nvSpPr>
          <p:cNvPr id="362" name="Google Shape;362;p18"/>
          <p:cNvSpPr txBox="1">
            <a:spLocks noGrp="1"/>
          </p:cNvSpPr>
          <p:nvPr>
            <p:ph type="ctrTitle" idx="8"/>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r>
              <a:rPr lang="en-US" smtClean="0"/>
              <a:t>Click to edit Master title style</a:t>
            </a:r>
            <a:endParaRPr/>
          </a:p>
        </p:txBody>
      </p:sp>
      <p:sp>
        <p:nvSpPr>
          <p:cNvPr id="363" name="Google Shape;363;p18"/>
          <p:cNvSpPr/>
          <p:nvPr/>
        </p:nvSpPr>
        <p:spPr>
          <a:xfrm>
            <a:off x="7647375" y="94960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8"/>
          <p:cNvSpPr/>
          <p:nvPr/>
        </p:nvSpPr>
        <p:spPr>
          <a:xfrm>
            <a:off x="8985850" y="411676"/>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8"/>
          <p:cNvSpPr/>
          <p:nvPr/>
        </p:nvSpPr>
        <p:spPr>
          <a:xfrm>
            <a:off x="8359452" y="555876"/>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8"/>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8"/>
          <p:cNvSpPr/>
          <p:nvPr/>
        </p:nvSpPr>
        <p:spPr>
          <a:xfrm>
            <a:off x="8798602" y="1088651"/>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8"/>
          <p:cNvSpPr/>
          <p:nvPr/>
        </p:nvSpPr>
        <p:spPr>
          <a:xfrm>
            <a:off x="6099344"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8"/>
          <p:cNvSpPr/>
          <p:nvPr/>
        </p:nvSpPr>
        <p:spPr>
          <a:xfrm>
            <a:off x="6702525" y="444537"/>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8"/>
          <p:cNvSpPr/>
          <p:nvPr/>
        </p:nvSpPr>
        <p:spPr>
          <a:xfrm>
            <a:off x="5904977" y="143223"/>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8"/>
          <p:cNvSpPr/>
          <p:nvPr/>
        </p:nvSpPr>
        <p:spPr>
          <a:xfrm>
            <a:off x="303600" y="4401726"/>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8"/>
          <p:cNvSpPr/>
          <p:nvPr/>
        </p:nvSpPr>
        <p:spPr>
          <a:xfrm>
            <a:off x="816652" y="4612676"/>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373"/>
        <p:cNvGrpSpPr/>
        <p:nvPr/>
      </p:nvGrpSpPr>
      <p:grpSpPr>
        <a:xfrm>
          <a:off x="0" y="0"/>
          <a:ext cx="0" cy="0"/>
          <a:chOff x="0" y="0"/>
          <a:chExt cx="0" cy="0"/>
        </a:xfrm>
      </p:grpSpPr>
      <p:sp>
        <p:nvSpPr>
          <p:cNvPr id="374" name="Google Shape;374;p19"/>
          <p:cNvSpPr txBox="1">
            <a:spLocks noGrp="1"/>
          </p:cNvSpPr>
          <p:nvPr>
            <p:ph type="title"/>
          </p:nvPr>
        </p:nvSpPr>
        <p:spPr>
          <a:xfrm>
            <a:off x="2471150" y="1830075"/>
            <a:ext cx="3823200" cy="1121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7200">
                <a:solidFill>
                  <a:schemeClr val="lt1"/>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r>
              <a:rPr lang="en-US" smtClean="0"/>
              <a:t>Click to edit Master title style</a:t>
            </a:r>
            <a:endParaRPr/>
          </a:p>
        </p:txBody>
      </p:sp>
      <p:sp>
        <p:nvSpPr>
          <p:cNvPr id="375" name="Google Shape;375;p19"/>
          <p:cNvSpPr txBox="1">
            <a:spLocks noGrp="1"/>
          </p:cNvSpPr>
          <p:nvPr>
            <p:ph type="subTitle" idx="1"/>
          </p:nvPr>
        </p:nvSpPr>
        <p:spPr>
          <a:xfrm>
            <a:off x="2902550" y="540000"/>
            <a:ext cx="2960400" cy="135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r>
              <a:rPr lang="en-US" smtClean="0"/>
              <a:t>Click to edit Master subtitle style</a:t>
            </a:r>
            <a:endParaRPr/>
          </a:p>
        </p:txBody>
      </p:sp>
      <p:sp>
        <p:nvSpPr>
          <p:cNvPr id="376" name="Google Shape;376;p19"/>
          <p:cNvSpPr txBox="1"/>
          <p:nvPr/>
        </p:nvSpPr>
        <p:spPr>
          <a:xfrm>
            <a:off x="2289500" y="3592806"/>
            <a:ext cx="4186500" cy="931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300"/>
              </a:spcBef>
              <a:spcAft>
                <a:spcPts val="0"/>
              </a:spcAft>
              <a:buNone/>
            </a:pPr>
            <a:r>
              <a:rPr lang="en" sz="1000">
                <a:solidFill>
                  <a:schemeClr val="lt1"/>
                </a:solidFill>
                <a:latin typeface="Maven Pro"/>
                <a:ea typeface="Maven Pro"/>
                <a:cs typeface="Maven Pro"/>
                <a:sym typeface="Maven Pro"/>
              </a:rPr>
              <a:t>CREDITS: This presentation template was created by </a:t>
            </a:r>
            <a:r>
              <a:rPr lang="en" sz="1000">
                <a:solidFill>
                  <a:schemeClr val="accent1"/>
                </a:solidFill>
                <a:uFill>
                  <a:noFill/>
                </a:uFill>
                <a:latin typeface="Maven Pro"/>
                <a:ea typeface="Maven Pro"/>
                <a:cs typeface="Maven Pro"/>
                <a:sym typeface="Maven Pro"/>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a:solidFill>
                  <a:schemeClr val="lt1"/>
                </a:solidFill>
                <a:latin typeface="Maven Pro"/>
                <a:ea typeface="Maven Pro"/>
                <a:cs typeface="Maven Pro"/>
                <a:sym typeface="Maven Pro"/>
              </a:rPr>
              <a:t>, including icons by </a:t>
            </a:r>
            <a:r>
              <a:rPr lang="en" sz="1000">
                <a:solidFill>
                  <a:schemeClr val="accent2"/>
                </a:solidFill>
                <a:uFill>
                  <a:noFill/>
                </a:uFill>
                <a:latin typeface="Maven Pro"/>
                <a:ea typeface="Maven Pro"/>
                <a:cs typeface="Maven Pro"/>
                <a:sym typeface="Maven Pr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a:solidFill>
                  <a:schemeClr val="lt1"/>
                </a:solidFill>
                <a:latin typeface="Maven Pro"/>
                <a:ea typeface="Maven Pro"/>
                <a:cs typeface="Maven Pro"/>
                <a:sym typeface="Maven Pro"/>
              </a:rPr>
              <a:t>, and infographics &amp; images by </a:t>
            </a:r>
            <a:r>
              <a:rPr lang="en" sz="1000">
                <a:solidFill>
                  <a:schemeClr val="accent3"/>
                </a:solidFill>
                <a:uFill>
                  <a:noFill/>
                </a:uFill>
                <a:latin typeface="Maven Pro"/>
                <a:ea typeface="Maven Pro"/>
                <a:cs typeface="Maven Pro"/>
                <a:sym typeface="Maven Pr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000">
              <a:solidFill>
                <a:schemeClr val="accent3"/>
              </a:solidFill>
              <a:latin typeface="Maven Pro"/>
              <a:ea typeface="Maven Pro"/>
              <a:cs typeface="Maven Pro"/>
              <a:sym typeface="Maven Pro"/>
            </a:endParaRPr>
          </a:p>
        </p:txBody>
      </p:sp>
      <p:sp>
        <p:nvSpPr>
          <p:cNvPr id="377" name="Google Shape;377;p19"/>
          <p:cNvSpPr/>
          <p:nvPr/>
        </p:nvSpPr>
        <p:spPr>
          <a:xfrm>
            <a:off x="858247" y="1380670"/>
            <a:ext cx="130760" cy="131015"/>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1802450" y="4340188"/>
            <a:ext cx="131015" cy="131015"/>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7196623" y="809542"/>
            <a:ext cx="131015" cy="131015"/>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a:off x="7826485" y="4005523"/>
            <a:ext cx="105796" cy="106050"/>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a:off x="6669749" y="3108457"/>
            <a:ext cx="62397" cy="62397"/>
          </a:xfrm>
          <a:custGeom>
            <a:avLst/>
            <a:gdLst/>
            <a:ahLst/>
            <a:cxnLst/>
            <a:rect l="l" t="t" r="r" b="b"/>
            <a:pathLst>
              <a:path w="2207" h="2207" fill="none" extrusionOk="0">
                <a:moveTo>
                  <a:pt x="0" y="1"/>
                </a:moveTo>
                <a:lnTo>
                  <a:pt x="2206" y="1"/>
                </a:lnTo>
                <a:lnTo>
                  <a:pt x="2206" y="2207"/>
                </a:lnTo>
                <a:lnTo>
                  <a:pt x="0" y="2207"/>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a:off x="2127273" y="2530789"/>
            <a:ext cx="112298" cy="112553"/>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a:off x="7418926" y="3240516"/>
            <a:ext cx="112298" cy="112553"/>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a:off x="7751276" y="1218585"/>
            <a:ext cx="86853" cy="86825"/>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5" name="Google Shape;385;p19"/>
          <p:cNvGrpSpPr/>
          <p:nvPr/>
        </p:nvGrpSpPr>
        <p:grpSpPr>
          <a:xfrm>
            <a:off x="6669747" y="-389684"/>
            <a:ext cx="143766" cy="2106420"/>
            <a:chOff x="6780548" y="337714"/>
            <a:chExt cx="133252" cy="1952377"/>
          </a:xfrm>
        </p:grpSpPr>
        <p:sp>
          <p:nvSpPr>
            <p:cNvPr id="386" name="Google Shape;386;p19"/>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9"/>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19"/>
          <p:cNvGrpSpPr/>
          <p:nvPr/>
        </p:nvGrpSpPr>
        <p:grpSpPr>
          <a:xfrm>
            <a:off x="1510029" y="507750"/>
            <a:ext cx="203534" cy="2663107"/>
            <a:chOff x="250617" y="2402301"/>
            <a:chExt cx="188650" cy="2468354"/>
          </a:xfrm>
        </p:grpSpPr>
        <p:sp>
          <p:nvSpPr>
            <p:cNvPr id="389" name="Google Shape;389;p19"/>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9"/>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19"/>
          <p:cNvGrpSpPr/>
          <p:nvPr/>
        </p:nvGrpSpPr>
        <p:grpSpPr>
          <a:xfrm>
            <a:off x="385357" y="1380672"/>
            <a:ext cx="199237" cy="2828935"/>
            <a:chOff x="1608717" y="1280046"/>
            <a:chExt cx="199237" cy="2828935"/>
          </a:xfrm>
        </p:grpSpPr>
        <p:sp>
          <p:nvSpPr>
            <p:cNvPr id="394" name="Google Shape;394;p19"/>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7" name="Google Shape;397;p19"/>
          <p:cNvSpPr/>
          <p:nvPr/>
        </p:nvSpPr>
        <p:spPr>
          <a:xfrm>
            <a:off x="1050592" y="3209647"/>
            <a:ext cx="9132" cy="2718457"/>
          </a:xfrm>
          <a:custGeom>
            <a:avLst/>
            <a:gdLst/>
            <a:ahLst/>
            <a:cxnLst/>
            <a:rect l="l" t="t" r="r" b="b"/>
            <a:pathLst>
              <a:path w="323" h="96152" extrusionOk="0">
                <a:moveTo>
                  <a:pt x="166" y="1"/>
                </a:moveTo>
                <a:lnTo>
                  <a:pt x="1" y="96151"/>
                </a:lnTo>
                <a:lnTo>
                  <a:pt x="322" y="96151"/>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9"/>
          <p:cNvSpPr/>
          <p:nvPr/>
        </p:nvSpPr>
        <p:spPr>
          <a:xfrm>
            <a:off x="7090326" y="2590810"/>
            <a:ext cx="9132" cy="1822361"/>
          </a:xfrm>
          <a:custGeom>
            <a:avLst/>
            <a:gdLst/>
            <a:ahLst/>
            <a:cxnLst/>
            <a:rect l="l" t="t" r="r" b="b"/>
            <a:pathLst>
              <a:path w="323" h="64457" extrusionOk="0">
                <a:moveTo>
                  <a:pt x="157" y="1"/>
                </a:moveTo>
                <a:lnTo>
                  <a:pt x="0" y="64456"/>
                </a:lnTo>
                <a:lnTo>
                  <a:pt x="322" y="64456"/>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19"/>
          <p:cNvGrpSpPr/>
          <p:nvPr/>
        </p:nvGrpSpPr>
        <p:grpSpPr>
          <a:xfrm>
            <a:off x="989007" y="-389666"/>
            <a:ext cx="62143" cy="897428"/>
            <a:chOff x="2038689" y="173907"/>
            <a:chExt cx="57599" cy="831799"/>
          </a:xfrm>
        </p:grpSpPr>
        <p:sp>
          <p:nvSpPr>
            <p:cNvPr id="400" name="Google Shape;400;p19"/>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9"/>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2" name="Google Shape;402;p19"/>
          <p:cNvGrpSpPr/>
          <p:nvPr/>
        </p:nvGrpSpPr>
        <p:grpSpPr>
          <a:xfrm>
            <a:off x="8568723" y="2184810"/>
            <a:ext cx="214702" cy="2308597"/>
            <a:chOff x="8008096" y="2108910"/>
            <a:chExt cx="199001" cy="2139769"/>
          </a:xfrm>
        </p:grpSpPr>
        <p:sp>
          <p:nvSpPr>
            <p:cNvPr id="403" name="Google Shape;403;p19"/>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5" name="Google Shape;405;p19"/>
          <p:cNvSpPr/>
          <p:nvPr/>
        </p:nvSpPr>
        <p:spPr>
          <a:xfrm>
            <a:off x="6423213" y="3192660"/>
            <a:ext cx="86853" cy="86825"/>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6" name="Google Shape;406;p19"/>
          <p:cNvGrpSpPr/>
          <p:nvPr/>
        </p:nvGrpSpPr>
        <p:grpSpPr>
          <a:xfrm>
            <a:off x="8221223" y="10"/>
            <a:ext cx="214702" cy="2308597"/>
            <a:chOff x="8008096" y="2108910"/>
            <a:chExt cx="199001" cy="2139769"/>
          </a:xfrm>
        </p:grpSpPr>
        <p:sp>
          <p:nvSpPr>
            <p:cNvPr id="407" name="Google Shape;407;p19"/>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9"/>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list">
  <p:cSld name="Title and list">
    <p:spTree>
      <p:nvGrpSpPr>
        <p:cNvPr id="1" name="Shape 409"/>
        <p:cNvGrpSpPr/>
        <p:nvPr/>
      </p:nvGrpSpPr>
      <p:grpSpPr>
        <a:xfrm>
          <a:off x="0" y="0"/>
          <a:ext cx="0" cy="0"/>
          <a:chOff x="0" y="0"/>
          <a:chExt cx="0" cy="0"/>
        </a:xfrm>
      </p:grpSpPr>
      <p:sp>
        <p:nvSpPr>
          <p:cNvPr id="410" name="Google Shape;410;p20"/>
          <p:cNvSpPr txBox="1">
            <a:spLocks noGrp="1"/>
          </p:cNvSpPr>
          <p:nvPr>
            <p:ph type="body" idx="1"/>
          </p:nvPr>
        </p:nvSpPr>
        <p:spPr>
          <a:xfrm>
            <a:off x="59737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Font typeface="Livvic Light"/>
              <a:buChar char="●"/>
              <a:defRPr sz="1200"/>
            </a:lvl1pPr>
            <a:lvl2pPr marL="914400" lvl="1" indent="-292100" rtl="0">
              <a:spcBef>
                <a:spcPts val="1600"/>
              </a:spcBef>
              <a:spcAft>
                <a:spcPts val="0"/>
              </a:spcAft>
              <a:buSzPts val="1000"/>
              <a:buFont typeface="Nunito Light"/>
              <a:buChar char="○"/>
              <a:defRPr/>
            </a:lvl2pPr>
            <a:lvl3pPr marL="1371600" lvl="2" indent="-292100" rtl="0">
              <a:spcBef>
                <a:spcPts val="1600"/>
              </a:spcBef>
              <a:spcAft>
                <a:spcPts val="0"/>
              </a:spcAft>
              <a:buSzPts val="1000"/>
              <a:buFont typeface="Nunito Light"/>
              <a:buChar char="■"/>
              <a:defRPr/>
            </a:lvl3pPr>
            <a:lvl4pPr marL="1828800" lvl="3" indent="-292100" rtl="0">
              <a:spcBef>
                <a:spcPts val="1600"/>
              </a:spcBef>
              <a:spcAft>
                <a:spcPts val="0"/>
              </a:spcAft>
              <a:buSzPts val="1000"/>
              <a:buFont typeface="Nunito Light"/>
              <a:buChar char="●"/>
              <a:defRPr/>
            </a:lvl4pPr>
            <a:lvl5pPr marL="2286000" lvl="4" indent="-292100" rtl="0">
              <a:spcBef>
                <a:spcPts val="1600"/>
              </a:spcBef>
              <a:spcAft>
                <a:spcPts val="0"/>
              </a:spcAft>
              <a:buSzPts val="1000"/>
              <a:buFont typeface="Nunito Light"/>
              <a:buChar char="○"/>
              <a:defRPr/>
            </a:lvl5pPr>
            <a:lvl6pPr marL="2743200" lvl="5" indent="-292100" rtl="0">
              <a:spcBef>
                <a:spcPts val="1600"/>
              </a:spcBef>
              <a:spcAft>
                <a:spcPts val="0"/>
              </a:spcAft>
              <a:buSzPts val="1000"/>
              <a:buFont typeface="Nunito Light"/>
              <a:buChar char="■"/>
              <a:defRPr/>
            </a:lvl6pPr>
            <a:lvl7pPr marL="3200400" lvl="6" indent="-292100" rtl="0">
              <a:spcBef>
                <a:spcPts val="1600"/>
              </a:spcBef>
              <a:spcAft>
                <a:spcPts val="0"/>
              </a:spcAft>
              <a:buSzPts val="1000"/>
              <a:buFont typeface="Nunito Light"/>
              <a:buChar char="●"/>
              <a:defRPr/>
            </a:lvl7pPr>
            <a:lvl8pPr marL="3657600" lvl="7" indent="-292100" rtl="0">
              <a:spcBef>
                <a:spcPts val="1600"/>
              </a:spcBef>
              <a:spcAft>
                <a:spcPts val="0"/>
              </a:spcAft>
              <a:buSzPts val="1000"/>
              <a:buFont typeface="Nunito Light"/>
              <a:buChar char="○"/>
              <a:defRPr/>
            </a:lvl8pPr>
            <a:lvl9pPr marL="4114800" lvl="8" indent="-292100" rtl="0">
              <a:spcBef>
                <a:spcPts val="1600"/>
              </a:spcBef>
              <a:spcAft>
                <a:spcPts val="1600"/>
              </a:spcAft>
              <a:buSzPts val="1000"/>
              <a:buFont typeface="Nunito Light"/>
              <a:buChar char="■"/>
              <a:defRPr/>
            </a:lvl9pPr>
          </a:lstStyle>
          <a:p>
            <a:pPr lvl="0"/>
            <a:r>
              <a:rPr lang="en-US" smtClean="0"/>
              <a:t>Click to edit Master text styles</a:t>
            </a:r>
          </a:p>
        </p:txBody>
      </p:sp>
      <p:sp>
        <p:nvSpPr>
          <p:cNvPr id="411" name="Google Shape;411;p20"/>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r>
              <a:rPr lang="en-US" smtClean="0"/>
              <a:t>Click to edit Master title style</a:t>
            </a:r>
            <a:endParaRPr/>
          </a:p>
        </p:txBody>
      </p:sp>
      <p:sp>
        <p:nvSpPr>
          <p:cNvPr id="412" name="Google Shape;412;p20"/>
          <p:cNvSpPr txBox="1">
            <a:spLocks noGrp="1"/>
          </p:cNvSpPr>
          <p:nvPr>
            <p:ph type="body" idx="2"/>
          </p:nvPr>
        </p:nvSpPr>
        <p:spPr>
          <a:xfrm>
            <a:off x="469012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Clr>
                <a:srgbClr val="EC5D37"/>
              </a:buClr>
              <a:buSzPts val="1000"/>
              <a:buFont typeface="Livvic Light"/>
              <a:buChar char="●"/>
              <a:defRPr sz="1200"/>
            </a:lvl1pPr>
            <a:lvl2pPr marL="914400" lvl="1" indent="-292100" rtl="0">
              <a:spcBef>
                <a:spcPts val="1600"/>
              </a:spcBef>
              <a:spcAft>
                <a:spcPts val="0"/>
              </a:spcAft>
              <a:buClr>
                <a:srgbClr val="FFC800"/>
              </a:buClr>
              <a:buSzPts val="1000"/>
              <a:buFont typeface="Nunito Light"/>
              <a:buChar char="○"/>
              <a:defRPr/>
            </a:lvl2pPr>
            <a:lvl3pPr marL="1371600" lvl="2" indent="-292100" rtl="0">
              <a:spcBef>
                <a:spcPts val="1600"/>
              </a:spcBef>
              <a:spcAft>
                <a:spcPts val="0"/>
              </a:spcAft>
              <a:buClr>
                <a:srgbClr val="FFC800"/>
              </a:buClr>
              <a:buSzPts val="1000"/>
              <a:buFont typeface="Nunito Light"/>
              <a:buChar char="■"/>
              <a:defRPr/>
            </a:lvl3pPr>
            <a:lvl4pPr marL="1828800" lvl="3" indent="-292100" rtl="0">
              <a:spcBef>
                <a:spcPts val="1600"/>
              </a:spcBef>
              <a:spcAft>
                <a:spcPts val="0"/>
              </a:spcAft>
              <a:buClr>
                <a:srgbClr val="FFC800"/>
              </a:buClr>
              <a:buSzPts val="1000"/>
              <a:buFont typeface="Nunito Light"/>
              <a:buChar char="●"/>
              <a:defRPr/>
            </a:lvl4pPr>
            <a:lvl5pPr marL="2286000" lvl="4" indent="-292100" rtl="0">
              <a:spcBef>
                <a:spcPts val="1600"/>
              </a:spcBef>
              <a:spcAft>
                <a:spcPts val="0"/>
              </a:spcAft>
              <a:buClr>
                <a:srgbClr val="434343"/>
              </a:buClr>
              <a:buSzPts val="1000"/>
              <a:buFont typeface="Nunito Light"/>
              <a:buChar char="○"/>
              <a:defRPr/>
            </a:lvl5pPr>
            <a:lvl6pPr marL="2743200" lvl="5" indent="-292100" rtl="0">
              <a:spcBef>
                <a:spcPts val="1600"/>
              </a:spcBef>
              <a:spcAft>
                <a:spcPts val="0"/>
              </a:spcAft>
              <a:buClr>
                <a:srgbClr val="434343"/>
              </a:buClr>
              <a:buSzPts val="1000"/>
              <a:buFont typeface="Nunito Light"/>
              <a:buChar char="■"/>
              <a:defRPr/>
            </a:lvl6pPr>
            <a:lvl7pPr marL="3200400" lvl="6" indent="-292100" rtl="0">
              <a:spcBef>
                <a:spcPts val="1600"/>
              </a:spcBef>
              <a:spcAft>
                <a:spcPts val="0"/>
              </a:spcAft>
              <a:buClr>
                <a:srgbClr val="434343"/>
              </a:buClr>
              <a:buSzPts val="1000"/>
              <a:buFont typeface="Nunito Light"/>
              <a:buChar char="●"/>
              <a:defRPr/>
            </a:lvl7pPr>
            <a:lvl8pPr marL="3657600" lvl="7" indent="-292100" rtl="0">
              <a:spcBef>
                <a:spcPts val="1600"/>
              </a:spcBef>
              <a:spcAft>
                <a:spcPts val="0"/>
              </a:spcAft>
              <a:buClr>
                <a:srgbClr val="434343"/>
              </a:buClr>
              <a:buSzPts val="1000"/>
              <a:buFont typeface="Nunito Light"/>
              <a:buChar char="○"/>
              <a:defRPr/>
            </a:lvl8pPr>
            <a:lvl9pPr marL="4114800" lvl="8" indent="-292100" rtl="0">
              <a:spcBef>
                <a:spcPts val="1600"/>
              </a:spcBef>
              <a:spcAft>
                <a:spcPts val="1600"/>
              </a:spcAft>
              <a:buClr>
                <a:srgbClr val="434343"/>
              </a:buClr>
              <a:buSzPts val="1000"/>
              <a:buFont typeface="Nunito Light"/>
              <a:buChar char="■"/>
              <a:defRPr/>
            </a:lvl9pPr>
          </a:lstStyle>
          <a:p>
            <a:pPr lvl="0"/>
            <a:r>
              <a:rPr lang="en-US" smtClean="0"/>
              <a:t>Click to edit Master text styles</a:t>
            </a:r>
          </a:p>
        </p:txBody>
      </p:sp>
      <p:sp>
        <p:nvSpPr>
          <p:cNvPr id="413" name="Google Shape;413;p20"/>
          <p:cNvSpPr/>
          <p:nvPr/>
        </p:nvSpPr>
        <p:spPr>
          <a:xfrm>
            <a:off x="8829925" y="1123701"/>
            <a:ext cx="108650" cy="108625"/>
          </a:xfrm>
          <a:custGeom>
            <a:avLst/>
            <a:gdLst/>
            <a:ahLst/>
            <a:cxnLst/>
            <a:rect l="l" t="t" r="r" b="b"/>
            <a:pathLst>
              <a:path w="4346" h="4345" extrusionOk="0">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a:off x="9156250" y="1340451"/>
            <a:ext cx="111450" cy="110975"/>
          </a:xfrm>
          <a:custGeom>
            <a:avLst/>
            <a:gdLst/>
            <a:ahLst/>
            <a:cxnLst/>
            <a:rect l="l" t="t" r="r" b="b"/>
            <a:pathLst>
              <a:path w="4458" h="4439" extrusionOk="0">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5809852" y="214401"/>
            <a:ext cx="108625" cy="108625"/>
          </a:xfrm>
          <a:custGeom>
            <a:avLst/>
            <a:gdLst/>
            <a:ahLst/>
            <a:cxnLst/>
            <a:rect l="l" t="t" r="r" b="b"/>
            <a:pathLst>
              <a:path w="4345" h="4345" extrusionOk="0">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7079802" y="420089"/>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7952702" y="278514"/>
            <a:ext cx="44975" cy="44500"/>
          </a:xfrm>
          <a:custGeom>
            <a:avLst/>
            <a:gdLst/>
            <a:ahLst/>
            <a:cxnLst/>
            <a:rect l="l" t="t" r="r" b="b"/>
            <a:pathLst>
              <a:path w="1799" h="1780" extrusionOk="0">
                <a:moveTo>
                  <a:pt x="1" y="1"/>
                </a:moveTo>
                <a:lnTo>
                  <a:pt x="1" y="1780"/>
                </a:lnTo>
                <a:lnTo>
                  <a:pt x="1798" y="1780"/>
                </a:lnTo>
                <a:lnTo>
                  <a:pt x="1798"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7372452" y="-69325"/>
            <a:ext cx="155925" cy="155925"/>
          </a:xfrm>
          <a:custGeom>
            <a:avLst/>
            <a:gdLst/>
            <a:ahLst/>
            <a:cxnLst/>
            <a:rect l="l" t="t" r="r" b="b"/>
            <a:pathLst>
              <a:path w="6237" h="6237" extrusionOk="0">
                <a:moveTo>
                  <a:pt x="0" y="0"/>
                </a:moveTo>
                <a:lnTo>
                  <a:pt x="0" y="6236"/>
                </a:lnTo>
                <a:lnTo>
                  <a:pt x="6236" y="6236"/>
                </a:lnTo>
                <a:lnTo>
                  <a:pt x="6236"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8464277" y="355050"/>
            <a:ext cx="155925" cy="156400"/>
          </a:xfrm>
          <a:custGeom>
            <a:avLst/>
            <a:gdLst/>
            <a:ahLst/>
            <a:cxnLst/>
            <a:rect l="l" t="t" r="r" b="b"/>
            <a:pathLst>
              <a:path w="6237" h="6256" extrusionOk="0">
                <a:moveTo>
                  <a:pt x="1" y="1"/>
                </a:moveTo>
                <a:lnTo>
                  <a:pt x="1" y="6256"/>
                </a:lnTo>
                <a:lnTo>
                  <a:pt x="6237" y="6256"/>
                </a:lnTo>
                <a:lnTo>
                  <a:pt x="623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7264277" y="607364"/>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6298852" y="907626"/>
            <a:ext cx="155925" cy="155900"/>
          </a:xfrm>
          <a:custGeom>
            <a:avLst/>
            <a:gdLst/>
            <a:ahLst/>
            <a:cxnLst/>
            <a:rect l="l" t="t" r="r" b="b"/>
            <a:pathLst>
              <a:path w="6237" h="6236" extrusionOk="0">
                <a:moveTo>
                  <a:pt x="1" y="0"/>
                </a:moveTo>
                <a:lnTo>
                  <a:pt x="1" y="6236"/>
                </a:lnTo>
                <a:lnTo>
                  <a:pt x="6237" y="6236"/>
                </a:lnTo>
                <a:lnTo>
                  <a:pt x="6237"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83000" y="4540464"/>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p:nvPr/>
        </p:nvSpPr>
        <p:spPr>
          <a:xfrm>
            <a:off x="101477" y="4727739"/>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424"/>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25"/>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29"/>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lt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41150" y="1436675"/>
            <a:ext cx="6461700" cy="150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5200"/>
              <a:buFont typeface="Patrick Hand"/>
              <a:buNone/>
              <a:defRPr sz="5800">
                <a:solidFill>
                  <a:schemeClr val="dk1"/>
                </a:solidFill>
                <a:latin typeface="Patrick Hand"/>
                <a:ea typeface="Patrick Hand"/>
                <a:cs typeface="Patrick Hand"/>
                <a:sym typeface="Patrick Han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smtClean="0"/>
              <a:t>Click to edit Master title style</a:t>
            </a:r>
            <a:endParaRPr/>
          </a:p>
        </p:txBody>
      </p:sp>
      <p:sp>
        <p:nvSpPr>
          <p:cNvPr id="10" name="Google Shape;10;p2"/>
          <p:cNvSpPr txBox="1">
            <a:spLocks noGrp="1"/>
          </p:cNvSpPr>
          <p:nvPr>
            <p:ph type="subTitle" idx="1"/>
          </p:nvPr>
        </p:nvSpPr>
        <p:spPr>
          <a:xfrm>
            <a:off x="2644800" y="2976250"/>
            <a:ext cx="3939600" cy="248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700"/>
              <a:buNone/>
              <a:defRPr sz="1500">
                <a:solidFill>
                  <a:schemeClr val="dk1"/>
                </a:solidFill>
              </a:defRPr>
            </a:lvl1pPr>
            <a:lvl2pPr lvl="1" algn="ctr">
              <a:lnSpc>
                <a:spcPct val="100000"/>
              </a:lnSpc>
              <a:spcBef>
                <a:spcPts val="0"/>
              </a:spcBef>
              <a:spcAft>
                <a:spcPts val="0"/>
              </a:spcAft>
              <a:buSzPts val="1700"/>
              <a:buNone/>
              <a:defRPr sz="1700"/>
            </a:lvl2pPr>
            <a:lvl3pPr lvl="2" algn="ctr">
              <a:lnSpc>
                <a:spcPct val="100000"/>
              </a:lnSpc>
              <a:spcBef>
                <a:spcPts val="0"/>
              </a:spcBef>
              <a:spcAft>
                <a:spcPts val="0"/>
              </a:spcAft>
              <a:buSzPts val="1700"/>
              <a:buNone/>
              <a:defRPr sz="1700"/>
            </a:lvl3pPr>
            <a:lvl4pPr lvl="3" algn="ctr">
              <a:lnSpc>
                <a:spcPct val="100000"/>
              </a:lnSpc>
              <a:spcBef>
                <a:spcPts val="0"/>
              </a:spcBef>
              <a:spcAft>
                <a:spcPts val="0"/>
              </a:spcAft>
              <a:buSzPts val="1700"/>
              <a:buNone/>
              <a:defRPr sz="1700"/>
            </a:lvl4pPr>
            <a:lvl5pPr lvl="4" algn="ctr">
              <a:lnSpc>
                <a:spcPct val="100000"/>
              </a:lnSpc>
              <a:spcBef>
                <a:spcPts val="0"/>
              </a:spcBef>
              <a:spcAft>
                <a:spcPts val="0"/>
              </a:spcAft>
              <a:buSzPts val="1700"/>
              <a:buNone/>
              <a:defRPr sz="1700"/>
            </a:lvl5pPr>
            <a:lvl6pPr lvl="5" algn="ctr">
              <a:lnSpc>
                <a:spcPct val="100000"/>
              </a:lnSpc>
              <a:spcBef>
                <a:spcPts val="0"/>
              </a:spcBef>
              <a:spcAft>
                <a:spcPts val="0"/>
              </a:spcAft>
              <a:buSzPts val="1700"/>
              <a:buNone/>
              <a:defRPr sz="1700"/>
            </a:lvl6pPr>
            <a:lvl7pPr lvl="6" algn="ctr">
              <a:lnSpc>
                <a:spcPct val="100000"/>
              </a:lnSpc>
              <a:spcBef>
                <a:spcPts val="0"/>
              </a:spcBef>
              <a:spcAft>
                <a:spcPts val="0"/>
              </a:spcAft>
              <a:buSzPts val="1700"/>
              <a:buNone/>
              <a:defRPr sz="1700"/>
            </a:lvl7pPr>
            <a:lvl8pPr lvl="7" algn="ctr">
              <a:lnSpc>
                <a:spcPct val="100000"/>
              </a:lnSpc>
              <a:spcBef>
                <a:spcPts val="0"/>
              </a:spcBef>
              <a:spcAft>
                <a:spcPts val="0"/>
              </a:spcAft>
              <a:buSzPts val="1700"/>
              <a:buNone/>
              <a:defRPr sz="1700"/>
            </a:lvl8pPr>
            <a:lvl9pPr lvl="8" algn="ctr">
              <a:lnSpc>
                <a:spcPct val="100000"/>
              </a:lnSpc>
              <a:spcBef>
                <a:spcPts val="0"/>
              </a:spcBef>
              <a:spcAft>
                <a:spcPts val="0"/>
              </a:spcAft>
              <a:buSzPts val="1700"/>
              <a:buNone/>
              <a:defRPr sz="1700"/>
            </a:lvl9pPr>
          </a:lstStyle>
          <a:p>
            <a:r>
              <a:rPr lang="en-US" smtClean="0"/>
              <a:t>Click to edit Master subtitle style</a:t>
            </a:r>
            <a:endParaRPr/>
          </a:p>
        </p:txBody>
      </p:sp>
      <p:sp>
        <p:nvSpPr>
          <p:cNvPr id="11" name="Google Shape;11;p2"/>
          <p:cNvSpPr/>
          <p:nvPr/>
        </p:nvSpPr>
        <p:spPr>
          <a:xfrm>
            <a:off x="7420482" y="4402677"/>
            <a:ext cx="708329" cy="349265"/>
          </a:xfrm>
          <a:custGeom>
            <a:avLst/>
            <a:gdLst/>
            <a:ahLst/>
            <a:cxnLst/>
            <a:rect l="l" t="t" r="r" b="b"/>
            <a:pathLst>
              <a:path w="35523" h="17518" extrusionOk="0">
                <a:moveTo>
                  <a:pt x="3774" y="10775"/>
                </a:moveTo>
                <a:cubicBezTo>
                  <a:pt x="2619" y="10198"/>
                  <a:pt x="353" y="8285"/>
                  <a:pt x="100" y="9551"/>
                </a:cubicBezTo>
                <a:cubicBezTo>
                  <a:pt x="-700" y="13554"/>
                  <a:pt x="6631" y="19346"/>
                  <a:pt x="9897" y="16898"/>
                </a:cubicBezTo>
                <a:cubicBezTo>
                  <a:pt x="14519" y="13434"/>
                  <a:pt x="9580" y="3364"/>
                  <a:pt x="14387" y="162"/>
                </a:cubicBezTo>
                <a:cubicBezTo>
                  <a:pt x="15361" y="-487"/>
                  <a:pt x="16028" y="1919"/>
                  <a:pt x="16428" y="3019"/>
                </a:cubicBezTo>
                <a:cubicBezTo>
                  <a:pt x="17676" y="6450"/>
                  <a:pt x="17937" y="11459"/>
                  <a:pt x="21327" y="12816"/>
                </a:cubicBezTo>
                <a:cubicBezTo>
                  <a:pt x="23352" y="13627"/>
                  <a:pt x="26043" y="14435"/>
                  <a:pt x="27858" y="13225"/>
                </a:cubicBezTo>
                <a:cubicBezTo>
                  <a:pt x="30136" y="11706"/>
                  <a:pt x="34340" y="6953"/>
                  <a:pt x="35206" y="9551"/>
                </a:cubicBezTo>
                <a:cubicBezTo>
                  <a:pt x="37745" y="17172"/>
                  <a:pt x="18742" y="7827"/>
                  <a:pt x="11122" y="10367"/>
                </a:cubicBezTo>
              </a:path>
            </a:pathLst>
          </a:custGeom>
          <a:noFill/>
          <a:ln w="228600" cap="flat" cmpd="sng">
            <a:solidFill>
              <a:srgbClr val="88F175"/>
            </a:solidFill>
            <a:prstDash val="solid"/>
            <a:round/>
            <a:headEnd type="none" w="med" len="med"/>
            <a:tailEnd type="none" w="med" len="med"/>
          </a:ln>
        </p:spPr>
      </p:sp>
      <p:sp>
        <p:nvSpPr>
          <p:cNvPr id="12" name="Google Shape;12;p2"/>
          <p:cNvSpPr/>
          <p:nvPr/>
        </p:nvSpPr>
        <p:spPr>
          <a:xfrm>
            <a:off x="575067" y="952593"/>
            <a:ext cx="471302" cy="504335"/>
          </a:xfrm>
          <a:custGeom>
            <a:avLst/>
            <a:gdLst/>
            <a:ahLst/>
            <a:cxnLst/>
            <a:rect l="l" t="t" r="r" b="b"/>
            <a:pathLst>
              <a:path w="3154" h="3375" extrusionOk="0">
                <a:moveTo>
                  <a:pt x="1700" y="0"/>
                </a:moveTo>
                <a:cubicBezTo>
                  <a:pt x="1428" y="0"/>
                  <a:pt x="1165" y="138"/>
                  <a:pt x="1083" y="413"/>
                </a:cubicBezTo>
                <a:cubicBezTo>
                  <a:pt x="928" y="521"/>
                  <a:pt x="805" y="675"/>
                  <a:pt x="774" y="923"/>
                </a:cubicBezTo>
                <a:cubicBezTo>
                  <a:pt x="774" y="984"/>
                  <a:pt x="758" y="1046"/>
                  <a:pt x="758" y="1108"/>
                </a:cubicBezTo>
                <a:cubicBezTo>
                  <a:pt x="372" y="1154"/>
                  <a:pt x="1" y="1464"/>
                  <a:pt x="202" y="1912"/>
                </a:cubicBezTo>
                <a:cubicBezTo>
                  <a:pt x="279" y="2113"/>
                  <a:pt x="356" y="2314"/>
                  <a:pt x="341" y="2530"/>
                </a:cubicBezTo>
                <a:cubicBezTo>
                  <a:pt x="295" y="2855"/>
                  <a:pt x="387" y="3195"/>
                  <a:pt x="727" y="3318"/>
                </a:cubicBezTo>
                <a:cubicBezTo>
                  <a:pt x="811" y="3355"/>
                  <a:pt x="907" y="3374"/>
                  <a:pt x="1005" y="3374"/>
                </a:cubicBezTo>
                <a:cubicBezTo>
                  <a:pt x="1233" y="3374"/>
                  <a:pt x="1469" y="3272"/>
                  <a:pt x="1577" y="3056"/>
                </a:cubicBezTo>
                <a:cubicBezTo>
                  <a:pt x="1608" y="2978"/>
                  <a:pt x="1655" y="2901"/>
                  <a:pt x="1670" y="2824"/>
                </a:cubicBezTo>
                <a:lnTo>
                  <a:pt x="2072" y="2994"/>
                </a:lnTo>
                <a:cubicBezTo>
                  <a:pt x="2192" y="3047"/>
                  <a:pt x="2320" y="3077"/>
                  <a:pt x="2445" y="3077"/>
                </a:cubicBezTo>
                <a:cubicBezTo>
                  <a:pt x="2610" y="3077"/>
                  <a:pt x="2768" y="3024"/>
                  <a:pt x="2891" y="2901"/>
                </a:cubicBezTo>
                <a:cubicBezTo>
                  <a:pt x="3077" y="2731"/>
                  <a:pt x="3154" y="2345"/>
                  <a:pt x="2984" y="2113"/>
                </a:cubicBezTo>
                <a:cubicBezTo>
                  <a:pt x="2659" y="1665"/>
                  <a:pt x="2458" y="1201"/>
                  <a:pt x="2427" y="644"/>
                </a:cubicBezTo>
                <a:cubicBezTo>
                  <a:pt x="2393" y="215"/>
                  <a:pt x="2039" y="0"/>
                  <a:pt x="17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13;p2"/>
          <p:cNvGrpSpPr/>
          <p:nvPr/>
        </p:nvGrpSpPr>
        <p:grpSpPr>
          <a:xfrm>
            <a:off x="4248" y="3477148"/>
            <a:ext cx="1612942" cy="1603031"/>
            <a:chOff x="7247681" y="291521"/>
            <a:chExt cx="1169985" cy="1162796"/>
          </a:xfrm>
        </p:grpSpPr>
        <p:sp>
          <p:nvSpPr>
            <p:cNvPr id="14" name="Google Shape;14;p2"/>
            <p:cNvSpPr/>
            <p:nvPr/>
          </p:nvSpPr>
          <p:spPr>
            <a:xfrm rot="864690">
              <a:off x="7512340" y="570251"/>
              <a:ext cx="668831" cy="639301"/>
            </a:xfrm>
            <a:custGeom>
              <a:avLst/>
              <a:gdLst/>
              <a:ahLst/>
              <a:cxnLst/>
              <a:rect l="l" t="t" r="r" b="b"/>
              <a:pathLst>
                <a:path w="5164" h="4936" extrusionOk="0">
                  <a:moveTo>
                    <a:pt x="2538" y="193"/>
                  </a:moveTo>
                  <a:cubicBezTo>
                    <a:pt x="3326" y="193"/>
                    <a:pt x="4118" y="580"/>
                    <a:pt x="4468" y="1195"/>
                  </a:cubicBezTo>
                  <a:cubicBezTo>
                    <a:pt x="4854" y="1875"/>
                    <a:pt x="4653" y="2756"/>
                    <a:pt x="4004" y="3251"/>
                  </a:cubicBezTo>
                  <a:cubicBezTo>
                    <a:pt x="3834" y="3390"/>
                    <a:pt x="3757" y="3467"/>
                    <a:pt x="3679" y="3560"/>
                  </a:cubicBezTo>
                  <a:lnTo>
                    <a:pt x="3463" y="3776"/>
                  </a:lnTo>
                  <a:cubicBezTo>
                    <a:pt x="3185" y="4039"/>
                    <a:pt x="3061" y="4332"/>
                    <a:pt x="3092" y="4595"/>
                  </a:cubicBezTo>
                  <a:cubicBezTo>
                    <a:pt x="2691" y="4664"/>
                    <a:pt x="2239" y="4721"/>
                    <a:pt x="1794" y="4721"/>
                  </a:cubicBezTo>
                  <a:cubicBezTo>
                    <a:pt x="1743" y="4721"/>
                    <a:pt x="1691" y="4720"/>
                    <a:pt x="1639" y="4719"/>
                  </a:cubicBezTo>
                  <a:cubicBezTo>
                    <a:pt x="1747" y="4271"/>
                    <a:pt x="1608" y="3931"/>
                    <a:pt x="1284" y="3668"/>
                  </a:cubicBezTo>
                  <a:cubicBezTo>
                    <a:pt x="573" y="3189"/>
                    <a:pt x="233" y="2354"/>
                    <a:pt x="449" y="1643"/>
                  </a:cubicBezTo>
                  <a:cubicBezTo>
                    <a:pt x="665" y="901"/>
                    <a:pt x="1407" y="314"/>
                    <a:pt x="2288" y="206"/>
                  </a:cubicBezTo>
                  <a:cubicBezTo>
                    <a:pt x="2371" y="197"/>
                    <a:pt x="2455" y="193"/>
                    <a:pt x="2538" y="193"/>
                  </a:cubicBezTo>
                  <a:close/>
                  <a:moveTo>
                    <a:pt x="2599" y="1"/>
                  </a:moveTo>
                  <a:cubicBezTo>
                    <a:pt x="2495" y="1"/>
                    <a:pt x="2391" y="7"/>
                    <a:pt x="2288" y="20"/>
                  </a:cubicBezTo>
                  <a:cubicBezTo>
                    <a:pt x="1315" y="128"/>
                    <a:pt x="464" y="793"/>
                    <a:pt x="233" y="1597"/>
                  </a:cubicBezTo>
                  <a:cubicBezTo>
                    <a:pt x="1" y="2400"/>
                    <a:pt x="372" y="3297"/>
                    <a:pt x="1145" y="3822"/>
                  </a:cubicBezTo>
                  <a:cubicBezTo>
                    <a:pt x="1438" y="4039"/>
                    <a:pt x="1515" y="4348"/>
                    <a:pt x="1392" y="4765"/>
                  </a:cubicBezTo>
                  <a:lnTo>
                    <a:pt x="1361" y="4889"/>
                  </a:lnTo>
                  <a:lnTo>
                    <a:pt x="1485" y="4904"/>
                  </a:lnTo>
                  <a:cubicBezTo>
                    <a:pt x="1608" y="4935"/>
                    <a:pt x="1747" y="4935"/>
                    <a:pt x="1856" y="4935"/>
                  </a:cubicBezTo>
                  <a:cubicBezTo>
                    <a:pt x="2335" y="4935"/>
                    <a:pt x="2845" y="4858"/>
                    <a:pt x="3293" y="4750"/>
                  </a:cubicBezTo>
                  <a:lnTo>
                    <a:pt x="3417" y="4734"/>
                  </a:lnTo>
                  <a:lnTo>
                    <a:pt x="3386" y="4626"/>
                  </a:lnTo>
                  <a:cubicBezTo>
                    <a:pt x="3308" y="4410"/>
                    <a:pt x="3401" y="4132"/>
                    <a:pt x="3679" y="3884"/>
                  </a:cubicBezTo>
                  <a:cubicBezTo>
                    <a:pt x="3772" y="3807"/>
                    <a:pt x="3834" y="3730"/>
                    <a:pt x="3880" y="3668"/>
                  </a:cubicBezTo>
                  <a:cubicBezTo>
                    <a:pt x="3988" y="3591"/>
                    <a:pt x="4035" y="3513"/>
                    <a:pt x="4189" y="3405"/>
                  </a:cubicBezTo>
                  <a:cubicBezTo>
                    <a:pt x="4931" y="2849"/>
                    <a:pt x="5163" y="1860"/>
                    <a:pt x="4715" y="1102"/>
                  </a:cubicBezTo>
                  <a:cubicBezTo>
                    <a:pt x="4342" y="453"/>
                    <a:pt x="3474" y="1"/>
                    <a:pt x="259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864690">
              <a:off x="7511905" y="1138016"/>
              <a:ext cx="434533" cy="266419"/>
            </a:xfrm>
            <a:custGeom>
              <a:avLst/>
              <a:gdLst/>
              <a:ahLst/>
              <a:cxnLst/>
              <a:rect l="l" t="t" r="r" b="b"/>
              <a:pathLst>
                <a:path w="3355" h="2057" extrusionOk="0">
                  <a:moveTo>
                    <a:pt x="3122" y="295"/>
                  </a:moveTo>
                  <a:lnTo>
                    <a:pt x="3076" y="990"/>
                  </a:lnTo>
                  <a:cubicBezTo>
                    <a:pt x="3045" y="1237"/>
                    <a:pt x="3029" y="1516"/>
                    <a:pt x="3014" y="1763"/>
                  </a:cubicBezTo>
                  <a:cubicBezTo>
                    <a:pt x="2592" y="1827"/>
                    <a:pt x="2076" y="1864"/>
                    <a:pt x="1527" y="1864"/>
                  </a:cubicBezTo>
                  <a:cubicBezTo>
                    <a:pt x="1152" y="1864"/>
                    <a:pt x="760" y="1847"/>
                    <a:pt x="371" y="1809"/>
                  </a:cubicBezTo>
                  <a:cubicBezTo>
                    <a:pt x="387" y="1299"/>
                    <a:pt x="371" y="820"/>
                    <a:pt x="294" y="326"/>
                  </a:cubicBezTo>
                  <a:lnTo>
                    <a:pt x="294" y="326"/>
                  </a:lnTo>
                  <a:cubicBezTo>
                    <a:pt x="747" y="415"/>
                    <a:pt x="1204" y="461"/>
                    <a:pt x="1659" y="461"/>
                  </a:cubicBezTo>
                  <a:cubicBezTo>
                    <a:pt x="2151" y="461"/>
                    <a:pt x="2641" y="407"/>
                    <a:pt x="3122" y="295"/>
                  </a:cubicBezTo>
                  <a:close/>
                  <a:moveTo>
                    <a:pt x="3354" y="1"/>
                  </a:moveTo>
                  <a:lnTo>
                    <a:pt x="3199" y="47"/>
                  </a:lnTo>
                  <a:cubicBezTo>
                    <a:pt x="2696" y="175"/>
                    <a:pt x="2173" y="237"/>
                    <a:pt x="1645" y="237"/>
                  </a:cubicBezTo>
                  <a:cubicBezTo>
                    <a:pt x="1152" y="237"/>
                    <a:pt x="656" y="183"/>
                    <a:pt x="170" y="78"/>
                  </a:cubicBezTo>
                  <a:lnTo>
                    <a:pt x="0" y="47"/>
                  </a:lnTo>
                  <a:lnTo>
                    <a:pt x="16" y="202"/>
                  </a:lnTo>
                  <a:cubicBezTo>
                    <a:pt x="108" y="743"/>
                    <a:pt x="155" y="1284"/>
                    <a:pt x="108" y="1856"/>
                  </a:cubicBezTo>
                  <a:lnTo>
                    <a:pt x="108" y="1964"/>
                  </a:lnTo>
                  <a:lnTo>
                    <a:pt x="232" y="1979"/>
                  </a:lnTo>
                  <a:cubicBezTo>
                    <a:pt x="696" y="2041"/>
                    <a:pt x="1159" y="2057"/>
                    <a:pt x="1608" y="2057"/>
                  </a:cubicBezTo>
                  <a:cubicBezTo>
                    <a:pt x="2179" y="2057"/>
                    <a:pt x="2720" y="2010"/>
                    <a:pt x="3153" y="1917"/>
                  </a:cubicBezTo>
                  <a:lnTo>
                    <a:pt x="3246" y="1902"/>
                  </a:lnTo>
                  <a:lnTo>
                    <a:pt x="3246" y="1825"/>
                  </a:lnTo>
                  <a:cubicBezTo>
                    <a:pt x="3246" y="1547"/>
                    <a:pt x="3277" y="1253"/>
                    <a:pt x="3308" y="990"/>
                  </a:cubicBezTo>
                  <a:cubicBezTo>
                    <a:pt x="3323" y="712"/>
                    <a:pt x="3354" y="434"/>
                    <a:pt x="3354" y="140"/>
                  </a:cubicBezTo>
                  <a:lnTo>
                    <a:pt x="33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864690">
              <a:off x="7587199" y="1226855"/>
              <a:ext cx="300352" cy="48828"/>
            </a:xfrm>
            <a:custGeom>
              <a:avLst/>
              <a:gdLst/>
              <a:ahLst/>
              <a:cxnLst/>
              <a:rect l="l" t="t" r="r" b="b"/>
              <a:pathLst>
                <a:path w="2319" h="377" extrusionOk="0">
                  <a:moveTo>
                    <a:pt x="125" y="0"/>
                  </a:moveTo>
                  <a:cubicBezTo>
                    <a:pt x="75" y="0"/>
                    <a:pt x="27" y="21"/>
                    <a:pt x="16" y="68"/>
                  </a:cubicBezTo>
                  <a:cubicBezTo>
                    <a:pt x="0" y="130"/>
                    <a:pt x="31" y="176"/>
                    <a:pt x="93" y="207"/>
                  </a:cubicBezTo>
                  <a:cubicBezTo>
                    <a:pt x="495" y="315"/>
                    <a:pt x="927" y="377"/>
                    <a:pt x="1376" y="377"/>
                  </a:cubicBezTo>
                  <a:cubicBezTo>
                    <a:pt x="1654" y="377"/>
                    <a:pt x="1932" y="361"/>
                    <a:pt x="2195" y="300"/>
                  </a:cubicBezTo>
                  <a:cubicBezTo>
                    <a:pt x="2272" y="300"/>
                    <a:pt x="2318" y="238"/>
                    <a:pt x="2303" y="176"/>
                  </a:cubicBezTo>
                  <a:cubicBezTo>
                    <a:pt x="2303" y="136"/>
                    <a:pt x="2245" y="96"/>
                    <a:pt x="2189" y="96"/>
                  </a:cubicBezTo>
                  <a:cubicBezTo>
                    <a:pt x="2181" y="96"/>
                    <a:pt x="2172" y="97"/>
                    <a:pt x="2164" y="99"/>
                  </a:cubicBezTo>
                  <a:cubicBezTo>
                    <a:pt x="1892" y="156"/>
                    <a:pt x="1615" y="184"/>
                    <a:pt x="1339" y="184"/>
                  </a:cubicBezTo>
                  <a:cubicBezTo>
                    <a:pt x="941" y="184"/>
                    <a:pt x="545" y="125"/>
                    <a:pt x="170" y="6"/>
                  </a:cubicBezTo>
                  <a:cubicBezTo>
                    <a:pt x="156" y="2"/>
                    <a:pt x="140" y="0"/>
                    <a:pt x="12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864690">
              <a:off x="7597803" y="1296128"/>
              <a:ext cx="250358" cy="46238"/>
            </a:xfrm>
            <a:custGeom>
              <a:avLst/>
              <a:gdLst/>
              <a:ahLst/>
              <a:cxnLst/>
              <a:rect l="l" t="t" r="r" b="b"/>
              <a:pathLst>
                <a:path w="1933" h="357" extrusionOk="0">
                  <a:moveTo>
                    <a:pt x="170" y="1"/>
                  </a:moveTo>
                  <a:cubicBezTo>
                    <a:pt x="93" y="1"/>
                    <a:pt x="31" y="16"/>
                    <a:pt x="16" y="78"/>
                  </a:cubicBezTo>
                  <a:cubicBezTo>
                    <a:pt x="0" y="140"/>
                    <a:pt x="31" y="202"/>
                    <a:pt x="93" y="217"/>
                  </a:cubicBezTo>
                  <a:cubicBezTo>
                    <a:pt x="433" y="310"/>
                    <a:pt x="789" y="356"/>
                    <a:pt x="1160" y="356"/>
                  </a:cubicBezTo>
                  <a:cubicBezTo>
                    <a:pt x="1361" y="356"/>
                    <a:pt x="1577" y="356"/>
                    <a:pt x="1809" y="279"/>
                  </a:cubicBezTo>
                  <a:cubicBezTo>
                    <a:pt x="1871" y="279"/>
                    <a:pt x="1932" y="217"/>
                    <a:pt x="1902" y="155"/>
                  </a:cubicBezTo>
                  <a:cubicBezTo>
                    <a:pt x="1902" y="104"/>
                    <a:pt x="1848" y="74"/>
                    <a:pt x="1804" y="74"/>
                  </a:cubicBezTo>
                  <a:cubicBezTo>
                    <a:pt x="1795" y="74"/>
                    <a:pt x="1786" y="76"/>
                    <a:pt x="1778" y="78"/>
                  </a:cubicBezTo>
                  <a:cubicBezTo>
                    <a:pt x="1572" y="108"/>
                    <a:pt x="1362" y="124"/>
                    <a:pt x="1151" y="124"/>
                  </a:cubicBezTo>
                  <a:cubicBezTo>
                    <a:pt x="822" y="124"/>
                    <a:pt x="490" y="86"/>
                    <a:pt x="17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864690">
              <a:off x="7754418" y="777788"/>
              <a:ext cx="92217" cy="407075"/>
            </a:xfrm>
            <a:custGeom>
              <a:avLst/>
              <a:gdLst/>
              <a:ahLst/>
              <a:cxnLst/>
              <a:rect l="l" t="t" r="r" b="b"/>
              <a:pathLst>
                <a:path w="712" h="3143" extrusionOk="0">
                  <a:moveTo>
                    <a:pt x="447" y="0"/>
                  </a:moveTo>
                  <a:cubicBezTo>
                    <a:pt x="416" y="0"/>
                    <a:pt x="383" y="15"/>
                    <a:pt x="356" y="51"/>
                  </a:cubicBezTo>
                  <a:cubicBezTo>
                    <a:pt x="186" y="330"/>
                    <a:pt x="263" y="654"/>
                    <a:pt x="325" y="886"/>
                  </a:cubicBezTo>
                  <a:lnTo>
                    <a:pt x="356" y="1025"/>
                  </a:lnTo>
                  <a:cubicBezTo>
                    <a:pt x="418" y="1226"/>
                    <a:pt x="480" y="1427"/>
                    <a:pt x="464" y="1612"/>
                  </a:cubicBezTo>
                  <a:cubicBezTo>
                    <a:pt x="433" y="1767"/>
                    <a:pt x="340" y="1922"/>
                    <a:pt x="263" y="2076"/>
                  </a:cubicBezTo>
                  <a:cubicBezTo>
                    <a:pt x="232" y="2153"/>
                    <a:pt x="186" y="2215"/>
                    <a:pt x="155" y="2293"/>
                  </a:cubicBezTo>
                  <a:cubicBezTo>
                    <a:pt x="0" y="2602"/>
                    <a:pt x="0" y="2911"/>
                    <a:pt x="170" y="3112"/>
                  </a:cubicBezTo>
                  <a:cubicBezTo>
                    <a:pt x="186" y="3127"/>
                    <a:pt x="232" y="3143"/>
                    <a:pt x="263" y="3143"/>
                  </a:cubicBezTo>
                  <a:cubicBezTo>
                    <a:pt x="294" y="3143"/>
                    <a:pt x="311" y="3136"/>
                    <a:pt x="324" y="3136"/>
                  </a:cubicBezTo>
                  <a:cubicBezTo>
                    <a:pt x="330" y="3136"/>
                    <a:pt x="335" y="3137"/>
                    <a:pt x="340" y="3143"/>
                  </a:cubicBezTo>
                  <a:cubicBezTo>
                    <a:pt x="387" y="3127"/>
                    <a:pt x="402" y="3050"/>
                    <a:pt x="356" y="3003"/>
                  </a:cubicBezTo>
                  <a:cubicBezTo>
                    <a:pt x="186" y="2818"/>
                    <a:pt x="279" y="2540"/>
                    <a:pt x="356" y="2385"/>
                  </a:cubicBezTo>
                  <a:cubicBezTo>
                    <a:pt x="387" y="2339"/>
                    <a:pt x="418" y="2262"/>
                    <a:pt x="464" y="2200"/>
                  </a:cubicBezTo>
                  <a:cubicBezTo>
                    <a:pt x="557" y="2030"/>
                    <a:pt x="650" y="1844"/>
                    <a:pt x="665" y="1659"/>
                  </a:cubicBezTo>
                  <a:cubicBezTo>
                    <a:pt x="711" y="1427"/>
                    <a:pt x="650" y="1195"/>
                    <a:pt x="572" y="979"/>
                  </a:cubicBezTo>
                  <a:lnTo>
                    <a:pt x="541" y="840"/>
                  </a:lnTo>
                  <a:cubicBezTo>
                    <a:pt x="480" y="654"/>
                    <a:pt x="418" y="361"/>
                    <a:pt x="557" y="144"/>
                  </a:cubicBezTo>
                  <a:cubicBezTo>
                    <a:pt x="588" y="113"/>
                    <a:pt x="572" y="36"/>
                    <a:pt x="510" y="21"/>
                  </a:cubicBezTo>
                  <a:cubicBezTo>
                    <a:pt x="491" y="8"/>
                    <a:pt x="469" y="0"/>
                    <a:pt x="44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864690">
              <a:off x="7974980" y="291837"/>
              <a:ext cx="34193" cy="250358"/>
            </a:xfrm>
            <a:custGeom>
              <a:avLst/>
              <a:gdLst/>
              <a:ahLst/>
              <a:cxnLst/>
              <a:rect l="l" t="t" r="r" b="b"/>
              <a:pathLst>
                <a:path w="264" h="1933" extrusionOk="0">
                  <a:moveTo>
                    <a:pt x="155" y="0"/>
                  </a:moveTo>
                  <a:cubicBezTo>
                    <a:pt x="93" y="0"/>
                    <a:pt x="47" y="31"/>
                    <a:pt x="47" y="93"/>
                  </a:cubicBezTo>
                  <a:lnTo>
                    <a:pt x="0" y="1840"/>
                  </a:lnTo>
                  <a:cubicBezTo>
                    <a:pt x="0" y="1886"/>
                    <a:pt x="47" y="1932"/>
                    <a:pt x="124" y="1932"/>
                  </a:cubicBezTo>
                  <a:cubicBezTo>
                    <a:pt x="201" y="1932"/>
                    <a:pt x="232" y="1886"/>
                    <a:pt x="232" y="1840"/>
                  </a:cubicBezTo>
                  <a:lnTo>
                    <a:pt x="263" y="93"/>
                  </a:lnTo>
                  <a:cubicBezTo>
                    <a:pt x="263" y="31"/>
                    <a:pt x="217" y="0"/>
                    <a:pt x="15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864690">
              <a:off x="8201277" y="909226"/>
              <a:ext cx="216295" cy="28105"/>
            </a:xfrm>
            <a:custGeom>
              <a:avLst/>
              <a:gdLst/>
              <a:ahLst/>
              <a:cxnLst/>
              <a:rect l="l" t="t" r="r" b="b"/>
              <a:pathLst>
                <a:path w="1670" h="217" extrusionOk="0">
                  <a:moveTo>
                    <a:pt x="1546" y="0"/>
                  </a:moveTo>
                  <a:lnTo>
                    <a:pt x="124" y="16"/>
                  </a:lnTo>
                  <a:cubicBezTo>
                    <a:pt x="62" y="16"/>
                    <a:pt x="0" y="62"/>
                    <a:pt x="0" y="124"/>
                  </a:cubicBezTo>
                  <a:cubicBezTo>
                    <a:pt x="0" y="170"/>
                    <a:pt x="62" y="217"/>
                    <a:pt x="124" y="217"/>
                  </a:cubicBezTo>
                  <a:lnTo>
                    <a:pt x="1546" y="201"/>
                  </a:lnTo>
                  <a:cubicBezTo>
                    <a:pt x="1608" y="201"/>
                    <a:pt x="1669" y="155"/>
                    <a:pt x="1669" y="93"/>
                  </a:cubicBezTo>
                  <a:cubicBezTo>
                    <a:pt x="1669" y="31"/>
                    <a:pt x="1608" y="0"/>
                    <a:pt x="154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864690">
              <a:off x="7251065" y="636179"/>
              <a:ext cx="312527" cy="66702"/>
            </a:xfrm>
            <a:custGeom>
              <a:avLst/>
              <a:gdLst/>
              <a:ahLst/>
              <a:cxnLst/>
              <a:rect l="l" t="t" r="r" b="b"/>
              <a:pathLst>
                <a:path w="2413" h="515" extrusionOk="0">
                  <a:moveTo>
                    <a:pt x="124" y="0"/>
                  </a:moveTo>
                  <a:cubicBezTo>
                    <a:pt x="74" y="0"/>
                    <a:pt x="29" y="30"/>
                    <a:pt x="16" y="82"/>
                  </a:cubicBezTo>
                  <a:cubicBezTo>
                    <a:pt x="1" y="143"/>
                    <a:pt x="63" y="205"/>
                    <a:pt x="109" y="205"/>
                  </a:cubicBezTo>
                  <a:lnTo>
                    <a:pt x="2258" y="514"/>
                  </a:lnTo>
                  <a:lnTo>
                    <a:pt x="2273" y="514"/>
                  </a:lnTo>
                  <a:cubicBezTo>
                    <a:pt x="2335" y="514"/>
                    <a:pt x="2397" y="483"/>
                    <a:pt x="2397" y="437"/>
                  </a:cubicBezTo>
                  <a:cubicBezTo>
                    <a:pt x="2412" y="375"/>
                    <a:pt x="2350" y="313"/>
                    <a:pt x="2304" y="313"/>
                  </a:cubicBezTo>
                  <a:lnTo>
                    <a:pt x="156" y="4"/>
                  </a:lnTo>
                  <a:cubicBezTo>
                    <a:pt x="145" y="2"/>
                    <a:pt x="134" y="0"/>
                    <a:pt x="12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rot="864690">
              <a:off x="8164843" y="589260"/>
              <a:ext cx="92217" cy="114753"/>
            </a:xfrm>
            <a:custGeom>
              <a:avLst/>
              <a:gdLst/>
              <a:ahLst/>
              <a:cxnLst/>
              <a:rect l="l" t="t" r="r" b="b"/>
              <a:pathLst>
                <a:path w="712" h="886" extrusionOk="0">
                  <a:moveTo>
                    <a:pt x="567" y="0"/>
                  </a:moveTo>
                  <a:cubicBezTo>
                    <a:pt x="534" y="0"/>
                    <a:pt x="503" y="12"/>
                    <a:pt x="480" y="35"/>
                  </a:cubicBezTo>
                  <a:cubicBezTo>
                    <a:pt x="279" y="252"/>
                    <a:pt x="125" y="483"/>
                    <a:pt x="16" y="746"/>
                  </a:cubicBezTo>
                  <a:cubicBezTo>
                    <a:pt x="1" y="808"/>
                    <a:pt x="47" y="870"/>
                    <a:pt x="94" y="885"/>
                  </a:cubicBezTo>
                  <a:lnTo>
                    <a:pt x="140" y="885"/>
                  </a:lnTo>
                  <a:cubicBezTo>
                    <a:pt x="171" y="885"/>
                    <a:pt x="233" y="870"/>
                    <a:pt x="248" y="808"/>
                  </a:cubicBezTo>
                  <a:cubicBezTo>
                    <a:pt x="326" y="576"/>
                    <a:pt x="465" y="344"/>
                    <a:pt x="666" y="174"/>
                  </a:cubicBezTo>
                  <a:cubicBezTo>
                    <a:pt x="712" y="128"/>
                    <a:pt x="712" y="66"/>
                    <a:pt x="666" y="35"/>
                  </a:cubicBezTo>
                  <a:cubicBezTo>
                    <a:pt x="635" y="12"/>
                    <a:pt x="600" y="0"/>
                    <a:pt x="56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rot="864690">
              <a:off x="7538891" y="362823"/>
              <a:ext cx="192334" cy="191946"/>
            </a:xfrm>
            <a:custGeom>
              <a:avLst/>
              <a:gdLst/>
              <a:ahLst/>
              <a:cxnLst/>
              <a:rect l="l" t="t" r="r" b="b"/>
              <a:pathLst>
                <a:path w="1485" h="1482" extrusionOk="0">
                  <a:moveTo>
                    <a:pt x="121" y="1"/>
                  </a:moveTo>
                  <a:cubicBezTo>
                    <a:pt x="105" y="1"/>
                    <a:pt x="91" y="5"/>
                    <a:pt x="78" y="13"/>
                  </a:cubicBezTo>
                  <a:cubicBezTo>
                    <a:pt x="16" y="28"/>
                    <a:pt x="1" y="90"/>
                    <a:pt x="16" y="137"/>
                  </a:cubicBezTo>
                  <a:cubicBezTo>
                    <a:pt x="264" y="693"/>
                    <a:pt x="727" y="1141"/>
                    <a:pt x="1284" y="1466"/>
                  </a:cubicBezTo>
                  <a:cubicBezTo>
                    <a:pt x="1315" y="1481"/>
                    <a:pt x="1330" y="1481"/>
                    <a:pt x="1346" y="1481"/>
                  </a:cubicBezTo>
                  <a:cubicBezTo>
                    <a:pt x="1392" y="1481"/>
                    <a:pt x="1423" y="1466"/>
                    <a:pt x="1438" y="1419"/>
                  </a:cubicBezTo>
                  <a:cubicBezTo>
                    <a:pt x="1485" y="1388"/>
                    <a:pt x="1469" y="1327"/>
                    <a:pt x="1407" y="1280"/>
                  </a:cubicBezTo>
                  <a:cubicBezTo>
                    <a:pt x="882" y="1002"/>
                    <a:pt x="465" y="569"/>
                    <a:pt x="233" y="75"/>
                  </a:cubicBezTo>
                  <a:cubicBezTo>
                    <a:pt x="210" y="29"/>
                    <a:pt x="163" y="1"/>
                    <a:pt x="12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rot="864690">
              <a:off x="8092500" y="1038304"/>
              <a:ext cx="160343" cy="94289"/>
            </a:xfrm>
            <a:custGeom>
              <a:avLst/>
              <a:gdLst/>
              <a:ahLst/>
              <a:cxnLst/>
              <a:rect l="l" t="t" r="r" b="b"/>
              <a:pathLst>
                <a:path w="1238" h="728" extrusionOk="0">
                  <a:moveTo>
                    <a:pt x="126" y="0"/>
                  </a:moveTo>
                  <a:cubicBezTo>
                    <a:pt x="102" y="0"/>
                    <a:pt x="80" y="5"/>
                    <a:pt x="62" y="17"/>
                  </a:cubicBezTo>
                  <a:cubicBezTo>
                    <a:pt x="1" y="32"/>
                    <a:pt x="1" y="110"/>
                    <a:pt x="32" y="156"/>
                  </a:cubicBezTo>
                  <a:cubicBezTo>
                    <a:pt x="310" y="419"/>
                    <a:pt x="650" y="635"/>
                    <a:pt x="1067" y="728"/>
                  </a:cubicBezTo>
                  <a:lnTo>
                    <a:pt x="1098" y="728"/>
                  </a:lnTo>
                  <a:cubicBezTo>
                    <a:pt x="1160" y="728"/>
                    <a:pt x="1191" y="697"/>
                    <a:pt x="1206" y="697"/>
                  </a:cubicBezTo>
                  <a:cubicBezTo>
                    <a:pt x="1237" y="635"/>
                    <a:pt x="1191" y="573"/>
                    <a:pt x="1144" y="558"/>
                  </a:cubicBezTo>
                  <a:cubicBezTo>
                    <a:pt x="789" y="465"/>
                    <a:pt x="464" y="295"/>
                    <a:pt x="232" y="32"/>
                  </a:cubicBezTo>
                  <a:cubicBezTo>
                    <a:pt x="204" y="13"/>
                    <a:pt x="163" y="0"/>
                    <a:pt x="12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rot="864690">
              <a:off x="7382482" y="916015"/>
              <a:ext cx="136253" cy="103226"/>
            </a:xfrm>
            <a:custGeom>
              <a:avLst/>
              <a:gdLst/>
              <a:ahLst/>
              <a:cxnLst/>
              <a:rect l="l" t="t" r="r" b="b"/>
              <a:pathLst>
                <a:path w="1052" h="797" extrusionOk="0">
                  <a:moveTo>
                    <a:pt x="920" y="1"/>
                  </a:moveTo>
                  <a:cubicBezTo>
                    <a:pt x="893" y="1"/>
                    <a:pt x="866" y="9"/>
                    <a:pt x="835" y="24"/>
                  </a:cubicBezTo>
                  <a:lnTo>
                    <a:pt x="47" y="627"/>
                  </a:lnTo>
                  <a:cubicBezTo>
                    <a:pt x="0" y="642"/>
                    <a:pt x="0" y="720"/>
                    <a:pt x="47" y="766"/>
                  </a:cubicBezTo>
                  <a:cubicBezTo>
                    <a:pt x="78" y="781"/>
                    <a:pt x="109" y="797"/>
                    <a:pt x="140" y="797"/>
                  </a:cubicBezTo>
                  <a:cubicBezTo>
                    <a:pt x="155" y="797"/>
                    <a:pt x="186" y="797"/>
                    <a:pt x="217" y="766"/>
                  </a:cubicBezTo>
                  <a:lnTo>
                    <a:pt x="1005" y="163"/>
                  </a:lnTo>
                  <a:cubicBezTo>
                    <a:pt x="1051" y="148"/>
                    <a:pt x="1051" y="70"/>
                    <a:pt x="1005" y="24"/>
                  </a:cubicBezTo>
                  <a:cubicBezTo>
                    <a:pt x="974" y="9"/>
                    <a:pt x="947" y="1"/>
                    <a:pt x="92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2"/>
          <p:cNvSpPr/>
          <p:nvPr/>
        </p:nvSpPr>
        <p:spPr>
          <a:xfrm rot="-1992439">
            <a:off x="6890245" y="1204990"/>
            <a:ext cx="4692889" cy="980888"/>
          </a:xfrm>
          <a:custGeom>
            <a:avLst/>
            <a:gdLst/>
            <a:ahLst/>
            <a:cxnLst/>
            <a:rect l="l" t="t" r="r" b="b"/>
            <a:pathLst>
              <a:path w="72552" h="15165" extrusionOk="0">
                <a:moveTo>
                  <a:pt x="5871" y="4222"/>
                </a:moveTo>
                <a:cubicBezTo>
                  <a:pt x="5938" y="4356"/>
                  <a:pt x="6004" y="4456"/>
                  <a:pt x="6038" y="4556"/>
                </a:cubicBezTo>
                <a:lnTo>
                  <a:pt x="5904" y="4556"/>
                </a:lnTo>
                <a:cubicBezTo>
                  <a:pt x="5904" y="4456"/>
                  <a:pt x="5838" y="4356"/>
                  <a:pt x="5704" y="4322"/>
                </a:cubicBezTo>
                <a:lnTo>
                  <a:pt x="5671" y="4322"/>
                </a:lnTo>
                <a:cubicBezTo>
                  <a:pt x="5704" y="4289"/>
                  <a:pt x="5804" y="4222"/>
                  <a:pt x="5871" y="4222"/>
                </a:cubicBezTo>
                <a:close/>
                <a:moveTo>
                  <a:pt x="1435" y="6324"/>
                </a:moveTo>
                <a:cubicBezTo>
                  <a:pt x="1468" y="6324"/>
                  <a:pt x="1468" y="6357"/>
                  <a:pt x="1501" y="6357"/>
                </a:cubicBezTo>
                <a:cubicBezTo>
                  <a:pt x="1568" y="6357"/>
                  <a:pt x="1635" y="6390"/>
                  <a:pt x="1701" y="6390"/>
                </a:cubicBezTo>
                <a:cubicBezTo>
                  <a:pt x="1768" y="6491"/>
                  <a:pt x="1801" y="6557"/>
                  <a:pt x="1902" y="6624"/>
                </a:cubicBezTo>
                <a:cubicBezTo>
                  <a:pt x="2002" y="6624"/>
                  <a:pt x="2068" y="6657"/>
                  <a:pt x="2168" y="6657"/>
                </a:cubicBezTo>
                <a:cubicBezTo>
                  <a:pt x="2268" y="6791"/>
                  <a:pt x="2335" y="6891"/>
                  <a:pt x="2469" y="6991"/>
                </a:cubicBezTo>
                <a:cubicBezTo>
                  <a:pt x="2102" y="6791"/>
                  <a:pt x="1668" y="6624"/>
                  <a:pt x="1268" y="6390"/>
                </a:cubicBezTo>
                <a:cubicBezTo>
                  <a:pt x="1301" y="6357"/>
                  <a:pt x="1368" y="6357"/>
                  <a:pt x="1435" y="6324"/>
                </a:cubicBezTo>
                <a:close/>
                <a:moveTo>
                  <a:pt x="7539" y="5156"/>
                </a:moveTo>
                <a:cubicBezTo>
                  <a:pt x="8039" y="5823"/>
                  <a:pt x="8106" y="6691"/>
                  <a:pt x="7706" y="7458"/>
                </a:cubicBezTo>
                <a:cubicBezTo>
                  <a:pt x="7939" y="6824"/>
                  <a:pt x="7872" y="6057"/>
                  <a:pt x="7506" y="5490"/>
                </a:cubicBezTo>
                <a:cubicBezTo>
                  <a:pt x="7506" y="5356"/>
                  <a:pt x="7539" y="5290"/>
                  <a:pt x="7539" y="5156"/>
                </a:cubicBezTo>
                <a:close/>
                <a:moveTo>
                  <a:pt x="5304" y="7858"/>
                </a:moveTo>
                <a:cubicBezTo>
                  <a:pt x="5337" y="7892"/>
                  <a:pt x="5371" y="7892"/>
                  <a:pt x="5437" y="7958"/>
                </a:cubicBezTo>
                <a:cubicBezTo>
                  <a:pt x="5471" y="7958"/>
                  <a:pt x="5471" y="7992"/>
                  <a:pt x="5504" y="7992"/>
                </a:cubicBezTo>
                <a:cubicBezTo>
                  <a:pt x="5638" y="8125"/>
                  <a:pt x="5804" y="8158"/>
                  <a:pt x="5971" y="8192"/>
                </a:cubicBezTo>
                <a:cubicBezTo>
                  <a:pt x="6138" y="8359"/>
                  <a:pt x="6338" y="8492"/>
                  <a:pt x="6538" y="8525"/>
                </a:cubicBezTo>
                <a:cubicBezTo>
                  <a:pt x="6438" y="8559"/>
                  <a:pt x="6338" y="8659"/>
                  <a:pt x="6271" y="8692"/>
                </a:cubicBezTo>
                <a:cubicBezTo>
                  <a:pt x="6171" y="8659"/>
                  <a:pt x="6138" y="8625"/>
                  <a:pt x="6038" y="8625"/>
                </a:cubicBezTo>
                <a:cubicBezTo>
                  <a:pt x="6099" y="8473"/>
                  <a:pt x="5993" y="8321"/>
                  <a:pt x="5822" y="8321"/>
                </a:cubicBezTo>
                <a:cubicBezTo>
                  <a:pt x="5805" y="8321"/>
                  <a:pt x="5788" y="8322"/>
                  <a:pt x="5771" y="8325"/>
                </a:cubicBezTo>
                <a:cubicBezTo>
                  <a:pt x="5671" y="8325"/>
                  <a:pt x="5638" y="8359"/>
                  <a:pt x="5537" y="8392"/>
                </a:cubicBezTo>
                <a:cubicBezTo>
                  <a:pt x="5304" y="8292"/>
                  <a:pt x="5037" y="8192"/>
                  <a:pt x="4837" y="8058"/>
                </a:cubicBezTo>
                <a:cubicBezTo>
                  <a:pt x="4970" y="8025"/>
                  <a:pt x="5137" y="7958"/>
                  <a:pt x="5304" y="7858"/>
                </a:cubicBezTo>
                <a:close/>
                <a:moveTo>
                  <a:pt x="18947" y="5123"/>
                </a:moveTo>
                <a:cubicBezTo>
                  <a:pt x="28455" y="6408"/>
                  <a:pt x="38082" y="6921"/>
                  <a:pt x="47675" y="6921"/>
                </a:cubicBezTo>
                <a:cubicBezTo>
                  <a:pt x="50534" y="6921"/>
                  <a:pt x="53391" y="6875"/>
                  <a:pt x="56240" y="6791"/>
                </a:cubicBezTo>
                <a:cubicBezTo>
                  <a:pt x="56374" y="6791"/>
                  <a:pt x="56474" y="6724"/>
                  <a:pt x="56507" y="6657"/>
                </a:cubicBezTo>
                <a:cubicBezTo>
                  <a:pt x="56541" y="7158"/>
                  <a:pt x="56574" y="7658"/>
                  <a:pt x="56574" y="8158"/>
                </a:cubicBezTo>
                <a:lnTo>
                  <a:pt x="56574" y="9559"/>
                </a:lnTo>
                <a:cubicBezTo>
                  <a:pt x="56541" y="9526"/>
                  <a:pt x="56507" y="9526"/>
                  <a:pt x="56407" y="9526"/>
                </a:cubicBezTo>
                <a:cubicBezTo>
                  <a:pt x="44573" y="9078"/>
                  <a:pt x="32708" y="8354"/>
                  <a:pt x="20871" y="8354"/>
                </a:cubicBezTo>
                <a:cubicBezTo>
                  <a:pt x="20363" y="8354"/>
                  <a:pt x="19855" y="8356"/>
                  <a:pt x="19347" y="8359"/>
                </a:cubicBezTo>
                <a:cubicBezTo>
                  <a:pt x="19014" y="7658"/>
                  <a:pt x="18380" y="7091"/>
                  <a:pt x="17679" y="6691"/>
                </a:cubicBezTo>
                <a:cubicBezTo>
                  <a:pt x="18513" y="6457"/>
                  <a:pt x="18847" y="5823"/>
                  <a:pt x="18947" y="5123"/>
                </a:cubicBezTo>
                <a:close/>
                <a:moveTo>
                  <a:pt x="16379" y="1087"/>
                </a:moveTo>
                <a:cubicBezTo>
                  <a:pt x="26812" y="1604"/>
                  <a:pt x="37334" y="1899"/>
                  <a:pt x="47817" y="1899"/>
                </a:cubicBezTo>
                <a:cubicBezTo>
                  <a:pt x="50172" y="1899"/>
                  <a:pt x="52524" y="1884"/>
                  <a:pt x="54873" y="1854"/>
                </a:cubicBezTo>
                <a:lnTo>
                  <a:pt x="54873" y="1854"/>
                </a:lnTo>
                <a:cubicBezTo>
                  <a:pt x="54806" y="1921"/>
                  <a:pt x="54739" y="2087"/>
                  <a:pt x="54839" y="2221"/>
                </a:cubicBezTo>
                <a:cubicBezTo>
                  <a:pt x="55707" y="3422"/>
                  <a:pt x="56207" y="4723"/>
                  <a:pt x="56407" y="6090"/>
                </a:cubicBezTo>
                <a:cubicBezTo>
                  <a:pt x="56374" y="6057"/>
                  <a:pt x="56307" y="6057"/>
                  <a:pt x="56240" y="6057"/>
                </a:cubicBezTo>
                <a:cubicBezTo>
                  <a:pt x="53885" y="6126"/>
                  <a:pt x="51535" y="6158"/>
                  <a:pt x="49188" y="6158"/>
                </a:cubicBezTo>
                <a:cubicBezTo>
                  <a:pt x="39070" y="6158"/>
                  <a:pt x="29020" y="5556"/>
                  <a:pt x="18947" y="4689"/>
                </a:cubicBezTo>
                <a:cubicBezTo>
                  <a:pt x="18834" y="3165"/>
                  <a:pt x="17622" y="1401"/>
                  <a:pt x="16524" y="1401"/>
                </a:cubicBezTo>
                <a:cubicBezTo>
                  <a:pt x="16325" y="1401"/>
                  <a:pt x="16129" y="1459"/>
                  <a:pt x="15945" y="1587"/>
                </a:cubicBezTo>
                <a:cubicBezTo>
                  <a:pt x="15778" y="1720"/>
                  <a:pt x="15711" y="1921"/>
                  <a:pt x="15845" y="2087"/>
                </a:cubicBezTo>
                <a:cubicBezTo>
                  <a:pt x="15878" y="2154"/>
                  <a:pt x="15945" y="2154"/>
                  <a:pt x="15945" y="2187"/>
                </a:cubicBezTo>
                <a:cubicBezTo>
                  <a:pt x="15987" y="2244"/>
                  <a:pt x="16041" y="2264"/>
                  <a:pt x="16100" y="2264"/>
                </a:cubicBezTo>
                <a:cubicBezTo>
                  <a:pt x="16180" y="2264"/>
                  <a:pt x="16268" y="2226"/>
                  <a:pt x="16345" y="2187"/>
                </a:cubicBezTo>
                <a:cubicBezTo>
                  <a:pt x="16612" y="2521"/>
                  <a:pt x="16979" y="2721"/>
                  <a:pt x="17479" y="2821"/>
                </a:cubicBezTo>
                <a:cubicBezTo>
                  <a:pt x="18180" y="3388"/>
                  <a:pt x="18347" y="4022"/>
                  <a:pt x="17980" y="4689"/>
                </a:cubicBezTo>
                <a:cubicBezTo>
                  <a:pt x="17713" y="5156"/>
                  <a:pt x="17212" y="5657"/>
                  <a:pt x="16445" y="6157"/>
                </a:cubicBezTo>
                <a:cubicBezTo>
                  <a:pt x="16045" y="6157"/>
                  <a:pt x="16012" y="6691"/>
                  <a:pt x="16345" y="6757"/>
                </a:cubicBezTo>
                <a:cubicBezTo>
                  <a:pt x="17146" y="7024"/>
                  <a:pt x="18013" y="7391"/>
                  <a:pt x="18447" y="8158"/>
                </a:cubicBezTo>
                <a:cubicBezTo>
                  <a:pt x="18480" y="8225"/>
                  <a:pt x="18513" y="8325"/>
                  <a:pt x="18547" y="8425"/>
                </a:cubicBezTo>
                <a:cubicBezTo>
                  <a:pt x="18547" y="8525"/>
                  <a:pt x="18547" y="8592"/>
                  <a:pt x="18647" y="8659"/>
                </a:cubicBezTo>
                <a:cubicBezTo>
                  <a:pt x="19131" y="10014"/>
                  <a:pt x="18585" y="11901"/>
                  <a:pt x="16856" y="11901"/>
                </a:cubicBezTo>
                <a:cubicBezTo>
                  <a:pt x="16799" y="11901"/>
                  <a:pt x="16739" y="11899"/>
                  <a:pt x="16679" y="11894"/>
                </a:cubicBezTo>
                <a:cubicBezTo>
                  <a:pt x="16545" y="11894"/>
                  <a:pt x="16479" y="12061"/>
                  <a:pt x="16545" y="12195"/>
                </a:cubicBezTo>
                <a:cubicBezTo>
                  <a:pt x="15945" y="12128"/>
                  <a:pt x="15344" y="12028"/>
                  <a:pt x="14777" y="11961"/>
                </a:cubicBezTo>
                <a:cubicBezTo>
                  <a:pt x="14777" y="11894"/>
                  <a:pt x="14711" y="11861"/>
                  <a:pt x="14677" y="11861"/>
                </a:cubicBezTo>
                <a:cubicBezTo>
                  <a:pt x="12609" y="10960"/>
                  <a:pt x="10341" y="10360"/>
                  <a:pt x="8206" y="9526"/>
                </a:cubicBezTo>
                <a:cubicBezTo>
                  <a:pt x="7739" y="9359"/>
                  <a:pt x="7339" y="9192"/>
                  <a:pt x="6872" y="8992"/>
                </a:cubicBezTo>
                <a:cubicBezTo>
                  <a:pt x="9173" y="8158"/>
                  <a:pt x="9040" y="4823"/>
                  <a:pt x="6805" y="3855"/>
                </a:cubicBezTo>
                <a:cubicBezTo>
                  <a:pt x="9807" y="2721"/>
                  <a:pt x="12943" y="1887"/>
                  <a:pt x="16145" y="1420"/>
                </a:cubicBezTo>
                <a:cubicBezTo>
                  <a:pt x="16345" y="1387"/>
                  <a:pt x="16379" y="1253"/>
                  <a:pt x="16379" y="1087"/>
                </a:cubicBezTo>
                <a:close/>
                <a:moveTo>
                  <a:pt x="62511" y="1887"/>
                </a:moveTo>
                <a:lnTo>
                  <a:pt x="62511" y="1887"/>
                </a:lnTo>
                <a:cubicBezTo>
                  <a:pt x="65480" y="2454"/>
                  <a:pt x="68816" y="3055"/>
                  <a:pt x="70484" y="5857"/>
                </a:cubicBezTo>
                <a:cubicBezTo>
                  <a:pt x="71685" y="7892"/>
                  <a:pt x="71251" y="10160"/>
                  <a:pt x="69483" y="11694"/>
                </a:cubicBezTo>
                <a:cubicBezTo>
                  <a:pt x="67990" y="12965"/>
                  <a:pt x="66164" y="13298"/>
                  <a:pt x="64293" y="13298"/>
                </a:cubicBezTo>
                <a:cubicBezTo>
                  <a:pt x="64200" y="13298"/>
                  <a:pt x="64106" y="13297"/>
                  <a:pt x="64013" y="13295"/>
                </a:cubicBezTo>
                <a:cubicBezTo>
                  <a:pt x="65013" y="11494"/>
                  <a:pt x="64580" y="8559"/>
                  <a:pt x="64346" y="6724"/>
                </a:cubicBezTo>
                <a:cubicBezTo>
                  <a:pt x="64079" y="5056"/>
                  <a:pt x="63546" y="3288"/>
                  <a:pt x="62511" y="1887"/>
                </a:cubicBezTo>
                <a:close/>
                <a:moveTo>
                  <a:pt x="19514" y="8826"/>
                </a:moveTo>
                <a:cubicBezTo>
                  <a:pt x="31323" y="9726"/>
                  <a:pt x="43198" y="9860"/>
                  <a:pt x="55039" y="10227"/>
                </a:cubicBezTo>
                <a:cubicBezTo>
                  <a:pt x="55073" y="10327"/>
                  <a:pt x="55173" y="10360"/>
                  <a:pt x="55306" y="10360"/>
                </a:cubicBezTo>
                <a:cubicBezTo>
                  <a:pt x="55673" y="10327"/>
                  <a:pt x="56007" y="10327"/>
                  <a:pt x="56374" y="10293"/>
                </a:cubicBezTo>
                <a:cubicBezTo>
                  <a:pt x="56407" y="10293"/>
                  <a:pt x="56474" y="10293"/>
                  <a:pt x="56507" y="10227"/>
                </a:cubicBezTo>
                <a:lnTo>
                  <a:pt x="56507" y="10227"/>
                </a:lnTo>
                <a:cubicBezTo>
                  <a:pt x="56474" y="11561"/>
                  <a:pt x="56207" y="12995"/>
                  <a:pt x="55373" y="13729"/>
                </a:cubicBezTo>
                <a:cubicBezTo>
                  <a:pt x="55340" y="13729"/>
                  <a:pt x="55306" y="13696"/>
                  <a:pt x="55306" y="13696"/>
                </a:cubicBezTo>
                <a:cubicBezTo>
                  <a:pt x="48535" y="13395"/>
                  <a:pt x="41730" y="13162"/>
                  <a:pt x="34892" y="12895"/>
                </a:cubicBezTo>
                <a:lnTo>
                  <a:pt x="24885" y="12528"/>
                </a:lnTo>
                <a:cubicBezTo>
                  <a:pt x="22383" y="12461"/>
                  <a:pt x="19781" y="12495"/>
                  <a:pt x="17279" y="12295"/>
                </a:cubicBezTo>
                <a:cubicBezTo>
                  <a:pt x="18480" y="12195"/>
                  <a:pt x="19481" y="11327"/>
                  <a:pt x="19648" y="10060"/>
                </a:cubicBezTo>
                <a:cubicBezTo>
                  <a:pt x="19714" y="9593"/>
                  <a:pt x="19648" y="9192"/>
                  <a:pt x="19514" y="8826"/>
                </a:cubicBezTo>
                <a:close/>
                <a:moveTo>
                  <a:pt x="59165" y="527"/>
                </a:moveTo>
                <a:cubicBezTo>
                  <a:pt x="60825" y="527"/>
                  <a:pt x="62284" y="2754"/>
                  <a:pt x="62845" y="3989"/>
                </a:cubicBezTo>
                <a:cubicBezTo>
                  <a:pt x="63379" y="5290"/>
                  <a:pt x="63646" y="6657"/>
                  <a:pt x="63746" y="8058"/>
                </a:cubicBezTo>
                <a:cubicBezTo>
                  <a:pt x="63846" y="9059"/>
                  <a:pt x="63879" y="10160"/>
                  <a:pt x="63812" y="11194"/>
                </a:cubicBezTo>
                <a:cubicBezTo>
                  <a:pt x="63601" y="13472"/>
                  <a:pt x="62042" y="14194"/>
                  <a:pt x="60240" y="14194"/>
                </a:cubicBezTo>
                <a:cubicBezTo>
                  <a:pt x="59773" y="14194"/>
                  <a:pt x="59290" y="14145"/>
                  <a:pt x="58809" y="14063"/>
                </a:cubicBezTo>
                <a:cubicBezTo>
                  <a:pt x="58976" y="13963"/>
                  <a:pt x="59076" y="13796"/>
                  <a:pt x="59209" y="13629"/>
                </a:cubicBezTo>
                <a:cubicBezTo>
                  <a:pt x="60643" y="11828"/>
                  <a:pt x="60643" y="9192"/>
                  <a:pt x="60510" y="7024"/>
                </a:cubicBezTo>
                <a:cubicBezTo>
                  <a:pt x="60410" y="5023"/>
                  <a:pt x="60210" y="2454"/>
                  <a:pt x="58575" y="1020"/>
                </a:cubicBezTo>
                <a:lnTo>
                  <a:pt x="58208" y="786"/>
                </a:lnTo>
                <a:cubicBezTo>
                  <a:pt x="58531" y="607"/>
                  <a:pt x="58852" y="527"/>
                  <a:pt x="59165" y="527"/>
                </a:cubicBezTo>
                <a:close/>
                <a:moveTo>
                  <a:pt x="56407" y="748"/>
                </a:moveTo>
                <a:cubicBezTo>
                  <a:pt x="56756" y="748"/>
                  <a:pt x="57093" y="847"/>
                  <a:pt x="57408" y="1020"/>
                </a:cubicBezTo>
                <a:cubicBezTo>
                  <a:pt x="57408" y="1053"/>
                  <a:pt x="57374" y="1053"/>
                  <a:pt x="57374" y="1120"/>
                </a:cubicBezTo>
                <a:cubicBezTo>
                  <a:pt x="57275" y="1244"/>
                  <a:pt x="57398" y="1369"/>
                  <a:pt x="57522" y="1369"/>
                </a:cubicBezTo>
                <a:cubicBezTo>
                  <a:pt x="57565" y="1369"/>
                  <a:pt x="57607" y="1354"/>
                  <a:pt x="57641" y="1320"/>
                </a:cubicBezTo>
                <a:cubicBezTo>
                  <a:pt x="57675" y="1287"/>
                  <a:pt x="57708" y="1287"/>
                  <a:pt x="57708" y="1220"/>
                </a:cubicBezTo>
                <a:cubicBezTo>
                  <a:pt x="58575" y="1821"/>
                  <a:pt x="59242" y="2888"/>
                  <a:pt x="59509" y="3855"/>
                </a:cubicBezTo>
                <a:cubicBezTo>
                  <a:pt x="59876" y="5223"/>
                  <a:pt x="59910" y="6724"/>
                  <a:pt x="59910" y="8125"/>
                </a:cubicBezTo>
                <a:cubicBezTo>
                  <a:pt x="59970" y="10482"/>
                  <a:pt x="59100" y="14535"/>
                  <a:pt x="56309" y="14535"/>
                </a:cubicBezTo>
                <a:cubicBezTo>
                  <a:pt x="56018" y="14535"/>
                  <a:pt x="55707" y="14491"/>
                  <a:pt x="55373" y="14396"/>
                </a:cubicBezTo>
                <a:cubicBezTo>
                  <a:pt x="55540" y="14396"/>
                  <a:pt x="55640" y="14329"/>
                  <a:pt x="55673" y="14196"/>
                </a:cubicBezTo>
                <a:cubicBezTo>
                  <a:pt x="57141" y="13229"/>
                  <a:pt x="57141" y="11060"/>
                  <a:pt x="57208" y="9459"/>
                </a:cubicBezTo>
                <a:cubicBezTo>
                  <a:pt x="57341" y="6791"/>
                  <a:pt x="57174" y="3989"/>
                  <a:pt x="55373" y="1854"/>
                </a:cubicBezTo>
                <a:cubicBezTo>
                  <a:pt x="55807" y="1821"/>
                  <a:pt x="55807" y="1153"/>
                  <a:pt x="55340" y="1153"/>
                </a:cubicBezTo>
                <a:lnTo>
                  <a:pt x="55206" y="1153"/>
                </a:lnTo>
                <a:cubicBezTo>
                  <a:pt x="55611" y="872"/>
                  <a:pt x="56016" y="748"/>
                  <a:pt x="56407" y="748"/>
                </a:cubicBezTo>
                <a:close/>
                <a:moveTo>
                  <a:pt x="59248" y="0"/>
                </a:moveTo>
                <a:cubicBezTo>
                  <a:pt x="58746" y="0"/>
                  <a:pt x="58264" y="148"/>
                  <a:pt x="57841" y="486"/>
                </a:cubicBezTo>
                <a:cubicBezTo>
                  <a:pt x="57415" y="298"/>
                  <a:pt x="56965" y="200"/>
                  <a:pt x="56523" y="200"/>
                </a:cubicBezTo>
                <a:cubicBezTo>
                  <a:pt x="55790" y="200"/>
                  <a:pt x="55080" y="471"/>
                  <a:pt x="54539" y="1053"/>
                </a:cubicBezTo>
                <a:cubicBezTo>
                  <a:pt x="44235" y="756"/>
                  <a:pt x="33888" y="634"/>
                  <a:pt x="23567" y="634"/>
                </a:cubicBezTo>
                <a:cubicBezTo>
                  <a:pt x="21158" y="634"/>
                  <a:pt x="18750" y="640"/>
                  <a:pt x="16345" y="653"/>
                </a:cubicBezTo>
                <a:cubicBezTo>
                  <a:pt x="16278" y="653"/>
                  <a:pt x="16212" y="686"/>
                  <a:pt x="16178" y="786"/>
                </a:cubicBezTo>
                <a:cubicBezTo>
                  <a:pt x="16112" y="720"/>
                  <a:pt x="16045" y="720"/>
                  <a:pt x="15945" y="720"/>
                </a:cubicBezTo>
                <a:cubicBezTo>
                  <a:pt x="10374" y="1520"/>
                  <a:pt x="5137" y="3322"/>
                  <a:pt x="234" y="6057"/>
                </a:cubicBezTo>
                <a:cubicBezTo>
                  <a:pt x="34" y="6190"/>
                  <a:pt x="0" y="6557"/>
                  <a:pt x="234" y="6691"/>
                </a:cubicBezTo>
                <a:cubicBezTo>
                  <a:pt x="1835" y="7491"/>
                  <a:pt x="3469" y="8325"/>
                  <a:pt x="5171" y="9126"/>
                </a:cubicBezTo>
                <a:lnTo>
                  <a:pt x="5171" y="9192"/>
                </a:lnTo>
                <a:cubicBezTo>
                  <a:pt x="5204" y="9259"/>
                  <a:pt x="5304" y="9359"/>
                  <a:pt x="5437" y="9359"/>
                </a:cubicBezTo>
                <a:cubicBezTo>
                  <a:pt x="5504" y="9359"/>
                  <a:pt x="5604" y="9326"/>
                  <a:pt x="5704" y="9326"/>
                </a:cubicBezTo>
                <a:cubicBezTo>
                  <a:pt x="8506" y="10560"/>
                  <a:pt x="11375" y="11594"/>
                  <a:pt x="14210" y="12061"/>
                </a:cubicBezTo>
                <a:cubicBezTo>
                  <a:pt x="14210" y="12161"/>
                  <a:pt x="14277" y="12195"/>
                  <a:pt x="14344" y="12228"/>
                </a:cubicBezTo>
                <a:cubicBezTo>
                  <a:pt x="17313" y="13162"/>
                  <a:pt x="20515" y="13029"/>
                  <a:pt x="23617" y="13162"/>
                </a:cubicBezTo>
                <a:cubicBezTo>
                  <a:pt x="27053" y="13262"/>
                  <a:pt x="30522" y="13429"/>
                  <a:pt x="34024" y="13562"/>
                </a:cubicBezTo>
                <a:cubicBezTo>
                  <a:pt x="40829" y="13829"/>
                  <a:pt x="47634" y="14096"/>
                  <a:pt x="54406" y="14363"/>
                </a:cubicBezTo>
                <a:cubicBezTo>
                  <a:pt x="54339" y="14496"/>
                  <a:pt x="54372" y="14696"/>
                  <a:pt x="54539" y="14763"/>
                </a:cubicBezTo>
                <a:cubicBezTo>
                  <a:pt x="55060" y="15037"/>
                  <a:pt x="55608" y="15165"/>
                  <a:pt x="56150" y="15165"/>
                </a:cubicBezTo>
                <a:cubicBezTo>
                  <a:pt x="56928" y="15165"/>
                  <a:pt x="57693" y="14901"/>
                  <a:pt x="58342" y="14430"/>
                </a:cubicBezTo>
                <a:cubicBezTo>
                  <a:pt x="58342" y="14563"/>
                  <a:pt x="58409" y="14696"/>
                  <a:pt x="58575" y="14696"/>
                </a:cubicBezTo>
                <a:cubicBezTo>
                  <a:pt x="59231" y="14817"/>
                  <a:pt x="59961" y="14926"/>
                  <a:pt x="60681" y="14926"/>
                </a:cubicBezTo>
                <a:cubicBezTo>
                  <a:pt x="61756" y="14926"/>
                  <a:pt x="62806" y="14682"/>
                  <a:pt x="63546" y="13862"/>
                </a:cubicBezTo>
                <a:cubicBezTo>
                  <a:pt x="63579" y="13896"/>
                  <a:pt x="63679" y="13929"/>
                  <a:pt x="63746" y="13929"/>
                </a:cubicBezTo>
                <a:cubicBezTo>
                  <a:pt x="63919" y="13938"/>
                  <a:pt x="64095" y="13943"/>
                  <a:pt x="64272" y="13943"/>
                </a:cubicBezTo>
                <a:cubicBezTo>
                  <a:pt x="67968" y="13943"/>
                  <a:pt x="72552" y="11948"/>
                  <a:pt x="71852" y="7525"/>
                </a:cubicBezTo>
                <a:cubicBezTo>
                  <a:pt x="71084" y="2955"/>
                  <a:pt x="65847" y="1787"/>
                  <a:pt x="62011" y="1354"/>
                </a:cubicBezTo>
                <a:cubicBezTo>
                  <a:pt x="61811" y="1153"/>
                  <a:pt x="61544" y="953"/>
                  <a:pt x="61311" y="720"/>
                </a:cubicBezTo>
                <a:cubicBezTo>
                  <a:pt x="60656" y="277"/>
                  <a:pt x="59934" y="0"/>
                  <a:pt x="5924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7255375" y="4149246"/>
            <a:ext cx="1051672" cy="685801"/>
          </a:xfrm>
          <a:custGeom>
            <a:avLst/>
            <a:gdLst/>
            <a:ahLst/>
            <a:cxnLst/>
            <a:rect l="l" t="t" r="r" b="b"/>
            <a:pathLst>
              <a:path w="10141" h="6613" extrusionOk="0">
                <a:moveTo>
                  <a:pt x="4689" y="581"/>
                </a:moveTo>
                <a:cubicBezTo>
                  <a:pt x="5301" y="581"/>
                  <a:pt x="5834" y="1062"/>
                  <a:pt x="6038" y="1698"/>
                </a:cubicBezTo>
                <a:cubicBezTo>
                  <a:pt x="6305" y="2398"/>
                  <a:pt x="6171" y="3199"/>
                  <a:pt x="6104" y="3933"/>
                </a:cubicBezTo>
                <a:cubicBezTo>
                  <a:pt x="6071" y="4116"/>
                  <a:pt x="6205" y="4208"/>
                  <a:pt x="6350" y="4208"/>
                </a:cubicBezTo>
                <a:cubicBezTo>
                  <a:pt x="6496" y="4208"/>
                  <a:pt x="6655" y="4116"/>
                  <a:pt x="6672" y="3933"/>
                </a:cubicBezTo>
                <a:lnTo>
                  <a:pt x="6672" y="3899"/>
                </a:lnTo>
                <a:cubicBezTo>
                  <a:pt x="7039" y="3614"/>
                  <a:pt x="7493" y="3440"/>
                  <a:pt x="7944" y="3440"/>
                </a:cubicBezTo>
                <a:cubicBezTo>
                  <a:pt x="8230" y="3440"/>
                  <a:pt x="8514" y="3510"/>
                  <a:pt x="8773" y="3666"/>
                </a:cubicBezTo>
                <a:cubicBezTo>
                  <a:pt x="9407" y="4133"/>
                  <a:pt x="9474" y="5100"/>
                  <a:pt x="9107" y="5801"/>
                </a:cubicBezTo>
                <a:cubicBezTo>
                  <a:pt x="9073" y="5867"/>
                  <a:pt x="9073" y="5934"/>
                  <a:pt x="9073" y="5967"/>
                </a:cubicBezTo>
                <a:cubicBezTo>
                  <a:pt x="9007" y="5934"/>
                  <a:pt x="8940" y="5901"/>
                  <a:pt x="8906" y="5901"/>
                </a:cubicBezTo>
                <a:cubicBezTo>
                  <a:pt x="7922" y="5838"/>
                  <a:pt x="6928" y="5813"/>
                  <a:pt x="5932" y="5813"/>
                </a:cubicBezTo>
                <a:cubicBezTo>
                  <a:pt x="4262" y="5813"/>
                  <a:pt x="2585" y="5884"/>
                  <a:pt x="934" y="5967"/>
                </a:cubicBezTo>
                <a:cubicBezTo>
                  <a:pt x="967" y="5934"/>
                  <a:pt x="967" y="5834"/>
                  <a:pt x="934" y="5767"/>
                </a:cubicBezTo>
                <a:cubicBezTo>
                  <a:pt x="567" y="5334"/>
                  <a:pt x="567" y="4566"/>
                  <a:pt x="1001" y="4166"/>
                </a:cubicBezTo>
                <a:cubicBezTo>
                  <a:pt x="1140" y="4055"/>
                  <a:pt x="1312" y="4006"/>
                  <a:pt x="1489" y="4006"/>
                </a:cubicBezTo>
                <a:cubicBezTo>
                  <a:pt x="1952" y="4006"/>
                  <a:pt x="2454" y="4342"/>
                  <a:pt x="2502" y="4800"/>
                </a:cubicBezTo>
                <a:cubicBezTo>
                  <a:pt x="2535" y="4983"/>
                  <a:pt x="2694" y="5075"/>
                  <a:pt x="2840" y="5075"/>
                </a:cubicBezTo>
                <a:cubicBezTo>
                  <a:pt x="2986" y="5075"/>
                  <a:pt x="3119" y="4983"/>
                  <a:pt x="3102" y="4800"/>
                </a:cubicBezTo>
                <a:cubicBezTo>
                  <a:pt x="3102" y="4733"/>
                  <a:pt x="3102" y="4667"/>
                  <a:pt x="3036" y="4633"/>
                </a:cubicBezTo>
                <a:lnTo>
                  <a:pt x="3036" y="4566"/>
                </a:lnTo>
                <a:cubicBezTo>
                  <a:pt x="3002" y="3232"/>
                  <a:pt x="2669" y="1464"/>
                  <a:pt x="4103" y="730"/>
                </a:cubicBezTo>
                <a:cubicBezTo>
                  <a:pt x="4301" y="627"/>
                  <a:pt x="4499" y="581"/>
                  <a:pt x="4689" y="581"/>
                </a:cubicBezTo>
                <a:close/>
                <a:moveTo>
                  <a:pt x="4671" y="1"/>
                </a:moveTo>
                <a:cubicBezTo>
                  <a:pt x="4562" y="1"/>
                  <a:pt x="4450" y="10"/>
                  <a:pt x="4337" y="30"/>
                </a:cubicBezTo>
                <a:cubicBezTo>
                  <a:pt x="2502" y="363"/>
                  <a:pt x="2268" y="2298"/>
                  <a:pt x="2502" y="3899"/>
                </a:cubicBezTo>
                <a:cubicBezTo>
                  <a:pt x="2231" y="3607"/>
                  <a:pt x="1842" y="3433"/>
                  <a:pt x="1442" y="3433"/>
                </a:cubicBezTo>
                <a:cubicBezTo>
                  <a:pt x="1202" y="3433"/>
                  <a:pt x="959" y="3495"/>
                  <a:pt x="734" y="3632"/>
                </a:cubicBezTo>
                <a:cubicBezTo>
                  <a:pt x="300" y="3899"/>
                  <a:pt x="67" y="4366"/>
                  <a:pt x="67" y="4867"/>
                </a:cubicBezTo>
                <a:cubicBezTo>
                  <a:pt x="0" y="5334"/>
                  <a:pt x="234" y="5734"/>
                  <a:pt x="634" y="6034"/>
                </a:cubicBezTo>
                <a:cubicBezTo>
                  <a:pt x="434" y="6101"/>
                  <a:pt x="467" y="6401"/>
                  <a:pt x="734" y="6434"/>
                </a:cubicBezTo>
                <a:cubicBezTo>
                  <a:pt x="2535" y="6523"/>
                  <a:pt x="4351" y="6612"/>
                  <a:pt x="6172" y="6612"/>
                </a:cubicBezTo>
                <a:cubicBezTo>
                  <a:pt x="7083" y="6612"/>
                  <a:pt x="7995" y="6590"/>
                  <a:pt x="8906" y="6535"/>
                </a:cubicBezTo>
                <a:cubicBezTo>
                  <a:pt x="9107" y="6535"/>
                  <a:pt x="9173" y="6368"/>
                  <a:pt x="9173" y="6168"/>
                </a:cubicBezTo>
                <a:cubicBezTo>
                  <a:pt x="9240" y="6218"/>
                  <a:pt x="9315" y="6251"/>
                  <a:pt x="9390" y="6251"/>
                </a:cubicBezTo>
                <a:cubicBezTo>
                  <a:pt x="9465" y="6251"/>
                  <a:pt x="9540" y="6218"/>
                  <a:pt x="9607" y="6134"/>
                </a:cubicBezTo>
                <a:cubicBezTo>
                  <a:pt x="10141" y="5134"/>
                  <a:pt x="9907" y="3799"/>
                  <a:pt x="8973" y="3232"/>
                </a:cubicBezTo>
                <a:cubicBezTo>
                  <a:pt x="8641" y="3011"/>
                  <a:pt x="8256" y="2902"/>
                  <a:pt x="7873" y="2902"/>
                </a:cubicBezTo>
                <a:cubicBezTo>
                  <a:pt x="7447" y="2902"/>
                  <a:pt x="7022" y="3036"/>
                  <a:pt x="6672" y="3299"/>
                </a:cubicBezTo>
                <a:cubicBezTo>
                  <a:pt x="6772" y="2432"/>
                  <a:pt x="6738" y="1564"/>
                  <a:pt x="6171" y="797"/>
                </a:cubicBezTo>
                <a:cubicBezTo>
                  <a:pt x="5830" y="314"/>
                  <a:pt x="5296" y="1"/>
                  <a:pt x="467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84887" y="816125"/>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7255375" y="-428613"/>
            <a:ext cx="1367309" cy="1037869"/>
          </a:xfrm>
          <a:custGeom>
            <a:avLst/>
            <a:gdLst/>
            <a:ahLst/>
            <a:cxnLst/>
            <a:rect l="l" t="t" r="r" b="b"/>
            <a:pathLst>
              <a:path w="27621" h="20966" extrusionOk="0">
                <a:moveTo>
                  <a:pt x="12470" y="732"/>
                </a:moveTo>
                <a:cubicBezTo>
                  <a:pt x="14599" y="732"/>
                  <a:pt x="16245" y="2692"/>
                  <a:pt x="17079" y="4584"/>
                </a:cubicBezTo>
                <a:cubicBezTo>
                  <a:pt x="17136" y="4719"/>
                  <a:pt x="17234" y="4774"/>
                  <a:pt x="17338" y="4774"/>
                </a:cubicBezTo>
                <a:cubicBezTo>
                  <a:pt x="17542" y="4774"/>
                  <a:pt x="17769" y="4560"/>
                  <a:pt x="17747" y="4317"/>
                </a:cubicBezTo>
                <a:cubicBezTo>
                  <a:pt x="18958" y="2972"/>
                  <a:pt x="20681" y="1762"/>
                  <a:pt x="22430" y="1762"/>
                </a:cubicBezTo>
                <a:cubicBezTo>
                  <a:pt x="23283" y="1762"/>
                  <a:pt x="24143" y="2049"/>
                  <a:pt x="24952" y="2749"/>
                </a:cubicBezTo>
                <a:cubicBezTo>
                  <a:pt x="27620" y="5084"/>
                  <a:pt x="25119" y="8086"/>
                  <a:pt x="23584" y="10154"/>
                </a:cubicBezTo>
                <a:cubicBezTo>
                  <a:pt x="22150" y="12022"/>
                  <a:pt x="20649" y="13824"/>
                  <a:pt x="19048" y="15492"/>
                </a:cubicBezTo>
                <a:cubicBezTo>
                  <a:pt x="18414" y="16159"/>
                  <a:pt x="16913" y="17026"/>
                  <a:pt x="16546" y="17993"/>
                </a:cubicBezTo>
                <a:cubicBezTo>
                  <a:pt x="14378" y="15291"/>
                  <a:pt x="11776" y="12690"/>
                  <a:pt x="10108" y="9621"/>
                </a:cubicBezTo>
                <a:cubicBezTo>
                  <a:pt x="10108" y="9587"/>
                  <a:pt x="10074" y="9487"/>
                  <a:pt x="10041" y="9454"/>
                </a:cubicBezTo>
                <a:cubicBezTo>
                  <a:pt x="9708" y="8820"/>
                  <a:pt x="9407" y="8153"/>
                  <a:pt x="9140" y="7453"/>
                </a:cubicBezTo>
                <a:cubicBezTo>
                  <a:pt x="8407" y="5184"/>
                  <a:pt x="8573" y="1982"/>
                  <a:pt x="11142" y="981"/>
                </a:cubicBezTo>
                <a:cubicBezTo>
                  <a:pt x="11602" y="809"/>
                  <a:pt x="12045" y="732"/>
                  <a:pt x="12470" y="732"/>
                </a:cubicBezTo>
                <a:close/>
                <a:moveTo>
                  <a:pt x="9441" y="10088"/>
                </a:moveTo>
                <a:cubicBezTo>
                  <a:pt x="9574" y="10288"/>
                  <a:pt x="9708" y="10521"/>
                  <a:pt x="9808" y="10755"/>
                </a:cubicBezTo>
                <a:cubicBezTo>
                  <a:pt x="10541" y="11622"/>
                  <a:pt x="11209" y="12656"/>
                  <a:pt x="11909" y="13657"/>
                </a:cubicBezTo>
                <a:cubicBezTo>
                  <a:pt x="10541" y="15692"/>
                  <a:pt x="9407" y="18027"/>
                  <a:pt x="8607" y="20362"/>
                </a:cubicBezTo>
                <a:cubicBezTo>
                  <a:pt x="6372" y="19661"/>
                  <a:pt x="4204" y="18761"/>
                  <a:pt x="2236" y="17360"/>
                </a:cubicBezTo>
                <a:cubicBezTo>
                  <a:pt x="701" y="16259"/>
                  <a:pt x="1068" y="14424"/>
                  <a:pt x="2636" y="13590"/>
                </a:cubicBezTo>
                <a:cubicBezTo>
                  <a:pt x="3145" y="13302"/>
                  <a:pt x="3697" y="13177"/>
                  <a:pt x="4248" y="13177"/>
                </a:cubicBezTo>
                <a:cubicBezTo>
                  <a:pt x="4781" y="13177"/>
                  <a:pt x="5313" y="13294"/>
                  <a:pt x="5805" y="13490"/>
                </a:cubicBezTo>
                <a:lnTo>
                  <a:pt x="5805" y="13590"/>
                </a:lnTo>
                <a:cubicBezTo>
                  <a:pt x="5842" y="13684"/>
                  <a:pt x="5922" y="13725"/>
                  <a:pt x="6009" y="13725"/>
                </a:cubicBezTo>
                <a:cubicBezTo>
                  <a:pt x="6076" y="13725"/>
                  <a:pt x="6147" y="13701"/>
                  <a:pt x="6205" y="13657"/>
                </a:cubicBezTo>
                <a:cubicBezTo>
                  <a:pt x="6305" y="13657"/>
                  <a:pt x="6472" y="13490"/>
                  <a:pt x="6305" y="13357"/>
                </a:cubicBezTo>
                <a:cubicBezTo>
                  <a:pt x="6272" y="13323"/>
                  <a:pt x="6272" y="13323"/>
                  <a:pt x="6238" y="13323"/>
                </a:cubicBezTo>
                <a:cubicBezTo>
                  <a:pt x="6305" y="11489"/>
                  <a:pt x="7706" y="10255"/>
                  <a:pt x="9441" y="10088"/>
                </a:cubicBezTo>
                <a:close/>
                <a:moveTo>
                  <a:pt x="12405" y="0"/>
                </a:moveTo>
                <a:cubicBezTo>
                  <a:pt x="10464" y="0"/>
                  <a:pt x="8938" y="1351"/>
                  <a:pt x="8307" y="3149"/>
                </a:cubicBezTo>
                <a:cubicBezTo>
                  <a:pt x="7573" y="5284"/>
                  <a:pt x="8173" y="7419"/>
                  <a:pt x="9140" y="9321"/>
                </a:cubicBezTo>
                <a:cubicBezTo>
                  <a:pt x="7406" y="9354"/>
                  <a:pt x="5771" y="11122"/>
                  <a:pt x="5771" y="12923"/>
                </a:cubicBezTo>
                <a:cubicBezTo>
                  <a:pt x="5261" y="12649"/>
                  <a:pt x="4690" y="12521"/>
                  <a:pt x="4117" y="12521"/>
                </a:cubicBezTo>
                <a:cubicBezTo>
                  <a:pt x="2594" y="12521"/>
                  <a:pt x="1052" y="13431"/>
                  <a:pt x="568" y="14958"/>
                </a:cubicBezTo>
                <a:cubicBezTo>
                  <a:pt x="1" y="16759"/>
                  <a:pt x="1435" y="17593"/>
                  <a:pt x="2769" y="18460"/>
                </a:cubicBezTo>
                <a:cubicBezTo>
                  <a:pt x="4571" y="19595"/>
                  <a:pt x="6572" y="20495"/>
                  <a:pt x="8607" y="20962"/>
                </a:cubicBezTo>
                <a:cubicBezTo>
                  <a:pt x="8624" y="20964"/>
                  <a:pt x="8641" y="20965"/>
                  <a:pt x="8657" y="20965"/>
                </a:cubicBezTo>
                <a:cubicBezTo>
                  <a:pt x="8890" y="20965"/>
                  <a:pt x="9003" y="20751"/>
                  <a:pt x="8940" y="20595"/>
                </a:cubicBezTo>
                <a:lnTo>
                  <a:pt x="8974" y="20529"/>
                </a:lnTo>
                <a:cubicBezTo>
                  <a:pt x="10074" y="18360"/>
                  <a:pt x="11142" y="16292"/>
                  <a:pt x="12276" y="14157"/>
                </a:cubicBezTo>
                <a:cubicBezTo>
                  <a:pt x="13544" y="15792"/>
                  <a:pt x="14911" y="17293"/>
                  <a:pt x="16446" y="18594"/>
                </a:cubicBezTo>
                <a:cubicBezTo>
                  <a:pt x="16479" y="18661"/>
                  <a:pt x="16579" y="18761"/>
                  <a:pt x="16646" y="18761"/>
                </a:cubicBezTo>
                <a:lnTo>
                  <a:pt x="16779" y="18761"/>
                </a:lnTo>
                <a:cubicBezTo>
                  <a:pt x="16802" y="18765"/>
                  <a:pt x="16823" y="18767"/>
                  <a:pt x="16845" y="18767"/>
                </a:cubicBezTo>
                <a:cubicBezTo>
                  <a:pt x="16982" y="18767"/>
                  <a:pt x="17097" y="18681"/>
                  <a:pt x="17213" y="18594"/>
                </a:cubicBezTo>
                <a:lnTo>
                  <a:pt x="17280" y="18460"/>
                </a:lnTo>
                <a:cubicBezTo>
                  <a:pt x="17346" y="18360"/>
                  <a:pt x="17313" y="18194"/>
                  <a:pt x="17280" y="18127"/>
                </a:cubicBezTo>
                <a:cubicBezTo>
                  <a:pt x="18914" y="16759"/>
                  <a:pt x="23084" y="11789"/>
                  <a:pt x="23484" y="11289"/>
                </a:cubicBezTo>
                <a:cubicBezTo>
                  <a:pt x="24918" y="9621"/>
                  <a:pt x="27153" y="7286"/>
                  <a:pt x="26886" y="4851"/>
                </a:cubicBezTo>
                <a:cubicBezTo>
                  <a:pt x="26653" y="2983"/>
                  <a:pt x="24985" y="1515"/>
                  <a:pt x="23217" y="1181"/>
                </a:cubicBezTo>
                <a:cubicBezTo>
                  <a:pt x="22938" y="1132"/>
                  <a:pt x="22661" y="1109"/>
                  <a:pt x="22388" y="1109"/>
                </a:cubicBezTo>
                <a:cubicBezTo>
                  <a:pt x="20451" y="1109"/>
                  <a:pt x="18720" y="2296"/>
                  <a:pt x="17580" y="3817"/>
                </a:cubicBezTo>
                <a:cubicBezTo>
                  <a:pt x="16612" y="1915"/>
                  <a:pt x="15045" y="181"/>
                  <a:pt x="12743" y="14"/>
                </a:cubicBezTo>
                <a:cubicBezTo>
                  <a:pt x="12629" y="5"/>
                  <a:pt x="12517" y="0"/>
                  <a:pt x="12405" y="0"/>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lt1"/>
        </a:solidFill>
        <a:effectLst/>
      </p:bgPr>
    </p:bg>
    <p:spTree>
      <p:nvGrpSpPr>
        <p:cNvPr id="1" name="Shape 30"/>
        <p:cNvGrpSpPr/>
        <p:nvPr/>
      </p:nvGrpSpPr>
      <p:grpSpPr>
        <a:xfrm>
          <a:off x="0" y="0"/>
          <a:ext cx="0" cy="0"/>
          <a:chOff x="0" y="0"/>
          <a:chExt cx="0" cy="0"/>
        </a:xfrm>
      </p:grpSpPr>
      <p:sp>
        <p:nvSpPr>
          <p:cNvPr id="31" name="Google Shape;31;p3"/>
          <p:cNvSpPr txBox="1">
            <a:spLocks noGrp="1"/>
          </p:cNvSpPr>
          <p:nvPr>
            <p:ph type="title"/>
          </p:nvPr>
        </p:nvSpPr>
        <p:spPr>
          <a:xfrm>
            <a:off x="2860200" y="3050992"/>
            <a:ext cx="3423600" cy="629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solidFill>
                  <a:schemeClr val="dk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smtClean="0"/>
              <a:t>Click to edit Master title style</a:t>
            </a:r>
            <a:endParaRPr/>
          </a:p>
        </p:txBody>
      </p:sp>
      <p:sp>
        <p:nvSpPr>
          <p:cNvPr id="32" name="Google Shape;32;p3"/>
          <p:cNvSpPr txBox="1">
            <a:spLocks noGrp="1"/>
          </p:cNvSpPr>
          <p:nvPr>
            <p:ph type="title" idx="2" hasCustomPrompt="1"/>
          </p:nvPr>
        </p:nvSpPr>
        <p:spPr>
          <a:xfrm>
            <a:off x="3850375" y="1048277"/>
            <a:ext cx="1443300" cy="138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12600">
                <a:solidFill>
                  <a:schemeClr val="dk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3" name="Google Shape;33;p3"/>
          <p:cNvSpPr txBox="1">
            <a:spLocks noGrp="1"/>
          </p:cNvSpPr>
          <p:nvPr>
            <p:ph type="subTitle" idx="1"/>
          </p:nvPr>
        </p:nvSpPr>
        <p:spPr>
          <a:xfrm>
            <a:off x="2948550" y="3767008"/>
            <a:ext cx="3246900" cy="40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solidFill>
                  <a:schemeClr val="dk1"/>
                </a:solidFill>
                <a:latin typeface="Barlow"/>
                <a:ea typeface="Barlow"/>
                <a:cs typeface="Barlow"/>
                <a:sym typeface="Barlow"/>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34" name="Google Shape;34;p3"/>
          <p:cNvSpPr/>
          <p:nvPr/>
        </p:nvSpPr>
        <p:spPr>
          <a:xfrm>
            <a:off x="6694626" y="-520050"/>
            <a:ext cx="926100" cy="952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1200262" y="2449900"/>
            <a:ext cx="1741800" cy="2093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523351" y="-263273"/>
            <a:ext cx="926025" cy="952049"/>
          </a:xfrm>
          <a:custGeom>
            <a:avLst/>
            <a:gdLst/>
            <a:ahLst/>
            <a:cxnLst/>
            <a:rect l="l" t="t" r="r" b="b"/>
            <a:pathLst>
              <a:path w="4165" h="4282" extrusionOk="0">
                <a:moveTo>
                  <a:pt x="3241" y="294"/>
                </a:moveTo>
                <a:cubicBezTo>
                  <a:pt x="3377" y="430"/>
                  <a:pt x="3543" y="566"/>
                  <a:pt x="3665" y="717"/>
                </a:cubicBezTo>
                <a:cubicBezTo>
                  <a:pt x="3710" y="793"/>
                  <a:pt x="3604" y="884"/>
                  <a:pt x="3528" y="975"/>
                </a:cubicBezTo>
                <a:cubicBezTo>
                  <a:pt x="3226" y="1338"/>
                  <a:pt x="2938" y="1702"/>
                  <a:pt x="2650" y="2050"/>
                </a:cubicBezTo>
                <a:cubicBezTo>
                  <a:pt x="2620" y="2110"/>
                  <a:pt x="2696" y="2231"/>
                  <a:pt x="2771" y="2307"/>
                </a:cubicBezTo>
                <a:cubicBezTo>
                  <a:pt x="3104" y="2610"/>
                  <a:pt x="3453" y="2928"/>
                  <a:pt x="3786" y="3231"/>
                </a:cubicBezTo>
                <a:cubicBezTo>
                  <a:pt x="3892" y="3306"/>
                  <a:pt x="3861" y="3337"/>
                  <a:pt x="3786" y="3397"/>
                </a:cubicBezTo>
                <a:cubicBezTo>
                  <a:pt x="3619" y="3518"/>
                  <a:pt x="3589" y="3791"/>
                  <a:pt x="3316" y="3791"/>
                </a:cubicBezTo>
                <a:cubicBezTo>
                  <a:pt x="3165" y="3745"/>
                  <a:pt x="3029" y="3715"/>
                  <a:pt x="2908" y="3488"/>
                </a:cubicBezTo>
                <a:cubicBezTo>
                  <a:pt x="2756" y="3155"/>
                  <a:pt x="2408" y="2943"/>
                  <a:pt x="2090" y="2731"/>
                </a:cubicBezTo>
                <a:cubicBezTo>
                  <a:pt x="2074" y="2721"/>
                  <a:pt x="2057" y="2717"/>
                  <a:pt x="2041" y="2717"/>
                </a:cubicBezTo>
                <a:cubicBezTo>
                  <a:pt x="1983" y="2717"/>
                  <a:pt x="1929" y="2771"/>
                  <a:pt x="1893" y="2807"/>
                </a:cubicBezTo>
                <a:cubicBezTo>
                  <a:pt x="1621" y="3231"/>
                  <a:pt x="1136" y="3518"/>
                  <a:pt x="939" y="3988"/>
                </a:cubicBezTo>
                <a:cubicBezTo>
                  <a:pt x="911" y="4026"/>
                  <a:pt x="877" y="4058"/>
                  <a:pt x="836" y="4058"/>
                </a:cubicBezTo>
                <a:cubicBezTo>
                  <a:pt x="812" y="4058"/>
                  <a:pt x="786" y="4046"/>
                  <a:pt x="758" y="4018"/>
                </a:cubicBezTo>
                <a:cubicBezTo>
                  <a:pt x="606" y="3897"/>
                  <a:pt x="455" y="3761"/>
                  <a:pt x="334" y="3609"/>
                </a:cubicBezTo>
                <a:cubicBezTo>
                  <a:pt x="213" y="3473"/>
                  <a:pt x="364" y="3321"/>
                  <a:pt x="425" y="3291"/>
                </a:cubicBezTo>
                <a:cubicBezTo>
                  <a:pt x="652" y="3140"/>
                  <a:pt x="652" y="2837"/>
                  <a:pt x="879" y="2701"/>
                </a:cubicBezTo>
                <a:cubicBezTo>
                  <a:pt x="1030" y="2610"/>
                  <a:pt x="1045" y="2413"/>
                  <a:pt x="1197" y="2322"/>
                </a:cubicBezTo>
                <a:cubicBezTo>
                  <a:pt x="1394" y="2201"/>
                  <a:pt x="1333" y="2004"/>
                  <a:pt x="1212" y="1898"/>
                </a:cubicBezTo>
                <a:cubicBezTo>
                  <a:pt x="939" y="1671"/>
                  <a:pt x="803" y="1323"/>
                  <a:pt x="425" y="1202"/>
                </a:cubicBezTo>
                <a:cubicBezTo>
                  <a:pt x="334" y="1187"/>
                  <a:pt x="258" y="960"/>
                  <a:pt x="425" y="839"/>
                </a:cubicBezTo>
                <a:cubicBezTo>
                  <a:pt x="515" y="793"/>
                  <a:pt x="606" y="733"/>
                  <a:pt x="667" y="611"/>
                </a:cubicBezTo>
                <a:cubicBezTo>
                  <a:pt x="710" y="540"/>
                  <a:pt x="739" y="428"/>
                  <a:pt x="818" y="428"/>
                </a:cubicBezTo>
                <a:cubicBezTo>
                  <a:pt x="823" y="428"/>
                  <a:pt x="828" y="429"/>
                  <a:pt x="833" y="430"/>
                </a:cubicBezTo>
                <a:cubicBezTo>
                  <a:pt x="909" y="445"/>
                  <a:pt x="985" y="566"/>
                  <a:pt x="1030" y="657"/>
                </a:cubicBezTo>
                <a:cubicBezTo>
                  <a:pt x="1242" y="1035"/>
                  <a:pt x="1575" y="1293"/>
                  <a:pt x="1878" y="1565"/>
                </a:cubicBezTo>
                <a:cubicBezTo>
                  <a:pt x="1903" y="1585"/>
                  <a:pt x="1928" y="1593"/>
                  <a:pt x="1953" y="1593"/>
                </a:cubicBezTo>
                <a:cubicBezTo>
                  <a:pt x="2061" y="1593"/>
                  <a:pt x="2159" y="1430"/>
                  <a:pt x="2196" y="1368"/>
                </a:cubicBezTo>
                <a:cubicBezTo>
                  <a:pt x="2499" y="990"/>
                  <a:pt x="2862" y="672"/>
                  <a:pt x="3210" y="339"/>
                </a:cubicBezTo>
                <a:lnTo>
                  <a:pt x="3241" y="294"/>
                </a:lnTo>
                <a:close/>
                <a:moveTo>
                  <a:pt x="3312" y="0"/>
                </a:moveTo>
                <a:cubicBezTo>
                  <a:pt x="3240" y="0"/>
                  <a:pt x="3166" y="42"/>
                  <a:pt x="3104" y="97"/>
                </a:cubicBezTo>
                <a:cubicBezTo>
                  <a:pt x="2786" y="400"/>
                  <a:pt x="2469" y="733"/>
                  <a:pt x="2196" y="1096"/>
                </a:cubicBezTo>
                <a:cubicBezTo>
                  <a:pt x="2119" y="1207"/>
                  <a:pt x="2036" y="1258"/>
                  <a:pt x="1954" y="1258"/>
                </a:cubicBezTo>
                <a:cubicBezTo>
                  <a:pt x="1858" y="1258"/>
                  <a:pt x="1763" y="1188"/>
                  <a:pt x="1681" y="1066"/>
                </a:cubicBezTo>
                <a:cubicBezTo>
                  <a:pt x="1560" y="854"/>
                  <a:pt x="1424" y="672"/>
                  <a:pt x="1288" y="475"/>
                </a:cubicBezTo>
                <a:cubicBezTo>
                  <a:pt x="1178" y="311"/>
                  <a:pt x="1041" y="223"/>
                  <a:pt x="909" y="223"/>
                </a:cubicBezTo>
                <a:cubicBezTo>
                  <a:pt x="823" y="223"/>
                  <a:pt x="739" y="261"/>
                  <a:pt x="667" y="339"/>
                </a:cubicBezTo>
                <a:cubicBezTo>
                  <a:pt x="531" y="460"/>
                  <a:pt x="425" y="581"/>
                  <a:pt x="334" y="733"/>
                </a:cubicBezTo>
                <a:cubicBezTo>
                  <a:pt x="198" y="945"/>
                  <a:pt x="1" y="1141"/>
                  <a:pt x="349" y="1399"/>
                </a:cubicBezTo>
                <a:cubicBezTo>
                  <a:pt x="606" y="1580"/>
                  <a:pt x="803" y="1868"/>
                  <a:pt x="1045" y="2095"/>
                </a:cubicBezTo>
                <a:cubicBezTo>
                  <a:pt x="1136" y="2171"/>
                  <a:pt x="1136" y="2156"/>
                  <a:pt x="1061" y="2247"/>
                </a:cubicBezTo>
                <a:cubicBezTo>
                  <a:pt x="803" y="2565"/>
                  <a:pt x="531" y="2867"/>
                  <a:pt x="304" y="3216"/>
                </a:cubicBezTo>
                <a:cubicBezTo>
                  <a:pt x="228" y="3321"/>
                  <a:pt x="61" y="3443"/>
                  <a:pt x="76" y="3624"/>
                </a:cubicBezTo>
                <a:cubicBezTo>
                  <a:pt x="31" y="3791"/>
                  <a:pt x="152" y="3851"/>
                  <a:pt x="213" y="3942"/>
                </a:cubicBezTo>
                <a:cubicBezTo>
                  <a:pt x="472" y="4164"/>
                  <a:pt x="608" y="4281"/>
                  <a:pt x="730" y="4281"/>
                </a:cubicBezTo>
                <a:cubicBezTo>
                  <a:pt x="859" y="4281"/>
                  <a:pt x="972" y="4153"/>
                  <a:pt x="1197" y="3882"/>
                </a:cubicBezTo>
                <a:cubicBezTo>
                  <a:pt x="1439" y="3579"/>
                  <a:pt x="1833" y="3427"/>
                  <a:pt x="1984" y="3034"/>
                </a:cubicBezTo>
                <a:cubicBezTo>
                  <a:pt x="2009" y="3008"/>
                  <a:pt x="2030" y="2988"/>
                  <a:pt x="2054" y="2988"/>
                </a:cubicBezTo>
                <a:cubicBezTo>
                  <a:pt x="2073" y="2988"/>
                  <a:pt x="2094" y="3001"/>
                  <a:pt x="2120" y="3034"/>
                </a:cubicBezTo>
                <a:cubicBezTo>
                  <a:pt x="2423" y="3458"/>
                  <a:pt x="2817" y="3761"/>
                  <a:pt x="3195" y="4094"/>
                </a:cubicBezTo>
                <a:cubicBezTo>
                  <a:pt x="3236" y="4134"/>
                  <a:pt x="3310" y="4188"/>
                  <a:pt x="3363" y="4188"/>
                </a:cubicBezTo>
                <a:cubicBezTo>
                  <a:pt x="3390" y="4188"/>
                  <a:pt x="3412" y="4174"/>
                  <a:pt x="3422" y="4139"/>
                </a:cubicBezTo>
                <a:cubicBezTo>
                  <a:pt x="3498" y="3988"/>
                  <a:pt x="3634" y="3927"/>
                  <a:pt x="3755" y="3851"/>
                </a:cubicBezTo>
                <a:cubicBezTo>
                  <a:pt x="4134" y="3564"/>
                  <a:pt x="4164" y="3306"/>
                  <a:pt x="3831" y="2988"/>
                </a:cubicBezTo>
                <a:cubicBezTo>
                  <a:pt x="3543" y="2731"/>
                  <a:pt x="3256" y="2504"/>
                  <a:pt x="2968" y="2262"/>
                </a:cubicBezTo>
                <a:cubicBezTo>
                  <a:pt x="2817" y="2125"/>
                  <a:pt x="2847" y="1944"/>
                  <a:pt x="2998" y="1898"/>
                </a:cubicBezTo>
                <a:cubicBezTo>
                  <a:pt x="3150" y="1868"/>
                  <a:pt x="3180" y="1777"/>
                  <a:pt x="3195" y="1671"/>
                </a:cubicBezTo>
                <a:cubicBezTo>
                  <a:pt x="3241" y="1535"/>
                  <a:pt x="3362" y="1414"/>
                  <a:pt x="3407" y="1399"/>
                </a:cubicBezTo>
                <a:cubicBezTo>
                  <a:pt x="3649" y="1293"/>
                  <a:pt x="3710" y="1035"/>
                  <a:pt x="3861" y="884"/>
                </a:cubicBezTo>
                <a:cubicBezTo>
                  <a:pt x="4058" y="717"/>
                  <a:pt x="3922" y="505"/>
                  <a:pt x="3771" y="400"/>
                </a:cubicBezTo>
                <a:cubicBezTo>
                  <a:pt x="3649" y="339"/>
                  <a:pt x="3559" y="233"/>
                  <a:pt x="3498" y="142"/>
                </a:cubicBezTo>
                <a:cubicBezTo>
                  <a:pt x="3446" y="39"/>
                  <a:pt x="3380" y="0"/>
                  <a:pt x="3312"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7994026" y="1214759"/>
            <a:ext cx="526822" cy="490315"/>
          </a:xfrm>
          <a:custGeom>
            <a:avLst/>
            <a:gdLst/>
            <a:ahLst/>
            <a:cxnLst/>
            <a:rect l="l" t="t" r="r" b="b"/>
            <a:pathLst>
              <a:path w="4316" h="4017" extrusionOk="0">
                <a:moveTo>
                  <a:pt x="3463" y="470"/>
                </a:moveTo>
                <a:cubicBezTo>
                  <a:pt x="3497" y="470"/>
                  <a:pt x="3539" y="489"/>
                  <a:pt x="3588" y="539"/>
                </a:cubicBezTo>
                <a:cubicBezTo>
                  <a:pt x="3679" y="630"/>
                  <a:pt x="3755" y="781"/>
                  <a:pt x="3921" y="842"/>
                </a:cubicBezTo>
                <a:cubicBezTo>
                  <a:pt x="3982" y="857"/>
                  <a:pt x="3937" y="917"/>
                  <a:pt x="3906" y="932"/>
                </a:cubicBezTo>
                <a:cubicBezTo>
                  <a:pt x="3604" y="1099"/>
                  <a:pt x="3437" y="1402"/>
                  <a:pt x="3225" y="1659"/>
                </a:cubicBezTo>
                <a:cubicBezTo>
                  <a:pt x="3164" y="1720"/>
                  <a:pt x="3074" y="1780"/>
                  <a:pt x="3013" y="1826"/>
                </a:cubicBezTo>
                <a:cubicBezTo>
                  <a:pt x="2831" y="1977"/>
                  <a:pt x="2771" y="2234"/>
                  <a:pt x="2574" y="2371"/>
                </a:cubicBezTo>
                <a:cubicBezTo>
                  <a:pt x="2483" y="2431"/>
                  <a:pt x="2453" y="2507"/>
                  <a:pt x="2392" y="2583"/>
                </a:cubicBezTo>
                <a:cubicBezTo>
                  <a:pt x="2241" y="2764"/>
                  <a:pt x="2074" y="2961"/>
                  <a:pt x="1923" y="3173"/>
                </a:cubicBezTo>
                <a:cubicBezTo>
                  <a:pt x="1802" y="3325"/>
                  <a:pt x="1650" y="3476"/>
                  <a:pt x="1560" y="3658"/>
                </a:cubicBezTo>
                <a:cubicBezTo>
                  <a:pt x="1348" y="3370"/>
                  <a:pt x="1136" y="3143"/>
                  <a:pt x="969" y="2916"/>
                </a:cubicBezTo>
                <a:cubicBezTo>
                  <a:pt x="818" y="2673"/>
                  <a:pt x="682" y="2401"/>
                  <a:pt x="560" y="2159"/>
                </a:cubicBezTo>
                <a:cubicBezTo>
                  <a:pt x="500" y="2068"/>
                  <a:pt x="560" y="1947"/>
                  <a:pt x="651" y="1901"/>
                </a:cubicBezTo>
                <a:cubicBezTo>
                  <a:pt x="757" y="1826"/>
                  <a:pt x="863" y="1705"/>
                  <a:pt x="954" y="1599"/>
                </a:cubicBezTo>
                <a:lnTo>
                  <a:pt x="1181" y="1932"/>
                </a:lnTo>
                <a:cubicBezTo>
                  <a:pt x="1333" y="2144"/>
                  <a:pt x="1484" y="2325"/>
                  <a:pt x="1650" y="2507"/>
                </a:cubicBezTo>
                <a:cubicBezTo>
                  <a:pt x="1685" y="2530"/>
                  <a:pt x="1702" y="2562"/>
                  <a:pt x="1722" y="2562"/>
                </a:cubicBezTo>
                <a:cubicBezTo>
                  <a:pt x="1728" y="2562"/>
                  <a:pt x="1734" y="2559"/>
                  <a:pt x="1741" y="2552"/>
                </a:cubicBezTo>
                <a:cubicBezTo>
                  <a:pt x="1923" y="2507"/>
                  <a:pt x="2029" y="2401"/>
                  <a:pt x="2120" y="2250"/>
                </a:cubicBezTo>
                <a:cubicBezTo>
                  <a:pt x="2241" y="2083"/>
                  <a:pt x="2302" y="1841"/>
                  <a:pt x="2423" y="1780"/>
                </a:cubicBezTo>
                <a:cubicBezTo>
                  <a:pt x="2619" y="1705"/>
                  <a:pt x="2604" y="1523"/>
                  <a:pt x="2710" y="1417"/>
                </a:cubicBezTo>
                <a:cubicBezTo>
                  <a:pt x="2724" y="1390"/>
                  <a:pt x="2725" y="1339"/>
                  <a:pt x="2779" y="1339"/>
                </a:cubicBezTo>
                <a:cubicBezTo>
                  <a:pt x="2786" y="1339"/>
                  <a:pt x="2793" y="1340"/>
                  <a:pt x="2801" y="1341"/>
                </a:cubicBezTo>
                <a:cubicBezTo>
                  <a:pt x="2812" y="1348"/>
                  <a:pt x="2822" y="1351"/>
                  <a:pt x="2831" y="1351"/>
                </a:cubicBezTo>
                <a:cubicBezTo>
                  <a:pt x="2859" y="1351"/>
                  <a:pt x="2877" y="1322"/>
                  <a:pt x="2877" y="1311"/>
                </a:cubicBezTo>
                <a:cubicBezTo>
                  <a:pt x="2953" y="1008"/>
                  <a:pt x="3301" y="872"/>
                  <a:pt x="3376" y="554"/>
                </a:cubicBezTo>
                <a:cubicBezTo>
                  <a:pt x="3385" y="509"/>
                  <a:pt x="3415" y="470"/>
                  <a:pt x="3463" y="470"/>
                </a:cubicBezTo>
                <a:close/>
                <a:moveTo>
                  <a:pt x="3510" y="1"/>
                </a:moveTo>
                <a:cubicBezTo>
                  <a:pt x="3454" y="1"/>
                  <a:pt x="3405" y="20"/>
                  <a:pt x="3392" y="54"/>
                </a:cubicBezTo>
                <a:cubicBezTo>
                  <a:pt x="3331" y="175"/>
                  <a:pt x="3225" y="236"/>
                  <a:pt x="3164" y="327"/>
                </a:cubicBezTo>
                <a:cubicBezTo>
                  <a:pt x="3013" y="554"/>
                  <a:pt x="2801" y="720"/>
                  <a:pt x="2635" y="948"/>
                </a:cubicBezTo>
                <a:cubicBezTo>
                  <a:pt x="2498" y="1099"/>
                  <a:pt x="2392" y="1296"/>
                  <a:pt x="2241" y="1417"/>
                </a:cubicBezTo>
                <a:cubicBezTo>
                  <a:pt x="2044" y="1599"/>
                  <a:pt x="1953" y="1826"/>
                  <a:pt x="1787" y="2007"/>
                </a:cubicBezTo>
                <a:cubicBezTo>
                  <a:pt x="1721" y="2074"/>
                  <a:pt x="1669" y="2108"/>
                  <a:pt x="1627" y="2108"/>
                </a:cubicBezTo>
                <a:cubicBezTo>
                  <a:pt x="1572" y="2108"/>
                  <a:pt x="1533" y="2051"/>
                  <a:pt x="1499" y="1932"/>
                </a:cubicBezTo>
                <a:cubicBezTo>
                  <a:pt x="1499" y="1901"/>
                  <a:pt x="1484" y="1841"/>
                  <a:pt x="1439" y="1795"/>
                </a:cubicBezTo>
                <a:cubicBezTo>
                  <a:pt x="1333" y="1644"/>
                  <a:pt x="1211" y="1523"/>
                  <a:pt x="1196" y="1326"/>
                </a:cubicBezTo>
                <a:cubicBezTo>
                  <a:pt x="1183" y="1234"/>
                  <a:pt x="1090" y="1154"/>
                  <a:pt x="997" y="1154"/>
                </a:cubicBezTo>
                <a:cubicBezTo>
                  <a:pt x="982" y="1154"/>
                  <a:pt x="968" y="1155"/>
                  <a:pt x="954" y="1160"/>
                </a:cubicBezTo>
                <a:cubicBezTo>
                  <a:pt x="591" y="1250"/>
                  <a:pt x="409" y="1614"/>
                  <a:pt x="106" y="1795"/>
                </a:cubicBezTo>
                <a:lnTo>
                  <a:pt x="106" y="1841"/>
                </a:lnTo>
                <a:cubicBezTo>
                  <a:pt x="0" y="2022"/>
                  <a:pt x="121" y="2174"/>
                  <a:pt x="197" y="2325"/>
                </a:cubicBezTo>
                <a:cubicBezTo>
                  <a:pt x="409" y="2689"/>
                  <a:pt x="621" y="3037"/>
                  <a:pt x="863" y="3400"/>
                </a:cubicBezTo>
                <a:cubicBezTo>
                  <a:pt x="999" y="3642"/>
                  <a:pt x="1272" y="3794"/>
                  <a:pt x="1484" y="3976"/>
                </a:cubicBezTo>
                <a:cubicBezTo>
                  <a:pt x="1513" y="4005"/>
                  <a:pt x="1544" y="4017"/>
                  <a:pt x="1574" y="4017"/>
                </a:cubicBezTo>
                <a:cubicBezTo>
                  <a:pt x="1653" y="4017"/>
                  <a:pt x="1732" y="3935"/>
                  <a:pt x="1787" y="3870"/>
                </a:cubicBezTo>
                <a:cubicBezTo>
                  <a:pt x="1968" y="3627"/>
                  <a:pt x="2196" y="3400"/>
                  <a:pt x="2377" y="3128"/>
                </a:cubicBezTo>
                <a:cubicBezTo>
                  <a:pt x="2453" y="3022"/>
                  <a:pt x="2544" y="2885"/>
                  <a:pt x="2619" y="2810"/>
                </a:cubicBezTo>
                <a:cubicBezTo>
                  <a:pt x="2801" y="2583"/>
                  <a:pt x="3043" y="2416"/>
                  <a:pt x="3164" y="2113"/>
                </a:cubicBezTo>
                <a:cubicBezTo>
                  <a:pt x="3164" y="2083"/>
                  <a:pt x="3180" y="2083"/>
                  <a:pt x="3180" y="2083"/>
                </a:cubicBezTo>
                <a:cubicBezTo>
                  <a:pt x="3482" y="1977"/>
                  <a:pt x="3588" y="1674"/>
                  <a:pt x="3785" y="1477"/>
                </a:cubicBezTo>
                <a:cubicBezTo>
                  <a:pt x="3997" y="1296"/>
                  <a:pt x="4073" y="1023"/>
                  <a:pt x="4300" y="857"/>
                </a:cubicBezTo>
                <a:cubicBezTo>
                  <a:pt x="4315" y="857"/>
                  <a:pt x="4315" y="826"/>
                  <a:pt x="4315" y="796"/>
                </a:cubicBezTo>
                <a:cubicBezTo>
                  <a:pt x="4302" y="757"/>
                  <a:pt x="4300" y="717"/>
                  <a:pt x="4261" y="717"/>
                </a:cubicBezTo>
                <a:cubicBezTo>
                  <a:pt x="4255" y="717"/>
                  <a:pt x="4248" y="718"/>
                  <a:pt x="4239" y="720"/>
                </a:cubicBezTo>
                <a:cubicBezTo>
                  <a:pt x="4103" y="463"/>
                  <a:pt x="3876" y="281"/>
                  <a:pt x="3694" y="85"/>
                </a:cubicBezTo>
                <a:cubicBezTo>
                  <a:pt x="3653" y="27"/>
                  <a:pt x="3577" y="1"/>
                  <a:pt x="3510" y="1"/>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6694625" y="-592324"/>
            <a:ext cx="1133278" cy="1096721"/>
          </a:xfrm>
          <a:custGeom>
            <a:avLst/>
            <a:gdLst/>
            <a:ahLst/>
            <a:cxnLst/>
            <a:rect l="l" t="t" r="r" b="b"/>
            <a:pathLst>
              <a:path w="7237" h="7004" extrusionOk="0">
                <a:moveTo>
                  <a:pt x="3422" y="435"/>
                </a:moveTo>
                <a:cubicBezTo>
                  <a:pt x="3533" y="435"/>
                  <a:pt x="3644" y="462"/>
                  <a:pt x="3755" y="462"/>
                </a:cubicBezTo>
                <a:cubicBezTo>
                  <a:pt x="4133" y="477"/>
                  <a:pt x="4512" y="522"/>
                  <a:pt x="4860" y="689"/>
                </a:cubicBezTo>
                <a:cubicBezTo>
                  <a:pt x="5193" y="840"/>
                  <a:pt x="5450" y="1128"/>
                  <a:pt x="5708" y="1385"/>
                </a:cubicBezTo>
                <a:cubicBezTo>
                  <a:pt x="5905" y="1597"/>
                  <a:pt x="6071" y="1809"/>
                  <a:pt x="6223" y="2052"/>
                </a:cubicBezTo>
                <a:cubicBezTo>
                  <a:pt x="6374" y="2294"/>
                  <a:pt x="6540" y="2566"/>
                  <a:pt x="6601" y="2884"/>
                </a:cubicBezTo>
                <a:cubicBezTo>
                  <a:pt x="6677" y="3369"/>
                  <a:pt x="6662" y="3853"/>
                  <a:pt x="6540" y="4322"/>
                </a:cubicBezTo>
                <a:cubicBezTo>
                  <a:pt x="6465" y="4565"/>
                  <a:pt x="6329" y="4822"/>
                  <a:pt x="6162" y="5049"/>
                </a:cubicBezTo>
                <a:cubicBezTo>
                  <a:pt x="6026" y="5231"/>
                  <a:pt x="5874" y="5382"/>
                  <a:pt x="5783" y="5594"/>
                </a:cubicBezTo>
                <a:cubicBezTo>
                  <a:pt x="5753" y="5700"/>
                  <a:pt x="5617" y="5730"/>
                  <a:pt x="5541" y="5806"/>
                </a:cubicBezTo>
                <a:cubicBezTo>
                  <a:pt x="5329" y="5988"/>
                  <a:pt x="5087" y="6154"/>
                  <a:pt x="4830" y="6276"/>
                </a:cubicBezTo>
                <a:cubicBezTo>
                  <a:pt x="4572" y="6366"/>
                  <a:pt x="4345" y="6427"/>
                  <a:pt x="4088" y="6457"/>
                </a:cubicBezTo>
                <a:cubicBezTo>
                  <a:pt x="3785" y="6503"/>
                  <a:pt x="3482" y="6563"/>
                  <a:pt x="3164" y="6563"/>
                </a:cubicBezTo>
                <a:cubicBezTo>
                  <a:pt x="2831" y="6563"/>
                  <a:pt x="2528" y="6442"/>
                  <a:pt x="2211" y="6427"/>
                </a:cubicBezTo>
                <a:cubicBezTo>
                  <a:pt x="2059" y="6397"/>
                  <a:pt x="1893" y="6245"/>
                  <a:pt x="1771" y="6124"/>
                </a:cubicBezTo>
                <a:cubicBezTo>
                  <a:pt x="1590" y="5912"/>
                  <a:pt x="1393" y="5685"/>
                  <a:pt x="1211" y="5473"/>
                </a:cubicBezTo>
                <a:cubicBezTo>
                  <a:pt x="1060" y="5307"/>
                  <a:pt x="924" y="5140"/>
                  <a:pt x="833" y="4928"/>
                </a:cubicBezTo>
                <a:cubicBezTo>
                  <a:pt x="636" y="4550"/>
                  <a:pt x="454" y="4156"/>
                  <a:pt x="439" y="3702"/>
                </a:cubicBezTo>
                <a:cubicBezTo>
                  <a:pt x="439" y="3429"/>
                  <a:pt x="515" y="3157"/>
                  <a:pt x="560" y="2884"/>
                </a:cubicBezTo>
                <a:cubicBezTo>
                  <a:pt x="651" y="2581"/>
                  <a:pt x="772" y="2263"/>
                  <a:pt x="984" y="1991"/>
                </a:cubicBezTo>
                <a:cubicBezTo>
                  <a:pt x="1181" y="1734"/>
                  <a:pt x="1378" y="1416"/>
                  <a:pt x="1681" y="1204"/>
                </a:cubicBezTo>
                <a:cubicBezTo>
                  <a:pt x="1817" y="1113"/>
                  <a:pt x="1908" y="977"/>
                  <a:pt x="2059" y="901"/>
                </a:cubicBezTo>
                <a:cubicBezTo>
                  <a:pt x="2271" y="780"/>
                  <a:pt x="2468" y="674"/>
                  <a:pt x="2725" y="613"/>
                </a:cubicBezTo>
                <a:cubicBezTo>
                  <a:pt x="2907" y="583"/>
                  <a:pt x="3073" y="538"/>
                  <a:pt x="3255" y="462"/>
                </a:cubicBezTo>
                <a:cubicBezTo>
                  <a:pt x="3311" y="442"/>
                  <a:pt x="3366" y="435"/>
                  <a:pt x="3422" y="435"/>
                </a:cubicBezTo>
                <a:close/>
                <a:moveTo>
                  <a:pt x="3596" y="1"/>
                </a:moveTo>
                <a:cubicBezTo>
                  <a:pt x="3578" y="1"/>
                  <a:pt x="3560" y="3"/>
                  <a:pt x="3543" y="8"/>
                </a:cubicBezTo>
                <a:cubicBezTo>
                  <a:pt x="3331" y="83"/>
                  <a:pt x="3119" y="23"/>
                  <a:pt x="2937" y="98"/>
                </a:cubicBezTo>
                <a:cubicBezTo>
                  <a:pt x="2916" y="82"/>
                  <a:pt x="2896" y="78"/>
                  <a:pt x="2879" y="78"/>
                </a:cubicBezTo>
                <a:cubicBezTo>
                  <a:pt x="2856" y="78"/>
                  <a:pt x="2837" y="87"/>
                  <a:pt x="2825" y="87"/>
                </a:cubicBezTo>
                <a:cubicBezTo>
                  <a:pt x="2822" y="87"/>
                  <a:pt x="2818" y="86"/>
                  <a:pt x="2816" y="83"/>
                </a:cubicBezTo>
                <a:cubicBezTo>
                  <a:pt x="2680" y="144"/>
                  <a:pt x="2574" y="235"/>
                  <a:pt x="2438" y="280"/>
                </a:cubicBezTo>
                <a:cubicBezTo>
                  <a:pt x="2044" y="386"/>
                  <a:pt x="1711" y="628"/>
                  <a:pt x="1408" y="901"/>
                </a:cubicBezTo>
                <a:cubicBezTo>
                  <a:pt x="1090" y="1189"/>
                  <a:pt x="803" y="1506"/>
                  <a:pt x="575" y="1870"/>
                </a:cubicBezTo>
                <a:cubicBezTo>
                  <a:pt x="333" y="2263"/>
                  <a:pt x="242" y="2718"/>
                  <a:pt x="106" y="3157"/>
                </a:cubicBezTo>
                <a:cubicBezTo>
                  <a:pt x="0" y="3550"/>
                  <a:pt x="151" y="3929"/>
                  <a:pt x="227" y="4322"/>
                </a:cubicBezTo>
                <a:cubicBezTo>
                  <a:pt x="242" y="4474"/>
                  <a:pt x="318" y="4595"/>
                  <a:pt x="348" y="4701"/>
                </a:cubicBezTo>
                <a:cubicBezTo>
                  <a:pt x="424" y="4913"/>
                  <a:pt x="469" y="5125"/>
                  <a:pt x="651" y="5276"/>
                </a:cubicBezTo>
                <a:cubicBezTo>
                  <a:pt x="712" y="5307"/>
                  <a:pt x="772" y="5367"/>
                  <a:pt x="757" y="5443"/>
                </a:cubicBezTo>
                <a:cubicBezTo>
                  <a:pt x="727" y="5534"/>
                  <a:pt x="772" y="5579"/>
                  <a:pt x="848" y="5579"/>
                </a:cubicBezTo>
                <a:cubicBezTo>
                  <a:pt x="924" y="5579"/>
                  <a:pt x="939" y="5640"/>
                  <a:pt x="954" y="5700"/>
                </a:cubicBezTo>
                <a:cubicBezTo>
                  <a:pt x="1090" y="6003"/>
                  <a:pt x="1317" y="6230"/>
                  <a:pt x="1559" y="6427"/>
                </a:cubicBezTo>
                <a:cubicBezTo>
                  <a:pt x="1756" y="6563"/>
                  <a:pt x="1983" y="6669"/>
                  <a:pt x="2226" y="6745"/>
                </a:cubicBezTo>
                <a:cubicBezTo>
                  <a:pt x="2498" y="6821"/>
                  <a:pt x="2756" y="6942"/>
                  <a:pt x="3043" y="6957"/>
                </a:cubicBezTo>
                <a:cubicBezTo>
                  <a:pt x="3210" y="6968"/>
                  <a:pt x="3377" y="7004"/>
                  <a:pt x="3539" y="7004"/>
                </a:cubicBezTo>
                <a:cubicBezTo>
                  <a:pt x="3596" y="7004"/>
                  <a:pt x="3653" y="6999"/>
                  <a:pt x="3709" y="6987"/>
                </a:cubicBezTo>
                <a:cubicBezTo>
                  <a:pt x="4254" y="6896"/>
                  <a:pt x="4845" y="6836"/>
                  <a:pt x="5329" y="6518"/>
                </a:cubicBezTo>
                <a:cubicBezTo>
                  <a:pt x="5556" y="6382"/>
                  <a:pt x="5783" y="6260"/>
                  <a:pt x="5950" y="6064"/>
                </a:cubicBezTo>
                <a:cubicBezTo>
                  <a:pt x="6147" y="5882"/>
                  <a:pt x="6283" y="5655"/>
                  <a:pt x="6435" y="5443"/>
                </a:cubicBezTo>
                <a:cubicBezTo>
                  <a:pt x="6465" y="5382"/>
                  <a:pt x="6480" y="5261"/>
                  <a:pt x="6540" y="5231"/>
                </a:cubicBezTo>
                <a:cubicBezTo>
                  <a:pt x="6752" y="5064"/>
                  <a:pt x="6889" y="4792"/>
                  <a:pt x="6964" y="4565"/>
                </a:cubicBezTo>
                <a:cubicBezTo>
                  <a:pt x="7146" y="4020"/>
                  <a:pt x="7237" y="3444"/>
                  <a:pt x="7101" y="2839"/>
                </a:cubicBezTo>
                <a:cubicBezTo>
                  <a:pt x="7040" y="2597"/>
                  <a:pt x="6964" y="2339"/>
                  <a:pt x="6889" y="2112"/>
                </a:cubicBezTo>
                <a:cubicBezTo>
                  <a:pt x="6813" y="1840"/>
                  <a:pt x="6586" y="1612"/>
                  <a:pt x="6419" y="1385"/>
                </a:cubicBezTo>
                <a:cubicBezTo>
                  <a:pt x="6132" y="1037"/>
                  <a:pt x="5753" y="795"/>
                  <a:pt x="5390" y="538"/>
                </a:cubicBezTo>
                <a:cubicBezTo>
                  <a:pt x="5163" y="386"/>
                  <a:pt x="4921" y="295"/>
                  <a:pt x="4678" y="220"/>
                </a:cubicBezTo>
                <a:cubicBezTo>
                  <a:pt x="4481" y="159"/>
                  <a:pt x="4345" y="53"/>
                  <a:pt x="4148" y="53"/>
                </a:cubicBezTo>
                <a:cubicBezTo>
                  <a:pt x="4069" y="53"/>
                  <a:pt x="3998" y="79"/>
                  <a:pt x="3923" y="79"/>
                </a:cubicBezTo>
                <a:cubicBezTo>
                  <a:pt x="3898" y="79"/>
                  <a:pt x="3872" y="76"/>
                  <a:pt x="3846" y="68"/>
                </a:cubicBezTo>
                <a:cubicBezTo>
                  <a:pt x="3782" y="56"/>
                  <a:pt x="3687" y="1"/>
                  <a:pt x="3596" y="1"/>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rot="10800000" flipH="1">
            <a:off x="7446900" y="2801025"/>
            <a:ext cx="2728261" cy="3128962"/>
          </a:xfrm>
          <a:custGeom>
            <a:avLst/>
            <a:gdLst/>
            <a:ahLst/>
            <a:cxnLst/>
            <a:rect l="l" t="t" r="r" b="b"/>
            <a:pathLst>
              <a:path w="16216" h="15253" extrusionOk="0">
                <a:moveTo>
                  <a:pt x="13952" y="466"/>
                </a:moveTo>
                <a:cubicBezTo>
                  <a:pt x="14137" y="466"/>
                  <a:pt x="14323" y="470"/>
                  <a:pt x="14504" y="478"/>
                </a:cubicBezTo>
                <a:cubicBezTo>
                  <a:pt x="14762" y="493"/>
                  <a:pt x="15367" y="1205"/>
                  <a:pt x="15428" y="1462"/>
                </a:cubicBezTo>
                <a:cubicBezTo>
                  <a:pt x="15655" y="2355"/>
                  <a:pt x="15534" y="3264"/>
                  <a:pt x="15594" y="4172"/>
                </a:cubicBezTo>
                <a:cubicBezTo>
                  <a:pt x="15610" y="4505"/>
                  <a:pt x="15549" y="4853"/>
                  <a:pt x="15579" y="5035"/>
                </a:cubicBezTo>
                <a:cubicBezTo>
                  <a:pt x="15579" y="5777"/>
                  <a:pt x="15534" y="6352"/>
                  <a:pt x="15625" y="6912"/>
                </a:cubicBezTo>
                <a:cubicBezTo>
                  <a:pt x="15731" y="7866"/>
                  <a:pt x="15700" y="8790"/>
                  <a:pt x="15746" y="9728"/>
                </a:cubicBezTo>
                <a:cubicBezTo>
                  <a:pt x="15776" y="10606"/>
                  <a:pt x="15806" y="11515"/>
                  <a:pt x="15700" y="12378"/>
                </a:cubicBezTo>
                <a:cubicBezTo>
                  <a:pt x="15670" y="12756"/>
                  <a:pt x="15625" y="13195"/>
                  <a:pt x="15443" y="13559"/>
                </a:cubicBezTo>
                <a:cubicBezTo>
                  <a:pt x="15367" y="13695"/>
                  <a:pt x="15155" y="13771"/>
                  <a:pt x="15049" y="13892"/>
                </a:cubicBezTo>
                <a:cubicBezTo>
                  <a:pt x="14550" y="14497"/>
                  <a:pt x="13853" y="14497"/>
                  <a:pt x="13187" y="14558"/>
                </a:cubicBezTo>
                <a:cubicBezTo>
                  <a:pt x="12627" y="14618"/>
                  <a:pt x="12037" y="14649"/>
                  <a:pt x="11461" y="14649"/>
                </a:cubicBezTo>
                <a:cubicBezTo>
                  <a:pt x="10772" y="14649"/>
                  <a:pt x="10095" y="14730"/>
                  <a:pt x="9409" y="14730"/>
                </a:cubicBezTo>
                <a:cubicBezTo>
                  <a:pt x="9311" y="14730"/>
                  <a:pt x="9213" y="14728"/>
                  <a:pt x="9115" y="14724"/>
                </a:cubicBezTo>
                <a:cubicBezTo>
                  <a:pt x="8874" y="14719"/>
                  <a:pt x="8630" y="14713"/>
                  <a:pt x="8384" y="14713"/>
                </a:cubicBezTo>
                <a:cubicBezTo>
                  <a:pt x="7979" y="14713"/>
                  <a:pt x="7572" y="14728"/>
                  <a:pt x="7177" y="14785"/>
                </a:cubicBezTo>
                <a:cubicBezTo>
                  <a:pt x="7097" y="14797"/>
                  <a:pt x="7017" y="14801"/>
                  <a:pt x="6937" y="14801"/>
                </a:cubicBezTo>
                <a:cubicBezTo>
                  <a:pt x="6714" y="14801"/>
                  <a:pt x="6491" y="14768"/>
                  <a:pt x="6276" y="14768"/>
                </a:cubicBezTo>
                <a:cubicBezTo>
                  <a:pt x="6170" y="14768"/>
                  <a:pt x="6066" y="14776"/>
                  <a:pt x="5966" y="14800"/>
                </a:cubicBezTo>
                <a:cubicBezTo>
                  <a:pt x="5803" y="14841"/>
                  <a:pt x="5645" y="14855"/>
                  <a:pt x="5490" y="14855"/>
                </a:cubicBezTo>
                <a:cubicBezTo>
                  <a:pt x="5242" y="14855"/>
                  <a:pt x="5003" y="14819"/>
                  <a:pt x="4769" y="14800"/>
                </a:cubicBezTo>
                <a:cubicBezTo>
                  <a:pt x="4672" y="14794"/>
                  <a:pt x="4574" y="14792"/>
                  <a:pt x="4474" y="14792"/>
                </a:cubicBezTo>
                <a:cubicBezTo>
                  <a:pt x="4353" y="14792"/>
                  <a:pt x="4232" y="14795"/>
                  <a:pt x="4109" y="14795"/>
                </a:cubicBezTo>
                <a:cubicBezTo>
                  <a:pt x="3848" y="14795"/>
                  <a:pt x="3585" y="14783"/>
                  <a:pt x="3331" y="14709"/>
                </a:cubicBezTo>
                <a:cubicBezTo>
                  <a:pt x="3044" y="14634"/>
                  <a:pt x="2741" y="14679"/>
                  <a:pt x="2438" y="14634"/>
                </a:cubicBezTo>
                <a:cubicBezTo>
                  <a:pt x="2181" y="14618"/>
                  <a:pt x="1984" y="14452"/>
                  <a:pt x="1802" y="14300"/>
                </a:cubicBezTo>
                <a:cubicBezTo>
                  <a:pt x="985" y="13710"/>
                  <a:pt x="833" y="12832"/>
                  <a:pt x="773" y="11954"/>
                </a:cubicBezTo>
                <a:cubicBezTo>
                  <a:pt x="727" y="11288"/>
                  <a:pt x="727" y="10606"/>
                  <a:pt x="742" y="9940"/>
                </a:cubicBezTo>
                <a:cubicBezTo>
                  <a:pt x="773" y="8850"/>
                  <a:pt x="727" y="7745"/>
                  <a:pt x="651" y="6655"/>
                </a:cubicBezTo>
                <a:cubicBezTo>
                  <a:pt x="545" y="5459"/>
                  <a:pt x="651" y="4248"/>
                  <a:pt x="682" y="3036"/>
                </a:cubicBezTo>
                <a:cubicBezTo>
                  <a:pt x="697" y="2567"/>
                  <a:pt x="773" y="2052"/>
                  <a:pt x="1030" y="1613"/>
                </a:cubicBezTo>
                <a:cubicBezTo>
                  <a:pt x="1196" y="1280"/>
                  <a:pt x="1514" y="1099"/>
                  <a:pt x="1832" y="977"/>
                </a:cubicBezTo>
                <a:cubicBezTo>
                  <a:pt x="2311" y="774"/>
                  <a:pt x="2817" y="613"/>
                  <a:pt x="3338" y="613"/>
                </a:cubicBezTo>
                <a:cubicBezTo>
                  <a:pt x="3361" y="613"/>
                  <a:pt x="3384" y="613"/>
                  <a:pt x="3407" y="614"/>
                </a:cubicBezTo>
                <a:cubicBezTo>
                  <a:pt x="3997" y="629"/>
                  <a:pt x="4558" y="675"/>
                  <a:pt x="5148" y="675"/>
                </a:cubicBezTo>
                <a:cubicBezTo>
                  <a:pt x="5678" y="675"/>
                  <a:pt x="6208" y="675"/>
                  <a:pt x="6738" y="644"/>
                </a:cubicBezTo>
                <a:lnTo>
                  <a:pt x="8842" y="599"/>
                </a:lnTo>
                <a:cubicBezTo>
                  <a:pt x="9205" y="599"/>
                  <a:pt x="9569" y="560"/>
                  <a:pt x="9924" y="560"/>
                </a:cubicBezTo>
                <a:cubicBezTo>
                  <a:pt x="10013" y="560"/>
                  <a:pt x="10102" y="563"/>
                  <a:pt x="10190" y="569"/>
                </a:cubicBezTo>
                <a:cubicBezTo>
                  <a:pt x="10412" y="591"/>
                  <a:pt x="10628" y="601"/>
                  <a:pt x="10842" y="601"/>
                </a:cubicBezTo>
                <a:cubicBezTo>
                  <a:pt x="11210" y="601"/>
                  <a:pt x="11572" y="571"/>
                  <a:pt x="11946" y="523"/>
                </a:cubicBezTo>
                <a:cubicBezTo>
                  <a:pt x="12259" y="483"/>
                  <a:pt x="12585" y="476"/>
                  <a:pt x="12911" y="476"/>
                </a:cubicBezTo>
                <a:cubicBezTo>
                  <a:pt x="13074" y="476"/>
                  <a:pt x="13238" y="478"/>
                  <a:pt x="13399" y="478"/>
                </a:cubicBezTo>
                <a:cubicBezTo>
                  <a:pt x="13581" y="470"/>
                  <a:pt x="13766" y="466"/>
                  <a:pt x="13952" y="466"/>
                </a:cubicBezTo>
                <a:close/>
                <a:moveTo>
                  <a:pt x="13590" y="0"/>
                </a:moveTo>
                <a:cubicBezTo>
                  <a:pt x="13172" y="0"/>
                  <a:pt x="12755" y="31"/>
                  <a:pt x="12339" y="39"/>
                </a:cubicBezTo>
                <a:cubicBezTo>
                  <a:pt x="11840" y="69"/>
                  <a:pt x="11340" y="114"/>
                  <a:pt x="10841" y="145"/>
                </a:cubicBezTo>
                <a:cubicBezTo>
                  <a:pt x="10295" y="160"/>
                  <a:pt x="9766" y="160"/>
                  <a:pt x="9221" y="175"/>
                </a:cubicBezTo>
                <a:cubicBezTo>
                  <a:pt x="8630" y="190"/>
                  <a:pt x="8040" y="236"/>
                  <a:pt x="7449" y="236"/>
                </a:cubicBezTo>
                <a:cubicBezTo>
                  <a:pt x="7212" y="241"/>
                  <a:pt x="6973" y="242"/>
                  <a:pt x="6734" y="242"/>
                </a:cubicBezTo>
                <a:cubicBezTo>
                  <a:pt x="6255" y="242"/>
                  <a:pt x="5774" y="236"/>
                  <a:pt x="5299" y="236"/>
                </a:cubicBezTo>
                <a:cubicBezTo>
                  <a:pt x="4906" y="236"/>
                  <a:pt x="4505" y="249"/>
                  <a:pt x="4107" y="249"/>
                </a:cubicBezTo>
                <a:cubicBezTo>
                  <a:pt x="3908" y="249"/>
                  <a:pt x="3710" y="246"/>
                  <a:pt x="3513" y="236"/>
                </a:cubicBezTo>
                <a:cubicBezTo>
                  <a:pt x="3255" y="217"/>
                  <a:pt x="2992" y="189"/>
                  <a:pt x="2734" y="189"/>
                </a:cubicBezTo>
                <a:cubicBezTo>
                  <a:pt x="2354" y="189"/>
                  <a:pt x="1984" y="250"/>
                  <a:pt x="1651" y="493"/>
                </a:cubicBezTo>
                <a:cubicBezTo>
                  <a:pt x="1302" y="750"/>
                  <a:pt x="788" y="826"/>
                  <a:pt x="682" y="1280"/>
                </a:cubicBezTo>
                <a:cubicBezTo>
                  <a:pt x="591" y="1659"/>
                  <a:pt x="379" y="1992"/>
                  <a:pt x="303" y="2385"/>
                </a:cubicBezTo>
                <a:cubicBezTo>
                  <a:pt x="197" y="2946"/>
                  <a:pt x="197" y="3491"/>
                  <a:pt x="167" y="4036"/>
                </a:cubicBezTo>
                <a:cubicBezTo>
                  <a:pt x="152" y="4157"/>
                  <a:pt x="243" y="4278"/>
                  <a:pt x="212" y="4354"/>
                </a:cubicBezTo>
                <a:cubicBezTo>
                  <a:pt x="76" y="4656"/>
                  <a:pt x="167" y="5005"/>
                  <a:pt x="91" y="5323"/>
                </a:cubicBezTo>
                <a:cubicBezTo>
                  <a:pt x="0" y="5671"/>
                  <a:pt x="61" y="6064"/>
                  <a:pt x="76" y="6428"/>
                </a:cubicBezTo>
                <a:cubicBezTo>
                  <a:pt x="106" y="6852"/>
                  <a:pt x="152" y="7291"/>
                  <a:pt x="152" y="7730"/>
                </a:cubicBezTo>
                <a:cubicBezTo>
                  <a:pt x="152" y="8108"/>
                  <a:pt x="318" y="8487"/>
                  <a:pt x="228" y="8820"/>
                </a:cubicBezTo>
                <a:cubicBezTo>
                  <a:pt x="106" y="9259"/>
                  <a:pt x="258" y="9683"/>
                  <a:pt x="228" y="10107"/>
                </a:cubicBezTo>
                <a:cubicBezTo>
                  <a:pt x="182" y="10410"/>
                  <a:pt x="76" y="10758"/>
                  <a:pt x="182" y="11076"/>
                </a:cubicBezTo>
                <a:cubicBezTo>
                  <a:pt x="243" y="11288"/>
                  <a:pt x="137" y="11575"/>
                  <a:pt x="182" y="11681"/>
                </a:cubicBezTo>
                <a:cubicBezTo>
                  <a:pt x="334" y="12045"/>
                  <a:pt x="243" y="12423"/>
                  <a:pt x="303" y="12771"/>
                </a:cubicBezTo>
                <a:cubicBezTo>
                  <a:pt x="409" y="13559"/>
                  <a:pt x="833" y="14088"/>
                  <a:pt x="1363" y="14573"/>
                </a:cubicBezTo>
                <a:cubicBezTo>
                  <a:pt x="2044" y="15224"/>
                  <a:pt x="2938" y="15179"/>
                  <a:pt x="3770" y="15224"/>
                </a:cubicBezTo>
                <a:cubicBezTo>
                  <a:pt x="4277" y="15241"/>
                  <a:pt x="4784" y="15253"/>
                  <a:pt x="5290" y="15253"/>
                </a:cubicBezTo>
                <a:cubicBezTo>
                  <a:pt x="5707" y="15253"/>
                  <a:pt x="6124" y="15244"/>
                  <a:pt x="6541" y="15224"/>
                </a:cubicBezTo>
                <a:cubicBezTo>
                  <a:pt x="7120" y="15182"/>
                  <a:pt x="7697" y="15173"/>
                  <a:pt x="8273" y="15173"/>
                </a:cubicBezTo>
                <a:cubicBezTo>
                  <a:pt x="8693" y="15173"/>
                  <a:pt x="9112" y="15178"/>
                  <a:pt x="9531" y="15178"/>
                </a:cubicBezTo>
                <a:cubicBezTo>
                  <a:pt x="9993" y="15178"/>
                  <a:pt x="10455" y="15172"/>
                  <a:pt x="10916" y="15148"/>
                </a:cubicBezTo>
                <a:cubicBezTo>
                  <a:pt x="11749" y="15103"/>
                  <a:pt x="12582" y="15088"/>
                  <a:pt x="13414" y="14997"/>
                </a:cubicBezTo>
                <a:cubicBezTo>
                  <a:pt x="15352" y="14770"/>
                  <a:pt x="15912" y="13695"/>
                  <a:pt x="16094" y="12196"/>
                </a:cubicBezTo>
                <a:cubicBezTo>
                  <a:pt x="16215" y="11091"/>
                  <a:pt x="16064" y="9986"/>
                  <a:pt x="15988" y="8865"/>
                </a:cubicBezTo>
                <a:cubicBezTo>
                  <a:pt x="15897" y="7457"/>
                  <a:pt x="15988" y="6049"/>
                  <a:pt x="16018" y="4641"/>
                </a:cubicBezTo>
                <a:cubicBezTo>
                  <a:pt x="16033" y="3733"/>
                  <a:pt x="16018" y="2840"/>
                  <a:pt x="16018" y="1810"/>
                </a:cubicBezTo>
                <a:cubicBezTo>
                  <a:pt x="16094" y="1144"/>
                  <a:pt x="15458" y="236"/>
                  <a:pt x="14671" y="99"/>
                </a:cubicBezTo>
                <a:cubicBezTo>
                  <a:pt x="14308" y="23"/>
                  <a:pt x="13948" y="0"/>
                  <a:pt x="13590"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1326475" y="2277026"/>
            <a:ext cx="1994218" cy="2177054"/>
          </a:xfrm>
          <a:custGeom>
            <a:avLst/>
            <a:gdLst/>
            <a:ahLst/>
            <a:cxnLst/>
            <a:rect l="l" t="t" r="r" b="b"/>
            <a:pathLst>
              <a:path w="25996" h="30075" extrusionOk="0">
                <a:moveTo>
                  <a:pt x="12855" y="587"/>
                </a:moveTo>
                <a:cubicBezTo>
                  <a:pt x="12969" y="587"/>
                  <a:pt x="13085" y="591"/>
                  <a:pt x="13202" y="601"/>
                </a:cubicBezTo>
                <a:cubicBezTo>
                  <a:pt x="13596" y="632"/>
                  <a:pt x="13990" y="616"/>
                  <a:pt x="14368" y="662"/>
                </a:cubicBezTo>
                <a:cubicBezTo>
                  <a:pt x="15246" y="737"/>
                  <a:pt x="16064" y="965"/>
                  <a:pt x="16866" y="1237"/>
                </a:cubicBezTo>
                <a:cubicBezTo>
                  <a:pt x="17457" y="1449"/>
                  <a:pt x="18062" y="1661"/>
                  <a:pt x="18592" y="1979"/>
                </a:cubicBezTo>
                <a:cubicBezTo>
                  <a:pt x="19031" y="2251"/>
                  <a:pt x="19500" y="2448"/>
                  <a:pt x="19879" y="2812"/>
                </a:cubicBezTo>
                <a:cubicBezTo>
                  <a:pt x="20000" y="2933"/>
                  <a:pt x="20152" y="3039"/>
                  <a:pt x="20333" y="3114"/>
                </a:cubicBezTo>
                <a:cubicBezTo>
                  <a:pt x="20469" y="3160"/>
                  <a:pt x="20606" y="3281"/>
                  <a:pt x="20712" y="3402"/>
                </a:cubicBezTo>
                <a:cubicBezTo>
                  <a:pt x="20984" y="3705"/>
                  <a:pt x="21302" y="3993"/>
                  <a:pt x="21605" y="4250"/>
                </a:cubicBezTo>
                <a:cubicBezTo>
                  <a:pt x="21923" y="4538"/>
                  <a:pt x="22120" y="4916"/>
                  <a:pt x="22453" y="5173"/>
                </a:cubicBezTo>
                <a:cubicBezTo>
                  <a:pt x="22680" y="5325"/>
                  <a:pt x="22756" y="5628"/>
                  <a:pt x="22968" y="5840"/>
                </a:cubicBezTo>
                <a:cubicBezTo>
                  <a:pt x="23149" y="6006"/>
                  <a:pt x="23270" y="6279"/>
                  <a:pt x="23376" y="6506"/>
                </a:cubicBezTo>
                <a:cubicBezTo>
                  <a:pt x="23649" y="6975"/>
                  <a:pt x="23952" y="7444"/>
                  <a:pt x="24133" y="7959"/>
                </a:cubicBezTo>
                <a:cubicBezTo>
                  <a:pt x="24239" y="8217"/>
                  <a:pt x="24406" y="8474"/>
                  <a:pt x="24421" y="8746"/>
                </a:cubicBezTo>
                <a:cubicBezTo>
                  <a:pt x="24436" y="8883"/>
                  <a:pt x="24557" y="8958"/>
                  <a:pt x="24587" y="9080"/>
                </a:cubicBezTo>
                <a:cubicBezTo>
                  <a:pt x="24663" y="9261"/>
                  <a:pt x="24663" y="9458"/>
                  <a:pt x="24739" y="9625"/>
                </a:cubicBezTo>
                <a:cubicBezTo>
                  <a:pt x="24875" y="9942"/>
                  <a:pt x="24921" y="10291"/>
                  <a:pt x="25011" y="10624"/>
                </a:cubicBezTo>
                <a:cubicBezTo>
                  <a:pt x="25102" y="11017"/>
                  <a:pt x="25193" y="11426"/>
                  <a:pt x="25238" y="11820"/>
                </a:cubicBezTo>
                <a:cubicBezTo>
                  <a:pt x="25269" y="12153"/>
                  <a:pt x="25344" y="12516"/>
                  <a:pt x="25375" y="12864"/>
                </a:cubicBezTo>
                <a:cubicBezTo>
                  <a:pt x="25390" y="13122"/>
                  <a:pt x="25420" y="13394"/>
                  <a:pt x="25390" y="13652"/>
                </a:cubicBezTo>
                <a:cubicBezTo>
                  <a:pt x="25344" y="13894"/>
                  <a:pt x="25375" y="14167"/>
                  <a:pt x="25390" y="14409"/>
                </a:cubicBezTo>
                <a:cubicBezTo>
                  <a:pt x="25420" y="14696"/>
                  <a:pt x="25329" y="14984"/>
                  <a:pt x="25344" y="15272"/>
                </a:cubicBezTo>
                <a:cubicBezTo>
                  <a:pt x="25375" y="15529"/>
                  <a:pt x="25254" y="15771"/>
                  <a:pt x="25269" y="16029"/>
                </a:cubicBezTo>
                <a:cubicBezTo>
                  <a:pt x="25299" y="16210"/>
                  <a:pt x="25178" y="16362"/>
                  <a:pt x="25163" y="16543"/>
                </a:cubicBezTo>
                <a:cubicBezTo>
                  <a:pt x="25148" y="16725"/>
                  <a:pt x="25087" y="16846"/>
                  <a:pt x="25087" y="17043"/>
                </a:cubicBezTo>
                <a:cubicBezTo>
                  <a:pt x="25087" y="17179"/>
                  <a:pt x="25011" y="17346"/>
                  <a:pt x="24966" y="17497"/>
                </a:cubicBezTo>
                <a:cubicBezTo>
                  <a:pt x="24875" y="17800"/>
                  <a:pt x="24784" y="18088"/>
                  <a:pt x="24709" y="18391"/>
                </a:cubicBezTo>
                <a:cubicBezTo>
                  <a:pt x="24633" y="18739"/>
                  <a:pt x="24497" y="19087"/>
                  <a:pt x="24360" y="19435"/>
                </a:cubicBezTo>
                <a:cubicBezTo>
                  <a:pt x="24239" y="19768"/>
                  <a:pt x="24088" y="20086"/>
                  <a:pt x="23952" y="20434"/>
                </a:cubicBezTo>
                <a:cubicBezTo>
                  <a:pt x="23815" y="20783"/>
                  <a:pt x="23588" y="21131"/>
                  <a:pt x="23422" y="21494"/>
                </a:cubicBezTo>
                <a:cubicBezTo>
                  <a:pt x="23301" y="21736"/>
                  <a:pt x="23179" y="21979"/>
                  <a:pt x="23043" y="22206"/>
                </a:cubicBezTo>
                <a:cubicBezTo>
                  <a:pt x="22922" y="22403"/>
                  <a:pt x="22756" y="22554"/>
                  <a:pt x="22665" y="22751"/>
                </a:cubicBezTo>
                <a:cubicBezTo>
                  <a:pt x="22604" y="22887"/>
                  <a:pt x="22498" y="23054"/>
                  <a:pt x="22392" y="23129"/>
                </a:cubicBezTo>
                <a:cubicBezTo>
                  <a:pt x="22165" y="23311"/>
                  <a:pt x="22135" y="23568"/>
                  <a:pt x="21938" y="23735"/>
                </a:cubicBezTo>
                <a:cubicBezTo>
                  <a:pt x="21817" y="23856"/>
                  <a:pt x="21605" y="24007"/>
                  <a:pt x="21605" y="24250"/>
                </a:cubicBezTo>
                <a:cubicBezTo>
                  <a:pt x="21600" y="24249"/>
                  <a:pt x="21596" y="24249"/>
                  <a:pt x="21591" y="24249"/>
                </a:cubicBezTo>
                <a:cubicBezTo>
                  <a:pt x="21369" y="24249"/>
                  <a:pt x="21402" y="24598"/>
                  <a:pt x="21180" y="24598"/>
                </a:cubicBezTo>
                <a:cubicBezTo>
                  <a:pt x="21175" y="24598"/>
                  <a:pt x="21171" y="24598"/>
                  <a:pt x="21166" y="24598"/>
                </a:cubicBezTo>
                <a:cubicBezTo>
                  <a:pt x="21136" y="24598"/>
                  <a:pt x="21136" y="24628"/>
                  <a:pt x="21136" y="24643"/>
                </a:cubicBezTo>
                <a:cubicBezTo>
                  <a:pt x="21075" y="24825"/>
                  <a:pt x="20954" y="24946"/>
                  <a:pt x="20787" y="25052"/>
                </a:cubicBezTo>
                <a:cubicBezTo>
                  <a:pt x="20712" y="25082"/>
                  <a:pt x="20681" y="25203"/>
                  <a:pt x="20606" y="25279"/>
                </a:cubicBezTo>
                <a:cubicBezTo>
                  <a:pt x="20379" y="25461"/>
                  <a:pt x="20182" y="25688"/>
                  <a:pt x="19955" y="25870"/>
                </a:cubicBezTo>
                <a:cubicBezTo>
                  <a:pt x="20000" y="25930"/>
                  <a:pt x="20076" y="25885"/>
                  <a:pt x="20152" y="25930"/>
                </a:cubicBezTo>
                <a:lnTo>
                  <a:pt x="20121" y="25960"/>
                </a:lnTo>
                <a:cubicBezTo>
                  <a:pt x="19970" y="25976"/>
                  <a:pt x="19849" y="26051"/>
                  <a:pt x="19728" y="26142"/>
                </a:cubicBezTo>
                <a:cubicBezTo>
                  <a:pt x="19440" y="26369"/>
                  <a:pt x="19213" y="26672"/>
                  <a:pt x="18895" y="26869"/>
                </a:cubicBezTo>
                <a:cubicBezTo>
                  <a:pt x="18910" y="27050"/>
                  <a:pt x="18728" y="26975"/>
                  <a:pt x="18653" y="27035"/>
                </a:cubicBezTo>
                <a:cubicBezTo>
                  <a:pt x="18565" y="27093"/>
                  <a:pt x="18576" y="27263"/>
                  <a:pt x="18429" y="27263"/>
                </a:cubicBezTo>
                <a:cubicBezTo>
                  <a:pt x="18423" y="27263"/>
                  <a:pt x="18417" y="27263"/>
                  <a:pt x="18410" y="27262"/>
                </a:cubicBezTo>
                <a:cubicBezTo>
                  <a:pt x="18335" y="27505"/>
                  <a:pt x="18077" y="27505"/>
                  <a:pt x="17911" y="27626"/>
                </a:cubicBezTo>
                <a:cubicBezTo>
                  <a:pt x="17835" y="27686"/>
                  <a:pt x="17881" y="27807"/>
                  <a:pt x="17729" y="27853"/>
                </a:cubicBezTo>
                <a:cubicBezTo>
                  <a:pt x="17472" y="27898"/>
                  <a:pt x="17381" y="28201"/>
                  <a:pt x="17093" y="28231"/>
                </a:cubicBezTo>
                <a:cubicBezTo>
                  <a:pt x="17063" y="28413"/>
                  <a:pt x="16790" y="28337"/>
                  <a:pt x="16715" y="28534"/>
                </a:cubicBezTo>
                <a:cubicBezTo>
                  <a:pt x="16701" y="28561"/>
                  <a:pt x="16595" y="28646"/>
                  <a:pt x="16498" y="28646"/>
                </a:cubicBezTo>
                <a:cubicBezTo>
                  <a:pt x="16484" y="28646"/>
                  <a:pt x="16470" y="28644"/>
                  <a:pt x="16457" y="28640"/>
                </a:cubicBezTo>
                <a:cubicBezTo>
                  <a:pt x="16444" y="28638"/>
                  <a:pt x="16429" y="28637"/>
                  <a:pt x="16415" y="28637"/>
                </a:cubicBezTo>
                <a:cubicBezTo>
                  <a:pt x="16332" y="28637"/>
                  <a:pt x="16243" y="28676"/>
                  <a:pt x="16230" y="28792"/>
                </a:cubicBezTo>
                <a:cubicBezTo>
                  <a:pt x="16230" y="28837"/>
                  <a:pt x="16185" y="28898"/>
                  <a:pt x="16155" y="28898"/>
                </a:cubicBezTo>
                <a:cubicBezTo>
                  <a:pt x="15867" y="28943"/>
                  <a:pt x="15625" y="29170"/>
                  <a:pt x="15322" y="29200"/>
                </a:cubicBezTo>
                <a:cubicBezTo>
                  <a:pt x="15139" y="29200"/>
                  <a:pt x="15035" y="29370"/>
                  <a:pt x="14851" y="29370"/>
                </a:cubicBezTo>
                <a:cubicBezTo>
                  <a:pt x="14837" y="29370"/>
                  <a:pt x="14822" y="29369"/>
                  <a:pt x="14807" y="29367"/>
                </a:cubicBezTo>
                <a:cubicBezTo>
                  <a:pt x="14671" y="29337"/>
                  <a:pt x="14625" y="29367"/>
                  <a:pt x="14671" y="29200"/>
                </a:cubicBezTo>
                <a:cubicBezTo>
                  <a:pt x="14747" y="29019"/>
                  <a:pt x="14747" y="28792"/>
                  <a:pt x="14701" y="28670"/>
                </a:cubicBezTo>
                <a:cubicBezTo>
                  <a:pt x="14641" y="28474"/>
                  <a:pt x="14731" y="28337"/>
                  <a:pt x="14716" y="28171"/>
                </a:cubicBezTo>
                <a:cubicBezTo>
                  <a:pt x="14701" y="28035"/>
                  <a:pt x="14671" y="27868"/>
                  <a:pt x="14716" y="27717"/>
                </a:cubicBezTo>
                <a:cubicBezTo>
                  <a:pt x="14777" y="27474"/>
                  <a:pt x="14625" y="27232"/>
                  <a:pt x="14731" y="26975"/>
                </a:cubicBezTo>
                <a:cubicBezTo>
                  <a:pt x="14777" y="26899"/>
                  <a:pt x="14671" y="26793"/>
                  <a:pt x="14701" y="26672"/>
                </a:cubicBezTo>
                <a:cubicBezTo>
                  <a:pt x="14716" y="26581"/>
                  <a:pt x="14641" y="26445"/>
                  <a:pt x="14747" y="26354"/>
                </a:cubicBezTo>
                <a:cubicBezTo>
                  <a:pt x="14625" y="26218"/>
                  <a:pt x="14822" y="26036"/>
                  <a:pt x="14701" y="25885"/>
                </a:cubicBezTo>
                <a:cubicBezTo>
                  <a:pt x="14671" y="25839"/>
                  <a:pt x="14671" y="25809"/>
                  <a:pt x="14716" y="25764"/>
                </a:cubicBezTo>
                <a:cubicBezTo>
                  <a:pt x="14731" y="25733"/>
                  <a:pt x="14777" y="25688"/>
                  <a:pt x="14747" y="25673"/>
                </a:cubicBezTo>
                <a:cubicBezTo>
                  <a:pt x="14565" y="25521"/>
                  <a:pt x="14716" y="25370"/>
                  <a:pt x="14731" y="25219"/>
                </a:cubicBezTo>
                <a:cubicBezTo>
                  <a:pt x="14747" y="25128"/>
                  <a:pt x="14731" y="25052"/>
                  <a:pt x="14625" y="25037"/>
                </a:cubicBezTo>
                <a:lnTo>
                  <a:pt x="14050" y="24916"/>
                </a:lnTo>
                <a:cubicBezTo>
                  <a:pt x="13959" y="24901"/>
                  <a:pt x="13868" y="24916"/>
                  <a:pt x="13808" y="24825"/>
                </a:cubicBezTo>
                <a:cubicBezTo>
                  <a:pt x="13793" y="24795"/>
                  <a:pt x="13747" y="24795"/>
                  <a:pt x="13747" y="24795"/>
                </a:cubicBezTo>
                <a:cubicBezTo>
                  <a:pt x="13661" y="24858"/>
                  <a:pt x="13573" y="24877"/>
                  <a:pt x="13484" y="24877"/>
                </a:cubicBezTo>
                <a:cubicBezTo>
                  <a:pt x="13339" y="24877"/>
                  <a:pt x="13192" y="24825"/>
                  <a:pt x="13051" y="24825"/>
                </a:cubicBezTo>
                <a:cubicBezTo>
                  <a:pt x="12910" y="24825"/>
                  <a:pt x="12762" y="24838"/>
                  <a:pt x="12611" y="24838"/>
                </a:cubicBezTo>
                <a:cubicBezTo>
                  <a:pt x="12536" y="24838"/>
                  <a:pt x="12460" y="24835"/>
                  <a:pt x="12385" y="24825"/>
                </a:cubicBezTo>
                <a:cubicBezTo>
                  <a:pt x="12275" y="24795"/>
                  <a:pt x="12146" y="24752"/>
                  <a:pt x="12018" y="24752"/>
                </a:cubicBezTo>
                <a:cubicBezTo>
                  <a:pt x="11952" y="24752"/>
                  <a:pt x="11887" y="24764"/>
                  <a:pt x="11825" y="24795"/>
                </a:cubicBezTo>
                <a:cubicBezTo>
                  <a:pt x="11795" y="24808"/>
                  <a:pt x="11764" y="24813"/>
                  <a:pt x="11733" y="24813"/>
                </a:cubicBezTo>
                <a:cubicBezTo>
                  <a:pt x="11622" y="24813"/>
                  <a:pt x="11504" y="24746"/>
                  <a:pt x="11386" y="24734"/>
                </a:cubicBezTo>
                <a:cubicBezTo>
                  <a:pt x="11143" y="24689"/>
                  <a:pt x="10916" y="24734"/>
                  <a:pt x="10659" y="24674"/>
                </a:cubicBezTo>
                <a:cubicBezTo>
                  <a:pt x="10568" y="24658"/>
                  <a:pt x="10507" y="24598"/>
                  <a:pt x="10417" y="24583"/>
                </a:cubicBezTo>
                <a:cubicBezTo>
                  <a:pt x="10099" y="24522"/>
                  <a:pt x="9796" y="24386"/>
                  <a:pt x="9448" y="24356"/>
                </a:cubicBezTo>
                <a:cubicBezTo>
                  <a:pt x="9251" y="24325"/>
                  <a:pt x="9054" y="24174"/>
                  <a:pt x="8842" y="24098"/>
                </a:cubicBezTo>
                <a:cubicBezTo>
                  <a:pt x="8464" y="23977"/>
                  <a:pt x="8085" y="23841"/>
                  <a:pt x="7737" y="23644"/>
                </a:cubicBezTo>
                <a:cubicBezTo>
                  <a:pt x="7555" y="23553"/>
                  <a:pt x="7328" y="23477"/>
                  <a:pt x="7222" y="23266"/>
                </a:cubicBezTo>
                <a:cubicBezTo>
                  <a:pt x="7222" y="23250"/>
                  <a:pt x="7162" y="23250"/>
                  <a:pt x="7146" y="23250"/>
                </a:cubicBezTo>
                <a:cubicBezTo>
                  <a:pt x="7010" y="23235"/>
                  <a:pt x="6934" y="23190"/>
                  <a:pt x="6859" y="23084"/>
                </a:cubicBezTo>
                <a:cubicBezTo>
                  <a:pt x="6783" y="22963"/>
                  <a:pt x="6632" y="22963"/>
                  <a:pt x="6526" y="22917"/>
                </a:cubicBezTo>
                <a:cubicBezTo>
                  <a:pt x="6374" y="22842"/>
                  <a:pt x="6253" y="22705"/>
                  <a:pt x="6102" y="22615"/>
                </a:cubicBezTo>
                <a:cubicBezTo>
                  <a:pt x="5860" y="22463"/>
                  <a:pt x="5587" y="22266"/>
                  <a:pt x="5390" y="22054"/>
                </a:cubicBezTo>
                <a:cubicBezTo>
                  <a:pt x="5178" y="21858"/>
                  <a:pt x="4936" y="21676"/>
                  <a:pt x="4709" y="21479"/>
                </a:cubicBezTo>
                <a:cubicBezTo>
                  <a:pt x="4285" y="21101"/>
                  <a:pt x="3967" y="20661"/>
                  <a:pt x="3589" y="20268"/>
                </a:cubicBezTo>
                <a:cubicBezTo>
                  <a:pt x="3392" y="20056"/>
                  <a:pt x="3271" y="19783"/>
                  <a:pt x="3089" y="19556"/>
                </a:cubicBezTo>
                <a:cubicBezTo>
                  <a:pt x="2998" y="19450"/>
                  <a:pt x="2968" y="19329"/>
                  <a:pt x="2892" y="19223"/>
                </a:cubicBezTo>
                <a:cubicBezTo>
                  <a:pt x="2695" y="18951"/>
                  <a:pt x="2514" y="18693"/>
                  <a:pt x="2362" y="18406"/>
                </a:cubicBezTo>
                <a:cubicBezTo>
                  <a:pt x="2287" y="18269"/>
                  <a:pt x="2226" y="18118"/>
                  <a:pt x="2150" y="17997"/>
                </a:cubicBezTo>
                <a:cubicBezTo>
                  <a:pt x="2138" y="17960"/>
                  <a:pt x="2136" y="17913"/>
                  <a:pt x="2095" y="17913"/>
                </a:cubicBezTo>
                <a:cubicBezTo>
                  <a:pt x="2085" y="17913"/>
                  <a:pt x="2074" y="17916"/>
                  <a:pt x="2059" y="17921"/>
                </a:cubicBezTo>
                <a:cubicBezTo>
                  <a:pt x="2014" y="17921"/>
                  <a:pt x="1984" y="17891"/>
                  <a:pt x="1999" y="17876"/>
                </a:cubicBezTo>
                <a:cubicBezTo>
                  <a:pt x="2105" y="17694"/>
                  <a:pt x="1953" y="17618"/>
                  <a:pt x="1863" y="17512"/>
                </a:cubicBezTo>
                <a:cubicBezTo>
                  <a:pt x="1772" y="17406"/>
                  <a:pt x="1772" y="17240"/>
                  <a:pt x="1726" y="17119"/>
                </a:cubicBezTo>
                <a:cubicBezTo>
                  <a:pt x="1696" y="16952"/>
                  <a:pt x="1605" y="16801"/>
                  <a:pt x="1530" y="16649"/>
                </a:cubicBezTo>
                <a:cubicBezTo>
                  <a:pt x="1469" y="16528"/>
                  <a:pt x="1469" y="16422"/>
                  <a:pt x="1408" y="16331"/>
                </a:cubicBezTo>
                <a:cubicBezTo>
                  <a:pt x="1272" y="16120"/>
                  <a:pt x="1348" y="15847"/>
                  <a:pt x="1197" y="15650"/>
                </a:cubicBezTo>
                <a:cubicBezTo>
                  <a:pt x="1121" y="15544"/>
                  <a:pt x="1121" y="15363"/>
                  <a:pt x="1106" y="15211"/>
                </a:cubicBezTo>
                <a:cubicBezTo>
                  <a:pt x="1091" y="15196"/>
                  <a:pt x="1106" y="15151"/>
                  <a:pt x="1091" y="15135"/>
                </a:cubicBezTo>
                <a:cubicBezTo>
                  <a:pt x="924" y="14939"/>
                  <a:pt x="939" y="14681"/>
                  <a:pt x="939" y="14469"/>
                </a:cubicBezTo>
                <a:cubicBezTo>
                  <a:pt x="939" y="14242"/>
                  <a:pt x="803" y="14076"/>
                  <a:pt x="803" y="13879"/>
                </a:cubicBezTo>
                <a:cubicBezTo>
                  <a:pt x="803" y="13712"/>
                  <a:pt x="818" y="13561"/>
                  <a:pt x="803" y="13394"/>
                </a:cubicBezTo>
                <a:cubicBezTo>
                  <a:pt x="788" y="13273"/>
                  <a:pt x="697" y="13228"/>
                  <a:pt x="712" y="13092"/>
                </a:cubicBezTo>
                <a:cubicBezTo>
                  <a:pt x="773" y="12789"/>
                  <a:pt x="773" y="12486"/>
                  <a:pt x="742" y="12198"/>
                </a:cubicBezTo>
                <a:cubicBezTo>
                  <a:pt x="712" y="11805"/>
                  <a:pt x="848" y="11411"/>
                  <a:pt x="742" y="11002"/>
                </a:cubicBezTo>
                <a:cubicBezTo>
                  <a:pt x="894" y="10927"/>
                  <a:pt x="697" y="10730"/>
                  <a:pt x="863" y="10654"/>
                </a:cubicBezTo>
                <a:cubicBezTo>
                  <a:pt x="894" y="10624"/>
                  <a:pt x="879" y="10594"/>
                  <a:pt x="848" y="10578"/>
                </a:cubicBezTo>
                <a:cubicBezTo>
                  <a:pt x="818" y="10548"/>
                  <a:pt x="788" y="10533"/>
                  <a:pt x="803" y="10518"/>
                </a:cubicBezTo>
                <a:cubicBezTo>
                  <a:pt x="924" y="10397"/>
                  <a:pt x="818" y="10245"/>
                  <a:pt x="879" y="10139"/>
                </a:cubicBezTo>
                <a:cubicBezTo>
                  <a:pt x="1030" y="9821"/>
                  <a:pt x="1030" y="9458"/>
                  <a:pt x="1166" y="9140"/>
                </a:cubicBezTo>
                <a:cubicBezTo>
                  <a:pt x="1257" y="8868"/>
                  <a:pt x="1302" y="8580"/>
                  <a:pt x="1393" y="8323"/>
                </a:cubicBezTo>
                <a:cubicBezTo>
                  <a:pt x="1484" y="8050"/>
                  <a:pt x="1605" y="7808"/>
                  <a:pt x="1711" y="7550"/>
                </a:cubicBezTo>
                <a:cubicBezTo>
                  <a:pt x="1832" y="7263"/>
                  <a:pt x="1984" y="6990"/>
                  <a:pt x="2105" y="6733"/>
                </a:cubicBezTo>
                <a:cubicBezTo>
                  <a:pt x="2377" y="6173"/>
                  <a:pt x="2710" y="5673"/>
                  <a:pt x="3089" y="5189"/>
                </a:cubicBezTo>
                <a:cubicBezTo>
                  <a:pt x="3589" y="4568"/>
                  <a:pt x="4149" y="4023"/>
                  <a:pt x="4785" y="3523"/>
                </a:cubicBezTo>
                <a:cubicBezTo>
                  <a:pt x="4906" y="3417"/>
                  <a:pt x="4981" y="3266"/>
                  <a:pt x="5163" y="3175"/>
                </a:cubicBezTo>
                <a:cubicBezTo>
                  <a:pt x="5345" y="3069"/>
                  <a:pt x="5542" y="2948"/>
                  <a:pt x="5708" y="2812"/>
                </a:cubicBezTo>
                <a:cubicBezTo>
                  <a:pt x="5799" y="2751"/>
                  <a:pt x="5920" y="2675"/>
                  <a:pt x="5966" y="2630"/>
                </a:cubicBezTo>
                <a:cubicBezTo>
                  <a:pt x="6177" y="2357"/>
                  <a:pt x="6526" y="2342"/>
                  <a:pt x="6753" y="2146"/>
                </a:cubicBezTo>
                <a:cubicBezTo>
                  <a:pt x="6980" y="1979"/>
                  <a:pt x="7237" y="1903"/>
                  <a:pt x="7480" y="1767"/>
                </a:cubicBezTo>
                <a:cubicBezTo>
                  <a:pt x="7828" y="1600"/>
                  <a:pt x="8191" y="1510"/>
                  <a:pt x="8524" y="1358"/>
                </a:cubicBezTo>
                <a:cubicBezTo>
                  <a:pt x="8797" y="1237"/>
                  <a:pt x="9099" y="1192"/>
                  <a:pt x="9357" y="1071"/>
                </a:cubicBezTo>
                <a:cubicBezTo>
                  <a:pt x="9584" y="980"/>
                  <a:pt x="9872" y="980"/>
                  <a:pt x="10114" y="904"/>
                </a:cubicBezTo>
                <a:lnTo>
                  <a:pt x="10507" y="843"/>
                </a:lnTo>
                <a:cubicBezTo>
                  <a:pt x="10886" y="813"/>
                  <a:pt x="11295" y="677"/>
                  <a:pt x="11673" y="662"/>
                </a:cubicBezTo>
                <a:cubicBezTo>
                  <a:pt x="12062" y="638"/>
                  <a:pt x="12452" y="587"/>
                  <a:pt x="12855" y="587"/>
                </a:cubicBezTo>
                <a:close/>
                <a:moveTo>
                  <a:pt x="12488" y="1"/>
                </a:moveTo>
                <a:cubicBezTo>
                  <a:pt x="12369" y="1"/>
                  <a:pt x="12253" y="6"/>
                  <a:pt x="12143" y="26"/>
                </a:cubicBezTo>
                <a:cubicBezTo>
                  <a:pt x="11870" y="86"/>
                  <a:pt x="11613" y="86"/>
                  <a:pt x="11340" y="132"/>
                </a:cubicBezTo>
                <a:cubicBezTo>
                  <a:pt x="11037" y="177"/>
                  <a:pt x="10704" y="177"/>
                  <a:pt x="10417" y="253"/>
                </a:cubicBezTo>
                <a:cubicBezTo>
                  <a:pt x="10038" y="359"/>
                  <a:pt x="9660" y="359"/>
                  <a:pt x="9296" y="526"/>
                </a:cubicBezTo>
                <a:cubicBezTo>
                  <a:pt x="9130" y="601"/>
                  <a:pt x="8903" y="632"/>
                  <a:pt x="8706" y="677"/>
                </a:cubicBezTo>
                <a:cubicBezTo>
                  <a:pt x="8388" y="737"/>
                  <a:pt x="8131" y="904"/>
                  <a:pt x="7828" y="949"/>
                </a:cubicBezTo>
                <a:cubicBezTo>
                  <a:pt x="7601" y="995"/>
                  <a:pt x="7404" y="1116"/>
                  <a:pt x="7192" y="1177"/>
                </a:cubicBezTo>
                <a:cubicBezTo>
                  <a:pt x="7116" y="1207"/>
                  <a:pt x="7010" y="1237"/>
                  <a:pt x="6934" y="1298"/>
                </a:cubicBezTo>
                <a:cubicBezTo>
                  <a:pt x="6723" y="1449"/>
                  <a:pt x="6511" y="1555"/>
                  <a:pt x="6283" y="1661"/>
                </a:cubicBezTo>
                <a:cubicBezTo>
                  <a:pt x="6117" y="1706"/>
                  <a:pt x="6011" y="1918"/>
                  <a:pt x="5799" y="1934"/>
                </a:cubicBezTo>
                <a:cubicBezTo>
                  <a:pt x="5632" y="1964"/>
                  <a:pt x="5557" y="2161"/>
                  <a:pt x="5360" y="2221"/>
                </a:cubicBezTo>
                <a:cubicBezTo>
                  <a:pt x="5269" y="2267"/>
                  <a:pt x="5103" y="2297"/>
                  <a:pt x="5042" y="2418"/>
                </a:cubicBezTo>
                <a:cubicBezTo>
                  <a:pt x="4966" y="2524"/>
                  <a:pt x="4875" y="2585"/>
                  <a:pt x="4754" y="2630"/>
                </a:cubicBezTo>
                <a:cubicBezTo>
                  <a:pt x="4694" y="2645"/>
                  <a:pt x="4664" y="2675"/>
                  <a:pt x="4618" y="2736"/>
                </a:cubicBezTo>
                <a:cubicBezTo>
                  <a:pt x="4588" y="2812"/>
                  <a:pt x="4542" y="2872"/>
                  <a:pt x="4452" y="2902"/>
                </a:cubicBezTo>
                <a:cubicBezTo>
                  <a:pt x="4270" y="2978"/>
                  <a:pt x="4073" y="3099"/>
                  <a:pt x="3937" y="3251"/>
                </a:cubicBezTo>
                <a:cubicBezTo>
                  <a:pt x="3710" y="3508"/>
                  <a:pt x="3528" y="3811"/>
                  <a:pt x="3180" y="3962"/>
                </a:cubicBezTo>
                <a:cubicBezTo>
                  <a:pt x="3150" y="3993"/>
                  <a:pt x="3134" y="4038"/>
                  <a:pt x="3165" y="4083"/>
                </a:cubicBezTo>
                <a:cubicBezTo>
                  <a:pt x="3210" y="4099"/>
                  <a:pt x="3210" y="4159"/>
                  <a:pt x="3165" y="4159"/>
                </a:cubicBezTo>
                <a:cubicBezTo>
                  <a:pt x="2983" y="4174"/>
                  <a:pt x="2922" y="4341"/>
                  <a:pt x="2832" y="4447"/>
                </a:cubicBezTo>
                <a:cubicBezTo>
                  <a:pt x="2620" y="4674"/>
                  <a:pt x="2393" y="4871"/>
                  <a:pt x="2256" y="5158"/>
                </a:cubicBezTo>
                <a:cubicBezTo>
                  <a:pt x="2196" y="5295"/>
                  <a:pt x="2120" y="5385"/>
                  <a:pt x="2014" y="5476"/>
                </a:cubicBezTo>
                <a:cubicBezTo>
                  <a:pt x="1969" y="5491"/>
                  <a:pt x="1938" y="5522"/>
                  <a:pt x="1923" y="5552"/>
                </a:cubicBezTo>
                <a:cubicBezTo>
                  <a:pt x="1787" y="5961"/>
                  <a:pt x="1545" y="6264"/>
                  <a:pt x="1348" y="6612"/>
                </a:cubicBezTo>
                <a:cubicBezTo>
                  <a:pt x="1166" y="6960"/>
                  <a:pt x="1045" y="7323"/>
                  <a:pt x="879" y="7656"/>
                </a:cubicBezTo>
                <a:cubicBezTo>
                  <a:pt x="818" y="7778"/>
                  <a:pt x="803" y="7883"/>
                  <a:pt x="742" y="8005"/>
                </a:cubicBezTo>
                <a:cubicBezTo>
                  <a:pt x="606" y="8262"/>
                  <a:pt x="561" y="8550"/>
                  <a:pt x="485" y="8837"/>
                </a:cubicBezTo>
                <a:cubicBezTo>
                  <a:pt x="485" y="8868"/>
                  <a:pt x="530" y="8943"/>
                  <a:pt x="500" y="8958"/>
                </a:cubicBezTo>
                <a:cubicBezTo>
                  <a:pt x="349" y="9034"/>
                  <a:pt x="349" y="9246"/>
                  <a:pt x="364" y="9276"/>
                </a:cubicBezTo>
                <a:cubicBezTo>
                  <a:pt x="424" y="9503"/>
                  <a:pt x="273" y="9655"/>
                  <a:pt x="258" y="9852"/>
                </a:cubicBezTo>
                <a:cubicBezTo>
                  <a:pt x="228" y="10139"/>
                  <a:pt x="152" y="10442"/>
                  <a:pt x="122" y="10730"/>
                </a:cubicBezTo>
                <a:cubicBezTo>
                  <a:pt x="76" y="11063"/>
                  <a:pt x="31" y="11396"/>
                  <a:pt x="46" y="11744"/>
                </a:cubicBezTo>
                <a:cubicBezTo>
                  <a:pt x="46" y="12032"/>
                  <a:pt x="0" y="12335"/>
                  <a:pt x="31" y="12622"/>
                </a:cubicBezTo>
                <a:cubicBezTo>
                  <a:pt x="46" y="13001"/>
                  <a:pt x="122" y="13379"/>
                  <a:pt x="137" y="13758"/>
                </a:cubicBezTo>
                <a:cubicBezTo>
                  <a:pt x="152" y="14303"/>
                  <a:pt x="288" y="14833"/>
                  <a:pt x="409" y="15363"/>
                </a:cubicBezTo>
                <a:cubicBezTo>
                  <a:pt x="500" y="15771"/>
                  <a:pt x="606" y="16165"/>
                  <a:pt x="757" y="16574"/>
                </a:cubicBezTo>
                <a:cubicBezTo>
                  <a:pt x="969" y="17104"/>
                  <a:pt x="1181" y="17649"/>
                  <a:pt x="1469" y="18163"/>
                </a:cubicBezTo>
                <a:cubicBezTo>
                  <a:pt x="1636" y="18481"/>
                  <a:pt x="1787" y="18799"/>
                  <a:pt x="1969" y="19102"/>
                </a:cubicBezTo>
                <a:cubicBezTo>
                  <a:pt x="2075" y="19253"/>
                  <a:pt x="2150" y="19405"/>
                  <a:pt x="2256" y="19526"/>
                </a:cubicBezTo>
                <a:cubicBezTo>
                  <a:pt x="2377" y="19662"/>
                  <a:pt x="2347" y="19844"/>
                  <a:pt x="2499" y="19935"/>
                </a:cubicBezTo>
                <a:cubicBezTo>
                  <a:pt x="2620" y="19995"/>
                  <a:pt x="2695" y="20086"/>
                  <a:pt x="2756" y="20192"/>
                </a:cubicBezTo>
                <a:cubicBezTo>
                  <a:pt x="2983" y="20540"/>
                  <a:pt x="3240" y="20858"/>
                  <a:pt x="3513" y="21191"/>
                </a:cubicBezTo>
                <a:lnTo>
                  <a:pt x="4013" y="21752"/>
                </a:lnTo>
                <a:cubicBezTo>
                  <a:pt x="4209" y="21964"/>
                  <a:pt x="4421" y="22145"/>
                  <a:pt x="4648" y="22327"/>
                </a:cubicBezTo>
                <a:cubicBezTo>
                  <a:pt x="4754" y="22418"/>
                  <a:pt x="4830" y="22524"/>
                  <a:pt x="4966" y="22584"/>
                </a:cubicBezTo>
                <a:cubicBezTo>
                  <a:pt x="5269" y="22736"/>
                  <a:pt x="5496" y="23008"/>
                  <a:pt x="5754" y="23205"/>
                </a:cubicBezTo>
                <a:cubicBezTo>
                  <a:pt x="5966" y="23387"/>
                  <a:pt x="6208" y="23538"/>
                  <a:pt x="6465" y="23629"/>
                </a:cubicBezTo>
                <a:cubicBezTo>
                  <a:pt x="6675" y="23713"/>
                  <a:pt x="6781" y="23952"/>
                  <a:pt x="7023" y="23952"/>
                </a:cubicBezTo>
                <a:cubicBezTo>
                  <a:pt x="7043" y="23952"/>
                  <a:pt x="7064" y="23950"/>
                  <a:pt x="7086" y="23947"/>
                </a:cubicBezTo>
                <a:cubicBezTo>
                  <a:pt x="7086" y="23947"/>
                  <a:pt x="7101" y="23977"/>
                  <a:pt x="7101" y="23992"/>
                </a:cubicBezTo>
                <a:cubicBezTo>
                  <a:pt x="7192" y="24144"/>
                  <a:pt x="7404" y="24250"/>
                  <a:pt x="7525" y="24250"/>
                </a:cubicBezTo>
                <a:cubicBezTo>
                  <a:pt x="7797" y="24250"/>
                  <a:pt x="7919" y="24477"/>
                  <a:pt x="8146" y="24537"/>
                </a:cubicBezTo>
                <a:cubicBezTo>
                  <a:pt x="8327" y="24598"/>
                  <a:pt x="8524" y="24734"/>
                  <a:pt x="8706" y="24780"/>
                </a:cubicBezTo>
                <a:cubicBezTo>
                  <a:pt x="8933" y="24840"/>
                  <a:pt x="9130" y="25007"/>
                  <a:pt x="9387" y="25007"/>
                </a:cubicBezTo>
                <a:cubicBezTo>
                  <a:pt x="9417" y="25007"/>
                  <a:pt x="9465" y="25004"/>
                  <a:pt x="9512" y="25004"/>
                </a:cubicBezTo>
                <a:cubicBezTo>
                  <a:pt x="9584" y="25004"/>
                  <a:pt x="9657" y="25010"/>
                  <a:pt x="9675" y="25037"/>
                </a:cubicBezTo>
                <a:cubicBezTo>
                  <a:pt x="9872" y="25234"/>
                  <a:pt x="10144" y="25143"/>
                  <a:pt x="10371" y="25264"/>
                </a:cubicBezTo>
                <a:cubicBezTo>
                  <a:pt x="10719" y="25431"/>
                  <a:pt x="11113" y="25385"/>
                  <a:pt x="11476" y="25431"/>
                </a:cubicBezTo>
                <a:cubicBezTo>
                  <a:pt x="11721" y="25455"/>
                  <a:pt x="11966" y="25499"/>
                  <a:pt x="12219" y="25499"/>
                </a:cubicBezTo>
                <a:cubicBezTo>
                  <a:pt x="12279" y="25499"/>
                  <a:pt x="12339" y="25497"/>
                  <a:pt x="12400" y="25491"/>
                </a:cubicBezTo>
                <a:cubicBezTo>
                  <a:pt x="12450" y="25491"/>
                  <a:pt x="12508" y="25478"/>
                  <a:pt x="12572" y="25478"/>
                </a:cubicBezTo>
                <a:cubicBezTo>
                  <a:pt x="12603" y="25478"/>
                  <a:pt x="12637" y="25481"/>
                  <a:pt x="12672" y="25491"/>
                </a:cubicBezTo>
                <a:cubicBezTo>
                  <a:pt x="12824" y="25525"/>
                  <a:pt x="12982" y="25535"/>
                  <a:pt x="13140" y="25535"/>
                </a:cubicBezTo>
                <a:cubicBezTo>
                  <a:pt x="13330" y="25535"/>
                  <a:pt x="13520" y="25521"/>
                  <a:pt x="13702" y="25521"/>
                </a:cubicBezTo>
                <a:cubicBezTo>
                  <a:pt x="13944" y="25521"/>
                  <a:pt x="13990" y="25567"/>
                  <a:pt x="13974" y="25809"/>
                </a:cubicBezTo>
                <a:cubicBezTo>
                  <a:pt x="13959" y="26127"/>
                  <a:pt x="13959" y="26430"/>
                  <a:pt x="13959" y="26733"/>
                </a:cubicBezTo>
                <a:cubicBezTo>
                  <a:pt x="13959" y="26960"/>
                  <a:pt x="13990" y="27172"/>
                  <a:pt x="13974" y="27384"/>
                </a:cubicBezTo>
                <a:cubicBezTo>
                  <a:pt x="13929" y="27853"/>
                  <a:pt x="14005" y="28307"/>
                  <a:pt x="13990" y="28776"/>
                </a:cubicBezTo>
                <a:cubicBezTo>
                  <a:pt x="13974" y="29004"/>
                  <a:pt x="14035" y="29231"/>
                  <a:pt x="13990" y="29458"/>
                </a:cubicBezTo>
                <a:cubicBezTo>
                  <a:pt x="13959" y="29655"/>
                  <a:pt x="14050" y="29821"/>
                  <a:pt x="14005" y="30003"/>
                </a:cubicBezTo>
                <a:cubicBezTo>
                  <a:pt x="14005" y="30063"/>
                  <a:pt x="14065" y="30063"/>
                  <a:pt x="14111" y="30063"/>
                </a:cubicBezTo>
                <a:cubicBezTo>
                  <a:pt x="14184" y="30070"/>
                  <a:pt x="14256" y="30074"/>
                  <a:pt x="14328" y="30074"/>
                </a:cubicBezTo>
                <a:cubicBezTo>
                  <a:pt x="14568" y="30074"/>
                  <a:pt x="14801" y="30032"/>
                  <a:pt x="15034" y="29927"/>
                </a:cubicBezTo>
                <a:cubicBezTo>
                  <a:pt x="15110" y="29897"/>
                  <a:pt x="15201" y="29866"/>
                  <a:pt x="15276" y="29851"/>
                </a:cubicBezTo>
                <a:cubicBezTo>
                  <a:pt x="15549" y="29821"/>
                  <a:pt x="15776" y="29715"/>
                  <a:pt x="16003" y="29609"/>
                </a:cubicBezTo>
                <a:cubicBezTo>
                  <a:pt x="16185" y="29533"/>
                  <a:pt x="16382" y="29443"/>
                  <a:pt x="16548" y="29321"/>
                </a:cubicBezTo>
                <a:cubicBezTo>
                  <a:pt x="16565" y="29311"/>
                  <a:pt x="16583" y="29308"/>
                  <a:pt x="16601" y="29308"/>
                </a:cubicBezTo>
                <a:cubicBezTo>
                  <a:pt x="16634" y="29308"/>
                  <a:pt x="16667" y="29318"/>
                  <a:pt x="16698" y="29318"/>
                </a:cubicBezTo>
                <a:cubicBezTo>
                  <a:pt x="16726" y="29318"/>
                  <a:pt x="16753" y="29310"/>
                  <a:pt x="16775" y="29276"/>
                </a:cubicBezTo>
                <a:cubicBezTo>
                  <a:pt x="16912" y="29049"/>
                  <a:pt x="17214" y="29004"/>
                  <a:pt x="17381" y="28822"/>
                </a:cubicBezTo>
                <a:cubicBezTo>
                  <a:pt x="17398" y="28805"/>
                  <a:pt x="17419" y="28800"/>
                  <a:pt x="17440" y="28800"/>
                </a:cubicBezTo>
                <a:cubicBezTo>
                  <a:pt x="17469" y="28800"/>
                  <a:pt x="17497" y="28808"/>
                  <a:pt x="17518" y="28808"/>
                </a:cubicBezTo>
                <a:cubicBezTo>
                  <a:pt x="17536" y="28808"/>
                  <a:pt x="17547" y="28802"/>
                  <a:pt x="17547" y="28776"/>
                </a:cubicBezTo>
                <a:cubicBezTo>
                  <a:pt x="17547" y="28549"/>
                  <a:pt x="17775" y="28534"/>
                  <a:pt x="17865" y="28474"/>
                </a:cubicBezTo>
                <a:cubicBezTo>
                  <a:pt x="18183" y="28307"/>
                  <a:pt x="18395" y="28050"/>
                  <a:pt x="18683" y="27868"/>
                </a:cubicBezTo>
                <a:cubicBezTo>
                  <a:pt x="18910" y="27732"/>
                  <a:pt x="19046" y="27490"/>
                  <a:pt x="19273" y="27368"/>
                </a:cubicBezTo>
                <a:cubicBezTo>
                  <a:pt x="19622" y="27202"/>
                  <a:pt x="19834" y="26899"/>
                  <a:pt x="20121" y="26672"/>
                </a:cubicBezTo>
                <a:cubicBezTo>
                  <a:pt x="20409" y="26445"/>
                  <a:pt x="20651" y="26157"/>
                  <a:pt x="20893" y="25915"/>
                </a:cubicBezTo>
                <a:cubicBezTo>
                  <a:pt x="21226" y="25597"/>
                  <a:pt x="21514" y="25234"/>
                  <a:pt x="21802" y="24901"/>
                </a:cubicBezTo>
                <a:cubicBezTo>
                  <a:pt x="22165" y="24492"/>
                  <a:pt x="22513" y="24098"/>
                  <a:pt x="22786" y="23644"/>
                </a:cubicBezTo>
                <a:cubicBezTo>
                  <a:pt x="22968" y="23387"/>
                  <a:pt x="23164" y="23114"/>
                  <a:pt x="23346" y="22826"/>
                </a:cubicBezTo>
                <a:cubicBezTo>
                  <a:pt x="23482" y="22584"/>
                  <a:pt x="23649" y="22342"/>
                  <a:pt x="23800" y="22115"/>
                </a:cubicBezTo>
                <a:cubicBezTo>
                  <a:pt x="23876" y="22024"/>
                  <a:pt x="23891" y="21964"/>
                  <a:pt x="23755" y="21873"/>
                </a:cubicBezTo>
                <a:cubicBezTo>
                  <a:pt x="23891" y="21873"/>
                  <a:pt x="23952" y="21827"/>
                  <a:pt x="23982" y="21812"/>
                </a:cubicBezTo>
                <a:cubicBezTo>
                  <a:pt x="24133" y="21540"/>
                  <a:pt x="24224" y="21237"/>
                  <a:pt x="24360" y="20979"/>
                </a:cubicBezTo>
                <a:cubicBezTo>
                  <a:pt x="24497" y="20707"/>
                  <a:pt x="24663" y="20480"/>
                  <a:pt x="24739" y="20207"/>
                </a:cubicBezTo>
                <a:cubicBezTo>
                  <a:pt x="24860" y="19753"/>
                  <a:pt x="25178" y="19344"/>
                  <a:pt x="25117" y="18860"/>
                </a:cubicBezTo>
                <a:cubicBezTo>
                  <a:pt x="25117" y="18845"/>
                  <a:pt x="25132" y="18814"/>
                  <a:pt x="25163" y="18814"/>
                </a:cubicBezTo>
                <a:cubicBezTo>
                  <a:pt x="25269" y="18814"/>
                  <a:pt x="25269" y="18724"/>
                  <a:pt x="25269" y="18663"/>
                </a:cubicBezTo>
                <a:cubicBezTo>
                  <a:pt x="25254" y="18481"/>
                  <a:pt x="25390" y="18330"/>
                  <a:pt x="25360" y="18133"/>
                </a:cubicBezTo>
                <a:cubicBezTo>
                  <a:pt x="25360" y="18042"/>
                  <a:pt x="25390" y="17891"/>
                  <a:pt x="25420" y="17830"/>
                </a:cubicBezTo>
                <a:cubicBezTo>
                  <a:pt x="25587" y="17588"/>
                  <a:pt x="25556" y="17300"/>
                  <a:pt x="25647" y="17043"/>
                </a:cubicBezTo>
                <a:cubicBezTo>
                  <a:pt x="25693" y="16922"/>
                  <a:pt x="25587" y="16846"/>
                  <a:pt x="25632" y="16771"/>
                </a:cubicBezTo>
                <a:cubicBezTo>
                  <a:pt x="25768" y="16528"/>
                  <a:pt x="25768" y="16271"/>
                  <a:pt x="25799" y="15998"/>
                </a:cubicBezTo>
                <a:cubicBezTo>
                  <a:pt x="25814" y="15938"/>
                  <a:pt x="25693" y="15908"/>
                  <a:pt x="25768" y="15847"/>
                </a:cubicBezTo>
                <a:cubicBezTo>
                  <a:pt x="25859" y="15771"/>
                  <a:pt x="25859" y="15665"/>
                  <a:pt x="25844" y="15590"/>
                </a:cubicBezTo>
                <a:cubicBezTo>
                  <a:pt x="25814" y="15469"/>
                  <a:pt x="25995" y="15332"/>
                  <a:pt x="25814" y="15241"/>
                </a:cubicBezTo>
                <a:cubicBezTo>
                  <a:pt x="25935" y="15151"/>
                  <a:pt x="25859" y="15014"/>
                  <a:pt x="25889" y="14939"/>
                </a:cubicBezTo>
                <a:cubicBezTo>
                  <a:pt x="25950" y="14833"/>
                  <a:pt x="25814" y="14787"/>
                  <a:pt x="25874" y="14696"/>
                </a:cubicBezTo>
                <a:cubicBezTo>
                  <a:pt x="25965" y="14560"/>
                  <a:pt x="25920" y="14409"/>
                  <a:pt x="25920" y="14257"/>
                </a:cubicBezTo>
                <a:cubicBezTo>
                  <a:pt x="25920" y="13939"/>
                  <a:pt x="25874" y="13637"/>
                  <a:pt x="25889" y="13334"/>
                </a:cubicBezTo>
                <a:cubicBezTo>
                  <a:pt x="25889" y="13198"/>
                  <a:pt x="25768" y="13107"/>
                  <a:pt x="25814" y="13031"/>
                </a:cubicBezTo>
                <a:cubicBezTo>
                  <a:pt x="25950" y="12864"/>
                  <a:pt x="25814" y="12713"/>
                  <a:pt x="25799" y="12547"/>
                </a:cubicBezTo>
                <a:cubicBezTo>
                  <a:pt x="25799" y="12365"/>
                  <a:pt x="25768" y="12213"/>
                  <a:pt x="25738" y="12062"/>
                </a:cubicBezTo>
                <a:cubicBezTo>
                  <a:pt x="25723" y="11986"/>
                  <a:pt x="25784" y="11896"/>
                  <a:pt x="25662" y="11835"/>
                </a:cubicBezTo>
                <a:cubicBezTo>
                  <a:pt x="25844" y="11653"/>
                  <a:pt x="25632" y="11502"/>
                  <a:pt x="25632" y="11320"/>
                </a:cubicBezTo>
                <a:cubicBezTo>
                  <a:pt x="25647" y="11078"/>
                  <a:pt x="25511" y="10836"/>
                  <a:pt x="25466" y="10594"/>
                </a:cubicBezTo>
                <a:cubicBezTo>
                  <a:pt x="25390" y="10291"/>
                  <a:pt x="25269" y="10003"/>
                  <a:pt x="25238" y="9700"/>
                </a:cubicBezTo>
                <a:cubicBezTo>
                  <a:pt x="25208" y="9579"/>
                  <a:pt x="25087" y="9534"/>
                  <a:pt x="25132" y="9397"/>
                </a:cubicBezTo>
                <a:cubicBezTo>
                  <a:pt x="24996" y="9337"/>
                  <a:pt x="25132" y="9261"/>
                  <a:pt x="25117" y="9186"/>
                </a:cubicBezTo>
                <a:cubicBezTo>
                  <a:pt x="25042" y="9004"/>
                  <a:pt x="24815" y="8883"/>
                  <a:pt x="24921" y="8640"/>
                </a:cubicBezTo>
                <a:cubicBezTo>
                  <a:pt x="24724" y="8580"/>
                  <a:pt x="24799" y="8398"/>
                  <a:pt x="24739" y="8262"/>
                </a:cubicBezTo>
                <a:cubicBezTo>
                  <a:pt x="24663" y="8095"/>
                  <a:pt x="24497" y="7989"/>
                  <a:pt x="24497" y="7808"/>
                </a:cubicBezTo>
                <a:cubicBezTo>
                  <a:pt x="24497" y="7732"/>
                  <a:pt x="24512" y="7596"/>
                  <a:pt x="24436" y="7566"/>
                </a:cubicBezTo>
                <a:cubicBezTo>
                  <a:pt x="24254" y="7490"/>
                  <a:pt x="24285" y="7308"/>
                  <a:pt x="24224" y="7187"/>
                </a:cubicBezTo>
                <a:cubicBezTo>
                  <a:pt x="24194" y="7111"/>
                  <a:pt x="24209" y="6960"/>
                  <a:pt x="24118" y="6960"/>
                </a:cubicBezTo>
                <a:cubicBezTo>
                  <a:pt x="24091" y="6963"/>
                  <a:pt x="24069" y="6965"/>
                  <a:pt x="24052" y="6965"/>
                </a:cubicBezTo>
                <a:cubicBezTo>
                  <a:pt x="23984" y="6965"/>
                  <a:pt x="23994" y="6936"/>
                  <a:pt x="24042" y="6839"/>
                </a:cubicBezTo>
                <a:cubicBezTo>
                  <a:pt x="24058" y="6778"/>
                  <a:pt x="23997" y="6748"/>
                  <a:pt x="23982" y="6703"/>
                </a:cubicBezTo>
                <a:cubicBezTo>
                  <a:pt x="23876" y="6521"/>
                  <a:pt x="23755" y="6354"/>
                  <a:pt x="23649" y="6158"/>
                </a:cubicBezTo>
                <a:cubicBezTo>
                  <a:pt x="23346" y="5658"/>
                  <a:pt x="23013" y="5158"/>
                  <a:pt x="22604" y="4734"/>
                </a:cubicBezTo>
                <a:cubicBezTo>
                  <a:pt x="22377" y="4538"/>
                  <a:pt x="22211" y="4265"/>
                  <a:pt x="21999" y="4053"/>
                </a:cubicBezTo>
                <a:cubicBezTo>
                  <a:pt x="21620" y="3705"/>
                  <a:pt x="21257" y="3342"/>
                  <a:pt x="20863" y="2993"/>
                </a:cubicBezTo>
                <a:cubicBezTo>
                  <a:pt x="20500" y="2691"/>
                  <a:pt x="20121" y="2448"/>
                  <a:pt x="19758" y="2161"/>
                </a:cubicBezTo>
                <a:cubicBezTo>
                  <a:pt x="19516" y="1979"/>
                  <a:pt x="19213" y="1828"/>
                  <a:pt x="18925" y="1691"/>
                </a:cubicBezTo>
                <a:cubicBezTo>
                  <a:pt x="18804" y="1631"/>
                  <a:pt x="18744" y="1464"/>
                  <a:pt x="18607" y="1464"/>
                </a:cubicBezTo>
                <a:cubicBezTo>
                  <a:pt x="18365" y="1449"/>
                  <a:pt x="18214" y="1207"/>
                  <a:pt x="17971" y="1177"/>
                </a:cubicBezTo>
                <a:cubicBezTo>
                  <a:pt x="17775" y="1177"/>
                  <a:pt x="17669" y="1055"/>
                  <a:pt x="17517" y="995"/>
                </a:cubicBezTo>
                <a:cubicBezTo>
                  <a:pt x="17396" y="949"/>
                  <a:pt x="17305" y="874"/>
                  <a:pt x="17184" y="874"/>
                </a:cubicBezTo>
                <a:cubicBezTo>
                  <a:pt x="17230" y="707"/>
                  <a:pt x="17093" y="753"/>
                  <a:pt x="17018" y="722"/>
                </a:cubicBezTo>
                <a:cubicBezTo>
                  <a:pt x="16881" y="692"/>
                  <a:pt x="16760" y="647"/>
                  <a:pt x="16609" y="647"/>
                </a:cubicBezTo>
                <a:cubicBezTo>
                  <a:pt x="16427" y="647"/>
                  <a:pt x="16261" y="541"/>
                  <a:pt x="16094" y="465"/>
                </a:cubicBezTo>
                <a:cubicBezTo>
                  <a:pt x="15897" y="374"/>
                  <a:pt x="15670" y="359"/>
                  <a:pt x="15473" y="298"/>
                </a:cubicBezTo>
                <a:cubicBezTo>
                  <a:pt x="15337" y="253"/>
                  <a:pt x="15186" y="223"/>
                  <a:pt x="15049" y="192"/>
                </a:cubicBezTo>
                <a:cubicBezTo>
                  <a:pt x="15015" y="186"/>
                  <a:pt x="14981" y="183"/>
                  <a:pt x="14947" y="183"/>
                </a:cubicBezTo>
                <a:cubicBezTo>
                  <a:pt x="14887" y="183"/>
                  <a:pt x="14828" y="190"/>
                  <a:pt x="14774" y="190"/>
                </a:cubicBezTo>
                <a:cubicBezTo>
                  <a:pt x="14725" y="190"/>
                  <a:pt x="14680" y="185"/>
                  <a:pt x="14641" y="162"/>
                </a:cubicBezTo>
                <a:cubicBezTo>
                  <a:pt x="14444" y="71"/>
                  <a:pt x="14262" y="86"/>
                  <a:pt x="14065" y="71"/>
                </a:cubicBezTo>
                <a:cubicBezTo>
                  <a:pt x="13702" y="11"/>
                  <a:pt x="13323" y="11"/>
                  <a:pt x="12975" y="11"/>
                </a:cubicBezTo>
                <a:cubicBezTo>
                  <a:pt x="12811" y="11"/>
                  <a:pt x="12647" y="1"/>
                  <a:pt x="12488" y="1"/>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chemeClr val="lt1"/>
        </a:solidFill>
        <a:effectLst/>
      </p:bgPr>
    </p:bg>
    <p:spTree>
      <p:nvGrpSpPr>
        <p:cNvPr id="1" name="Shape 41"/>
        <p:cNvGrpSpPr/>
        <p:nvPr/>
      </p:nvGrpSpPr>
      <p:grpSpPr>
        <a:xfrm>
          <a:off x="0" y="0"/>
          <a:ext cx="0" cy="0"/>
          <a:chOff x="0" y="0"/>
          <a:chExt cx="0" cy="0"/>
        </a:xfrm>
      </p:grpSpPr>
      <p:sp>
        <p:nvSpPr>
          <p:cNvPr id="42" name="Google Shape;42;p4"/>
          <p:cNvSpPr txBox="1">
            <a:spLocks noGrp="1"/>
          </p:cNvSpPr>
          <p:nvPr>
            <p:ph type="body" idx="1"/>
          </p:nvPr>
        </p:nvSpPr>
        <p:spPr>
          <a:xfrm>
            <a:off x="713225" y="1348475"/>
            <a:ext cx="7717500" cy="32553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Font typeface="Barlow"/>
              <a:buAutoNum type="arabicPeriod"/>
              <a:defRPr sz="1100">
                <a:latin typeface="Barlow"/>
                <a:ea typeface="Barlow"/>
                <a:cs typeface="Barlow"/>
                <a:sym typeface="Barlow"/>
              </a:defRPr>
            </a:lvl1pPr>
            <a:lvl2pPr marL="914400" lvl="1" indent="-317500" rtl="0">
              <a:lnSpc>
                <a:spcPct val="100000"/>
              </a:lnSpc>
              <a:spcBef>
                <a:spcPts val="1600"/>
              </a:spcBef>
              <a:spcAft>
                <a:spcPts val="0"/>
              </a:spcAft>
              <a:buSzPts val="1400"/>
              <a:buChar char="○"/>
              <a:defRPr sz="1100">
                <a:latin typeface="Barlow"/>
                <a:ea typeface="Barlow"/>
                <a:cs typeface="Barlow"/>
                <a:sym typeface="Barlow"/>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pPr lvl="0"/>
            <a:r>
              <a:rPr lang="en-US" smtClean="0"/>
              <a:t>Click to edit Master text styles</a:t>
            </a:r>
          </a:p>
        </p:txBody>
      </p:sp>
      <p:sp>
        <p:nvSpPr>
          <p:cNvPr id="43" name="Google Shape;43;p4"/>
          <p:cNvSpPr txBox="1">
            <a:spLocks noGrp="1"/>
          </p:cNvSpPr>
          <p:nvPr>
            <p:ph type="title"/>
          </p:nvPr>
        </p:nvSpPr>
        <p:spPr>
          <a:xfrm>
            <a:off x="713225" y="683125"/>
            <a:ext cx="6232500" cy="5286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
        <p:nvSpPr>
          <p:cNvPr id="44" name="Google Shape;44;p4"/>
          <p:cNvSpPr/>
          <p:nvPr/>
        </p:nvSpPr>
        <p:spPr>
          <a:xfrm>
            <a:off x="221000" y="76150"/>
            <a:ext cx="456076" cy="667706"/>
          </a:xfrm>
          <a:custGeom>
            <a:avLst/>
            <a:gdLst/>
            <a:ahLst/>
            <a:cxnLst/>
            <a:rect l="l" t="t" r="r" b="b"/>
            <a:pathLst>
              <a:path w="4870" h="5441" extrusionOk="0">
                <a:moveTo>
                  <a:pt x="1" y="0"/>
                </a:moveTo>
                <a:lnTo>
                  <a:pt x="32" y="3354"/>
                </a:lnTo>
                <a:lnTo>
                  <a:pt x="2427" y="5440"/>
                </a:lnTo>
                <a:lnTo>
                  <a:pt x="4869" y="3385"/>
                </a:lnTo>
                <a:lnTo>
                  <a:pt x="4869" y="0"/>
                </a:lnTo>
                <a:close/>
              </a:path>
            </a:pathLst>
          </a:cu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a:off x="257242" y="123519"/>
            <a:ext cx="455982" cy="667706"/>
          </a:xfrm>
          <a:custGeom>
            <a:avLst/>
            <a:gdLst/>
            <a:ahLst/>
            <a:cxnLst/>
            <a:rect l="l" t="t" r="r" b="b"/>
            <a:pathLst>
              <a:path w="4869" h="5441" extrusionOk="0">
                <a:moveTo>
                  <a:pt x="0" y="0"/>
                </a:moveTo>
                <a:lnTo>
                  <a:pt x="31" y="3354"/>
                </a:lnTo>
                <a:lnTo>
                  <a:pt x="2427" y="5441"/>
                </a:lnTo>
                <a:lnTo>
                  <a:pt x="4869" y="3385"/>
                </a:lnTo>
                <a:lnTo>
                  <a:pt x="4869" y="0"/>
                </a:lnTo>
                <a:close/>
              </a:path>
            </a:pathLst>
          </a:custGeom>
          <a:solidFill>
            <a:srgbClr val="88F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221000" y="76150"/>
            <a:ext cx="456076" cy="667706"/>
          </a:xfrm>
          <a:custGeom>
            <a:avLst/>
            <a:gdLst/>
            <a:ahLst/>
            <a:cxnLst/>
            <a:rect l="l" t="t" r="r" b="b"/>
            <a:pathLst>
              <a:path w="4870" h="5441" fill="none" extrusionOk="0">
                <a:moveTo>
                  <a:pt x="4869" y="0"/>
                </a:moveTo>
                <a:lnTo>
                  <a:pt x="1" y="0"/>
                </a:lnTo>
                <a:lnTo>
                  <a:pt x="32" y="3354"/>
                </a:lnTo>
                <a:lnTo>
                  <a:pt x="2427" y="5440"/>
                </a:lnTo>
                <a:lnTo>
                  <a:pt x="4869" y="3385"/>
                </a:lnTo>
                <a:close/>
              </a:path>
            </a:pathLst>
          </a:custGeom>
          <a:noFill/>
          <a:ln w="381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8641692" y="-65782"/>
            <a:ext cx="471302" cy="504335"/>
          </a:xfrm>
          <a:custGeom>
            <a:avLst/>
            <a:gdLst/>
            <a:ahLst/>
            <a:cxnLst/>
            <a:rect l="l" t="t" r="r" b="b"/>
            <a:pathLst>
              <a:path w="3154" h="3375" extrusionOk="0">
                <a:moveTo>
                  <a:pt x="1700" y="0"/>
                </a:moveTo>
                <a:cubicBezTo>
                  <a:pt x="1428" y="0"/>
                  <a:pt x="1165" y="138"/>
                  <a:pt x="1083" y="413"/>
                </a:cubicBezTo>
                <a:cubicBezTo>
                  <a:pt x="928" y="521"/>
                  <a:pt x="805" y="675"/>
                  <a:pt x="774" y="923"/>
                </a:cubicBezTo>
                <a:cubicBezTo>
                  <a:pt x="774" y="984"/>
                  <a:pt x="758" y="1046"/>
                  <a:pt x="758" y="1108"/>
                </a:cubicBezTo>
                <a:cubicBezTo>
                  <a:pt x="372" y="1154"/>
                  <a:pt x="1" y="1464"/>
                  <a:pt x="202" y="1912"/>
                </a:cubicBezTo>
                <a:cubicBezTo>
                  <a:pt x="279" y="2113"/>
                  <a:pt x="356" y="2314"/>
                  <a:pt x="341" y="2530"/>
                </a:cubicBezTo>
                <a:cubicBezTo>
                  <a:pt x="295" y="2855"/>
                  <a:pt x="387" y="3195"/>
                  <a:pt x="727" y="3318"/>
                </a:cubicBezTo>
                <a:cubicBezTo>
                  <a:pt x="811" y="3355"/>
                  <a:pt x="907" y="3374"/>
                  <a:pt x="1005" y="3374"/>
                </a:cubicBezTo>
                <a:cubicBezTo>
                  <a:pt x="1233" y="3374"/>
                  <a:pt x="1469" y="3272"/>
                  <a:pt x="1577" y="3056"/>
                </a:cubicBezTo>
                <a:cubicBezTo>
                  <a:pt x="1608" y="2978"/>
                  <a:pt x="1655" y="2901"/>
                  <a:pt x="1670" y="2824"/>
                </a:cubicBezTo>
                <a:lnTo>
                  <a:pt x="2072" y="2994"/>
                </a:lnTo>
                <a:cubicBezTo>
                  <a:pt x="2192" y="3047"/>
                  <a:pt x="2320" y="3077"/>
                  <a:pt x="2445" y="3077"/>
                </a:cubicBezTo>
                <a:cubicBezTo>
                  <a:pt x="2610" y="3077"/>
                  <a:pt x="2768" y="3024"/>
                  <a:pt x="2891" y="2901"/>
                </a:cubicBezTo>
                <a:cubicBezTo>
                  <a:pt x="3077" y="2731"/>
                  <a:pt x="3154" y="2345"/>
                  <a:pt x="2984" y="2113"/>
                </a:cubicBezTo>
                <a:cubicBezTo>
                  <a:pt x="2659" y="1665"/>
                  <a:pt x="2458" y="1201"/>
                  <a:pt x="2427" y="644"/>
                </a:cubicBezTo>
                <a:cubicBezTo>
                  <a:pt x="2393" y="215"/>
                  <a:pt x="2039" y="0"/>
                  <a:pt x="17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8351512" y="-202250"/>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4"/>
          <p:cNvGrpSpPr/>
          <p:nvPr/>
        </p:nvGrpSpPr>
        <p:grpSpPr>
          <a:xfrm>
            <a:off x="7643700" y="4212512"/>
            <a:ext cx="1051702" cy="1002389"/>
            <a:chOff x="7643700" y="4212512"/>
            <a:chExt cx="1051702" cy="1002389"/>
          </a:xfrm>
        </p:grpSpPr>
        <p:sp>
          <p:nvSpPr>
            <p:cNvPr id="50" name="Google Shape;50;p4"/>
            <p:cNvSpPr/>
            <p:nvPr/>
          </p:nvSpPr>
          <p:spPr>
            <a:xfrm>
              <a:off x="7965275" y="4524183"/>
              <a:ext cx="437508" cy="403159"/>
            </a:xfrm>
            <a:custGeom>
              <a:avLst/>
              <a:gdLst/>
              <a:ahLst/>
              <a:cxnLst/>
              <a:rect l="l" t="t" r="r" b="b"/>
              <a:pathLst>
                <a:path w="3974" h="3662" extrusionOk="0">
                  <a:moveTo>
                    <a:pt x="2010" y="183"/>
                  </a:moveTo>
                  <a:cubicBezTo>
                    <a:pt x="2165" y="183"/>
                    <a:pt x="2319" y="199"/>
                    <a:pt x="2474" y="276"/>
                  </a:cubicBezTo>
                  <a:cubicBezTo>
                    <a:pt x="3077" y="508"/>
                    <a:pt x="3509" y="1111"/>
                    <a:pt x="3587" y="1559"/>
                  </a:cubicBezTo>
                  <a:cubicBezTo>
                    <a:pt x="3710" y="2193"/>
                    <a:pt x="3370" y="2888"/>
                    <a:pt x="2721" y="3244"/>
                  </a:cubicBezTo>
                  <a:cubicBezTo>
                    <a:pt x="2457" y="3376"/>
                    <a:pt x="2169" y="3453"/>
                    <a:pt x="1897" y="3453"/>
                  </a:cubicBezTo>
                  <a:cubicBezTo>
                    <a:pt x="1787" y="3453"/>
                    <a:pt x="1680" y="3440"/>
                    <a:pt x="1577" y="3414"/>
                  </a:cubicBezTo>
                  <a:cubicBezTo>
                    <a:pt x="1222" y="3321"/>
                    <a:pt x="882" y="3043"/>
                    <a:pt x="696" y="2656"/>
                  </a:cubicBezTo>
                  <a:cubicBezTo>
                    <a:pt x="279" y="1822"/>
                    <a:pt x="681" y="740"/>
                    <a:pt x="1547" y="307"/>
                  </a:cubicBezTo>
                  <a:cubicBezTo>
                    <a:pt x="1686" y="230"/>
                    <a:pt x="1856" y="183"/>
                    <a:pt x="2010" y="183"/>
                  </a:cubicBezTo>
                  <a:close/>
                  <a:moveTo>
                    <a:pt x="2042" y="1"/>
                  </a:moveTo>
                  <a:cubicBezTo>
                    <a:pt x="1828" y="1"/>
                    <a:pt x="1624" y="51"/>
                    <a:pt x="1438" y="153"/>
                  </a:cubicBezTo>
                  <a:cubicBezTo>
                    <a:pt x="434" y="632"/>
                    <a:pt x="1" y="1806"/>
                    <a:pt x="465" y="2749"/>
                  </a:cubicBezTo>
                  <a:cubicBezTo>
                    <a:pt x="681" y="3197"/>
                    <a:pt x="1067" y="3506"/>
                    <a:pt x="1516" y="3630"/>
                  </a:cubicBezTo>
                  <a:cubicBezTo>
                    <a:pt x="1624" y="3646"/>
                    <a:pt x="1763" y="3661"/>
                    <a:pt x="1902" y="3661"/>
                  </a:cubicBezTo>
                  <a:cubicBezTo>
                    <a:pt x="2211" y="3661"/>
                    <a:pt x="2551" y="3568"/>
                    <a:pt x="2860" y="3414"/>
                  </a:cubicBezTo>
                  <a:cubicBezTo>
                    <a:pt x="3571" y="3027"/>
                    <a:pt x="3973" y="2255"/>
                    <a:pt x="3849" y="1544"/>
                  </a:cubicBezTo>
                  <a:cubicBezTo>
                    <a:pt x="3726" y="956"/>
                    <a:pt x="3185" y="338"/>
                    <a:pt x="2598" y="106"/>
                  </a:cubicBezTo>
                  <a:cubicBezTo>
                    <a:pt x="2408" y="36"/>
                    <a:pt x="2221" y="1"/>
                    <a:pt x="2042"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8188210" y="4212512"/>
              <a:ext cx="29064" cy="272369"/>
            </a:xfrm>
            <a:custGeom>
              <a:avLst/>
              <a:gdLst/>
              <a:ahLst/>
              <a:cxnLst/>
              <a:rect l="l" t="t" r="r" b="b"/>
              <a:pathLst>
                <a:path w="264" h="2474" extrusionOk="0">
                  <a:moveTo>
                    <a:pt x="140" y="1"/>
                  </a:moveTo>
                  <a:cubicBezTo>
                    <a:pt x="78" y="1"/>
                    <a:pt x="32" y="31"/>
                    <a:pt x="32" y="93"/>
                  </a:cubicBezTo>
                  <a:lnTo>
                    <a:pt x="1" y="2381"/>
                  </a:lnTo>
                  <a:cubicBezTo>
                    <a:pt x="1" y="2443"/>
                    <a:pt x="62" y="2474"/>
                    <a:pt x="124" y="2474"/>
                  </a:cubicBezTo>
                  <a:cubicBezTo>
                    <a:pt x="186" y="2474"/>
                    <a:pt x="232" y="2443"/>
                    <a:pt x="232" y="2381"/>
                  </a:cubicBezTo>
                  <a:lnTo>
                    <a:pt x="263" y="93"/>
                  </a:lnTo>
                  <a:cubicBezTo>
                    <a:pt x="263" y="31"/>
                    <a:pt x="202" y="1"/>
                    <a:pt x="140"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8162668" y="4952661"/>
              <a:ext cx="46129" cy="262240"/>
            </a:xfrm>
            <a:custGeom>
              <a:avLst/>
              <a:gdLst/>
              <a:ahLst/>
              <a:cxnLst/>
              <a:rect l="l" t="t" r="r" b="b"/>
              <a:pathLst>
                <a:path w="419" h="2382" extrusionOk="0">
                  <a:moveTo>
                    <a:pt x="124" y="1"/>
                  </a:moveTo>
                  <a:cubicBezTo>
                    <a:pt x="63" y="1"/>
                    <a:pt x="1" y="32"/>
                    <a:pt x="1" y="94"/>
                  </a:cubicBezTo>
                  <a:cubicBezTo>
                    <a:pt x="32" y="805"/>
                    <a:pt x="78" y="1562"/>
                    <a:pt x="155" y="2288"/>
                  </a:cubicBezTo>
                  <a:cubicBezTo>
                    <a:pt x="155" y="2335"/>
                    <a:pt x="217" y="2381"/>
                    <a:pt x="279" y="2381"/>
                  </a:cubicBezTo>
                  <a:cubicBezTo>
                    <a:pt x="356" y="2381"/>
                    <a:pt x="418" y="2335"/>
                    <a:pt x="387" y="2288"/>
                  </a:cubicBezTo>
                  <a:cubicBezTo>
                    <a:pt x="310" y="1546"/>
                    <a:pt x="279" y="835"/>
                    <a:pt x="233" y="94"/>
                  </a:cubicBezTo>
                  <a:cubicBezTo>
                    <a:pt x="233" y="32"/>
                    <a:pt x="186" y="1"/>
                    <a:pt x="124"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7643700" y="4681504"/>
              <a:ext cx="282607" cy="48441"/>
            </a:xfrm>
            <a:custGeom>
              <a:avLst/>
              <a:gdLst/>
              <a:ahLst/>
              <a:cxnLst/>
              <a:rect l="l" t="t" r="r" b="b"/>
              <a:pathLst>
                <a:path w="2567" h="440" extrusionOk="0">
                  <a:moveTo>
                    <a:pt x="141" y="1"/>
                  </a:moveTo>
                  <a:cubicBezTo>
                    <a:pt x="91" y="1"/>
                    <a:pt x="44" y="21"/>
                    <a:pt x="32" y="68"/>
                  </a:cubicBezTo>
                  <a:cubicBezTo>
                    <a:pt x="1" y="130"/>
                    <a:pt x="47" y="192"/>
                    <a:pt x="109" y="207"/>
                  </a:cubicBezTo>
                  <a:cubicBezTo>
                    <a:pt x="619" y="362"/>
                    <a:pt x="1191" y="439"/>
                    <a:pt x="1732" y="439"/>
                  </a:cubicBezTo>
                  <a:cubicBezTo>
                    <a:pt x="1979" y="439"/>
                    <a:pt x="2226" y="424"/>
                    <a:pt x="2458" y="377"/>
                  </a:cubicBezTo>
                  <a:cubicBezTo>
                    <a:pt x="2520" y="377"/>
                    <a:pt x="2566" y="315"/>
                    <a:pt x="2551" y="269"/>
                  </a:cubicBezTo>
                  <a:cubicBezTo>
                    <a:pt x="2551" y="223"/>
                    <a:pt x="2474" y="192"/>
                    <a:pt x="2427" y="192"/>
                  </a:cubicBezTo>
                  <a:cubicBezTo>
                    <a:pt x="2200" y="220"/>
                    <a:pt x="1972" y="234"/>
                    <a:pt x="1744" y="234"/>
                  </a:cubicBezTo>
                  <a:cubicBezTo>
                    <a:pt x="1212" y="234"/>
                    <a:pt x="684" y="158"/>
                    <a:pt x="186" y="6"/>
                  </a:cubicBezTo>
                  <a:cubicBezTo>
                    <a:pt x="172" y="3"/>
                    <a:pt x="156" y="1"/>
                    <a:pt x="141"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8433272" y="4682165"/>
              <a:ext cx="262130" cy="25652"/>
            </a:xfrm>
            <a:custGeom>
              <a:avLst/>
              <a:gdLst/>
              <a:ahLst/>
              <a:cxnLst/>
              <a:rect l="l" t="t" r="r" b="b"/>
              <a:pathLst>
                <a:path w="2381" h="233" extrusionOk="0">
                  <a:moveTo>
                    <a:pt x="124" y="0"/>
                  </a:moveTo>
                  <a:cubicBezTo>
                    <a:pt x="62" y="0"/>
                    <a:pt x="0" y="47"/>
                    <a:pt x="0" y="109"/>
                  </a:cubicBezTo>
                  <a:cubicBezTo>
                    <a:pt x="0" y="155"/>
                    <a:pt x="62" y="201"/>
                    <a:pt x="124" y="201"/>
                  </a:cubicBezTo>
                  <a:lnTo>
                    <a:pt x="2241" y="232"/>
                  </a:lnTo>
                  <a:cubicBezTo>
                    <a:pt x="2319" y="232"/>
                    <a:pt x="2380" y="201"/>
                    <a:pt x="2365" y="139"/>
                  </a:cubicBezTo>
                  <a:cubicBezTo>
                    <a:pt x="2365" y="78"/>
                    <a:pt x="2303" y="47"/>
                    <a:pt x="2241" y="47"/>
                  </a:cubicBezTo>
                  <a:lnTo>
                    <a:pt x="124" y="0"/>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a:off x="8365236" y="4435779"/>
              <a:ext cx="119120" cy="115487"/>
            </a:xfrm>
            <a:custGeom>
              <a:avLst/>
              <a:gdLst/>
              <a:ahLst/>
              <a:cxnLst/>
              <a:rect l="l" t="t" r="r" b="b"/>
              <a:pathLst>
                <a:path w="1082" h="1049" extrusionOk="0">
                  <a:moveTo>
                    <a:pt x="950" y="0"/>
                  </a:moveTo>
                  <a:cubicBezTo>
                    <a:pt x="914" y="0"/>
                    <a:pt x="877" y="17"/>
                    <a:pt x="850" y="44"/>
                  </a:cubicBezTo>
                  <a:lnTo>
                    <a:pt x="46" y="894"/>
                  </a:lnTo>
                  <a:cubicBezTo>
                    <a:pt x="0" y="925"/>
                    <a:pt x="0" y="986"/>
                    <a:pt x="62" y="1033"/>
                  </a:cubicBezTo>
                  <a:cubicBezTo>
                    <a:pt x="77" y="1048"/>
                    <a:pt x="124" y="1048"/>
                    <a:pt x="139" y="1048"/>
                  </a:cubicBezTo>
                  <a:cubicBezTo>
                    <a:pt x="170" y="1048"/>
                    <a:pt x="201" y="1033"/>
                    <a:pt x="232" y="1002"/>
                  </a:cubicBezTo>
                  <a:lnTo>
                    <a:pt x="1051" y="152"/>
                  </a:lnTo>
                  <a:cubicBezTo>
                    <a:pt x="1082" y="121"/>
                    <a:pt x="1082" y="59"/>
                    <a:pt x="1020" y="28"/>
                  </a:cubicBezTo>
                  <a:cubicBezTo>
                    <a:pt x="1001" y="9"/>
                    <a:pt x="976" y="0"/>
                    <a:pt x="950"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a:off x="7902414" y="4456916"/>
              <a:ext cx="141249" cy="111304"/>
            </a:xfrm>
            <a:custGeom>
              <a:avLst/>
              <a:gdLst/>
              <a:ahLst/>
              <a:cxnLst/>
              <a:rect l="l" t="t" r="r" b="b"/>
              <a:pathLst>
                <a:path w="1283" h="1011" extrusionOk="0">
                  <a:moveTo>
                    <a:pt x="135" y="0"/>
                  </a:moveTo>
                  <a:cubicBezTo>
                    <a:pt x="105" y="0"/>
                    <a:pt x="74" y="8"/>
                    <a:pt x="46" y="22"/>
                  </a:cubicBezTo>
                  <a:cubicBezTo>
                    <a:pt x="0" y="37"/>
                    <a:pt x="0" y="114"/>
                    <a:pt x="31" y="161"/>
                  </a:cubicBezTo>
                  <a:cubicBezTo>
                    <a:pt x="325" y="485"/>
                    <a:pt x="696" y="764"/>
                    <a:pt x="1082" y="995"/>
                  </a:cubicBezTo>
                  <a:cubicBezTo>
                    <a:pt x="1113" y="1011"/>
                    <a:pt x="1128" y="1011"/>
                    <a:pt x="1159" y="1011"/>
                  </a:cubicBezTo>
                  <a:cubicBezTo>
                    <a:pt x="1190" y="1011"/>
                    <a:pt x="1237" y="995"/>
                    <a:pt x="1267" y="964"/>
                  </a:cubicBezTo>
                  <a:cubicBezTo>
                    <a:pt x="1283" y="934"/>
                    <a:pt x="1283" y="872"/>
                    <a:pt x="1237" y="841"/>
                  </a:cubicBezTo>
                  <a:cubicBezTo>
                    <a:pt x="866" y="609"/>
                    <a:pt x="510" y="346"/>
                    <a:pt x="232" y="37"/>
                  </a:cubicBezTo>
                  <a:cubicBezTo>
                    <a:pt x="206" y="12"/>
                    <a:pt x="171" y="0"/>
                    <a:pt x="135"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a:off x="7859808" y="4844110"/>
              <a:ext cx="146423" cy="122313"/>
            </a:xfrm>
            <a:custGeom>
              <a:avLst/>
              <a:gdLst/>
              <a:ahLst/>
              <a:cxnLst/>
              <a:rect l="l" t="t" r="r" b="b"/>
              <a:pathLst>
                <a:path w="1330" h="1111" extrusionOk="0">
                  <a:moveTo>
                    <a:pt x="1195" y="1"/>
                  </a:moveTo>
                  <a:cubicBezTo>
                    <a:pt x="1168" y="1"/>
                    <a:pt x="1139" y="9"/>
                    <a:pt x="1113" y="29"/>
                  </a:cubicBezTo>
                  <a:cubicBezTo>
                    <a:pt x="696" y="276"/>
                    <a:pt x="341" y="585"/>
                    <a:pt x="32" y="956"/>
                  </a:cubicBezTo>
                  <a:cubicBezTo>
                    <a:pt x="1" y="987"/>
                    <a:pt x="1" y="1049"/>
                    <a:pt x="47" y="1080"/>
                  </a:cubicBezTo>
                  <a:cubicBezTo>
                    <a:pt x="93" y="1111"/>
                    <a:pt x="109" y="1111"/>
                    <a:pt x="124" y="1111"/>
                  </a:cubicBezTo>
                  <a:cubicBezTo>
                    <a:pt x="171" y="1111"/>
                    <a:pt x="202" y="1080"/>
                    <a:pt x="248" y="1064"/>
                  </a:cubicBezTo>
                  <a:cubicBezTo>
                    <a:pt x="511" y="709"/>
                    <a:pt x="866" y="430"/>
                    <a:pt x="1268" y="168"/>
                  </a:cubicBezTo>
                  <a:cubicBezTo>
                    <a:pt x="1314" y="152"/>
                    <a:pt x="1330" y="75"/>
                    <a:pt x="1284" y="44"/>
                  </a:cubicBezTo>
                  <a:cubicBezTo>
                    <a:pt x="1266" y="17"/>
                    <a:pt x="1232" y="1"/>
                    <a:pt x="1195"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8337933" y="4925358"/>
              <a:ext cx="165139" cy="114276"/>
            </a:xfrm>
            <a:custGeom>
              <a:avLst/>
              <a:gdLst/>
              <a:ahLst/>
              <a:cxnLst/>
              <a:rect l="l" t="t" r="r" b="b"/>
              <a:pathLst>
                <a:path w="1500" h="1038" extrusionOk="0">
                  <a:moveTo>
                    <a:pt x="142" y="0"/>
                  </a:moveTo>
                  <a:cubicBezTo>
                    <a:pt x="101" y="0"/>
                    <a:pt x="60" y="13"/>
                    <a:pt x="32" y="32"/>
                  </a:cubicBezTo>
                  <a:cubicBezTo>
                    <a:pt x="1" y="79"/>
                    <a:pt x="1" y="141"/>
                    <a:pt x="63" y="172"/>
                  </a:cubicBezTo>
                  <a:lnTo>
                    <a:pt x="1299" y="1022"/>
                  </a:lnTo>
                  <a:cubicBezTo>
                    <a:pt x="1314" y="1037"/>
                    <a:pt x="1345" y="1037"/>
                    <a:pt x="1376" y="1037"/>
                  </a:cubicBezTo>
                  <a:cubicBezTo>
                    <a:pt x="1407" y="1037"/>
                    <a:pt x="1423" y="1022"/>
                    <a:pt x="1469" y="1006"/>
                  </a:cubicBezTo>
                  <a:cubicBezTo>
                    <a:pt x="1500" y="960"/>
                    <a:pt x="1500" y="898"/>
                    <a:pt x="1454" y="867"/>
                  </a:cubicBezTo>
                  <a:lnTo>
                    <a:pt x="217" y="17"/>
                  </a:lnTo>
                  <a:cubicBezTo>
                    <a:pt x="194" y="5"/>
                    <a:pt x="168"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8201861" y="4593541"/>
              <a:ext cx="114056" cy="250350"/>
            </a:xfrm>
            <a:custGeom>
              <a:avLst/>
              <a:gdLst/>
              <a:ahLst/>
              <a:cxnLst/>
              <a:rect l="l" t="t" r="r" b="b"/>
              <a:pathLst>
                <a:path w="1036" h="2274" extrusionOk="0">
                  <a:moveTo>
                    <a:pt x="142" y="0"/>
                  </a:moveTo>
                  <a:cubicBezTo>
                    <a:pt x="100" y="0"/>
                    <a:pt x="60" y="13"/>
                    <a:pt x="31" y="33"/>
                  </a:cubicBezTo>
                  <a:cubicBezTo>
                    <a:pt x="0" y="79"/>
                    <a:pt x="16" y="141"/>
                    <a:pt x="78" y="172"/>
                  </a:cubicBezTo>
                  <a:cubicBezTo>
                    <a:pt x="418" y="373"/>
                    <a:pt x="680" y="713"/>
                    <a:pt x="727" y="1084"/>
                  </a:cubicBezTo>
                  <a:cubicBezTo>
                    <a:pt x="789" y="1455"/>
                    <a:pt x="649" y="1841"/>
                    <a:pt x="387" y="2119"/>
                  </a:cubicBezTo>
                  <a:cubicBezTo>
                    <a:pt x="340" y="2165"/>
                    <a:pt x="340" y="2227"/>
                    <a:pt x="402" y="2258"/>
                  </a:cubicBezTo>
                  <a:cubicBezTo>
                    <a:pt x="418" y="2274"/>
                    <a:pt x="464" y="2274"/>
                    <a:pt x="479" y="2274"/>
                  </a:cubicBezTo>
                  <a:lnTo>
                    <a:pt x="572" y="2274"/>
                  </a:lnTo>
                  <a:cubicBezTo>
                    <a:pt x="912" y="1949"/>
                    <a:pt x="1036" y="1501"/>
                    <a:pt x="989" y="1084"/>
                  </a:cubicBezTo>
                  <a:cubicBezTo>
                    <a:pt x="912" y="651"/>
                    <a:pt x="619" y="249"/>
                    <a:pt x="217" y="17"/>
                  </a:cubicBezTo>
                  <a:cubicBezTo>
                    <a:pt x="193" y="5"/>
                    <a:pt x="167"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ítulo y dos columnas " type="twoColTx">
  <p:cSld name="Título y dos columnas ">
    <p:bg>
      <p:bgPr>
        <a:solidFill>
          <a:schemeClr val="lt1"/>
        </a:solidFill>
        <a:effectLst/>
      </p:bgPr>
    </p:bg>
    <p:spTree>
      <p:nvGrpSpPr>
        <p:cNvPr id="1" name="Shape 60"/>
        <p:cNvGrpSpPr/>
        <p:nvPr/>
      </p:nvGrpSpPr>
      <p:grpSpPr>
        <a:xfrm>
          <a:off x="0" y="0"/>
          <a:ext cx="0" cy="0"/>
          <a:chOff x="0" y="0"/>
          <a:chExt cx="0" cy="0"/>
        </a:xfrm>
      </p:grpSpPr>
      <p:sp>
        <p:nvSpPr>
          <p:cNvPr id="61" name="Google Shape;61;p5"/>
          <p:cNvSpPr txBox="1">
            <a:spLocks noGrp="1"/>
          </p:cNvSpPr>
          <p:nvPr>
            <p:ph type="subTitle" idx="1"/>
          </p:nvPr>
        </p:nvSpPr>
        <p:spPr>
          <a:xfrm>
            <a:off x="1422548" y="2343557"/>
            <a:ext cx="3100800" cy="990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500"/>
              <a:buChar char="●"/>
              <a:defRPr sz="1400">
                <a:latin typeface="Barlow"/>
                <a:ea typeface="Barlow"/>
                <a:cs typeface="Barlow"/>
                <a:sym typeface="Barlow"/>
              </a:defRPr>
            </a:lvl1pPr>
            <a:lvl2pPr lvl="1" algn="ctr" rtl="0">
              <a:lnSpc>
                <a:spcPct val="100000"/>
              </a:lnSpc>
              <a:spcBef>
                <a:spcPts val="0"/>
              </a:spcBef>
              <a:spcAft>
                <a:spcPts val="0"/>
              </a:spcAft>
              <a:buSzPts val="2800"/>
              <a:buChar char="○"/>
              <a:defRPr sz="2800"/>
            </a:lvl2pPr>
            <a:lvl3pPr lvl="2" algn="ctr" rtl="0">
              <a:lnSpc>
                <a:spcPct val="100000"/>
              </a:lnSpc>
              <a:spcBef>
                <a:spcPts val="0"/>
              </a:spcBef>
              <a:spcAft>
                <a:spcPts val="0"/>
              </a:spcAft>
              <a:buSzPts val="2800"/>
              <a:buChar char="■"/>
              <a:defRPr sz="2800"/>
            </a:lvl3pPr>
            <a:lvl4pPr lvl="3" algn="ctr" rtl="0">
              <a:lnSpc>
                <a:spcPct val="100000"/>
              </a:lnSpc>
              <a:spcBef>
                <a:spcPts val="0"/>
              </a:spcBef>
              <a:spcAft>
                <a:spcPts val="0"/>
              </a:spcAft>
              <a:buSzPts val="2800"/>
              <a:buChar char="●"/>
              <a:defRPr sz="2800"/>
            </a:lvl4pPr>
            <a:lvl5pPr lvl="4" algn="ctr" rtl="0">
              <a:lnSpc>
                <a:spcPct val="100000"/>
              </a:lnSpc>
              <a:spcBef>
                <a:spcPts val="0"/>
              </a:spcBef>
              <a:spcAft>
                <a:spcPts val="0"/>
              </a:spcAft>
              <a:buSzPts val="2800"/>
              <a:buChar char="○"/>
              <a:defRPr sz="2800"/>
            </a:lvl5pPr>
            <a:lvl6pPr lvl="5" algn="ctr" rtl="0">
              <a:lnSpc>
                <a:spcPct val="100000"/>
              </a:lnSpc>
              <a:spcBef>
                <a:spcPts val="0"/>
              </a:spcBef>
              <a:spcAft>
                <a:spcPts val="0"/>
              </a:spcAft>
              <a:buSzPts val="2800"/>
              <a:buChar char="■"/>
              <a:defRPr sz="2800"/>
            </a:lvl6pPr>
            <a:lvl7pPr lvl="6" algn="ctr" rtl="0">
              <a:lnSpc>
                <a:spcPct val="100000"/>
              </a:lnSpc>
              <a:spcBef>
                <a:spcPts val="0"/>
              </a:spcBef>
              <a:spcAft>
                <a:spcPts val="0"/>
              </a:spcAft>
              <a:buSzPts val="2800"/>
              <a:buChar char="●"/>
              <a:defRPr sz="2800"/>
            </a:lvl7pPr>
            <a:lvl8pPr lvl="7" algn="ctr" rtl="0">
              <a:lnSpc>
                <a:spcPct val="100000"/>
              </a:lnSpc>
              <a:spcBef>
                <a:spcPts val="0"/>
              </a:spcBef>
              <a:spcAft>
                <a:spcPts val="0"/>
              </a:spcAft>
              <a:buSzPts val="2800"/>
              <a:buChar char="○"/>
              <a:defRPr sz="2800"/>
            </a:lvl8pPr>
            <a:lvl9pPr lvl="8" algn="ctr" rtl="0">
              <a:lnSpc>
                <a:spcPct val="100000"/>
              </a:lnSpc>
              <a:spcBef>
                <a:spcPts val="0"/>
              </a:spcBef>
              <a:spcAft>
                <a:spcPts val="0"/>
              </a:spcAft>
              <a:buSzPts val="2800"/>
              <a:buChar char="■"/>
              <a:defRPr sz="2800"/>
            </a:lvl9pPr>
          </a:lstStyle>
          <a:p>
            <a:r>
              <a:rPr lang="en-US" smtClean="0"/>
              <a:t>Click to edit Master subtitle style</a:t>
            </a:r>
            <a:endParaRPr/>
          </a:p>
        </p:txBody>
      </p:sp>
      <p:sp>
        <p:nvSpPr>
          <p:cNvPr id="62" name="Google Shape;62;p5"/>
          <p:cNvSpPr txBox="1">
            <a:spLocks noGrp="1"/>
          </p:cNvSpPr>
          <p:nvPr>
            <p:ph type="subTitle" idx="2"/>
          </p:nvPr>
        </p:nvSpPr>
        <p:spPr>
          <a:xfrm>
            <a:off x="5035895" y="2343557"/>
            <a:ext cx="3100800" cy="990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500"/>
              <a:buChar char="●"/>
              <a:defRPr sz="1400">
                <a:latin typeface="Barlow"/>
                <a:ea typeface="Barlow"/>
                <a:cs typeface="Barlow"/>
                <a:sym typeface="Barlow"/>
              </a:defRPr>
            </a:lvl1pPr>
            <a:lvl2pPr lvl="1" algn="ctr" rtl="0">
              <a:lnSpc>
                <a:spcPct val="100000"/>
              </a:lnSpc>
              <a:spcBef>
                <a:spcPts val="0"/>
              </a:spcBef>
              <a:spcAft>
                <a:spcPts val="0"/>
              </a:spcAft>
              <a:buClr>
                <a:schemeClr val="dk1"/>
              </a:buClr>
              <a:buSzPts val="2800"/>
              <a:buChar char="○"/>
              <a:defRPr sz="2800"/>
            </a:lvl2pPr>
            <a:lvl3pPr lvl="2" algn="ctr" rtl="0">
              <a:lnSpc>
                <a:spcPct val="100000"/>
              </a:lnSpc>
              <a:spcBef>
                <a:spcPts val="0"/>
              </a:spcBef>
              <a:spcAft>
                <a:spcPts val="0"/>
              </a:spcAft>
              <a:buClr>
                <a:schemeClr val="dk1"/>
              </a:buClr>
              <a:buSzPts val="2800"/>
              <a:buChar char="■"/>
              <a:defRPr sz="2800"/>
            </a:lvl3pPr>
            <a:lvl4pPr lvl="3" algn="ctr" rtl="0">
              <a:lnSpc>
                <a:spcPct val="100000"/>
              </a:lnSpc>
              <a:spcBef>
                <a:spcPts val="0"/>
              </a:spcBef>
              <a:spcAft>
                <a:spcPts val="0"/>
              </a:spcAft>
              <a:buClr>
                <a:schemeClr val="dk1"/>
              </a:buClr>
              <a:buSzPts val="2800"/>
              <a:buChar char="●"/>
              <a:defRPr sz="2800"/>
            </a:lvl4pPr>
            <a:lvl5pPr lvl="4" algn="ctr" rtl="0">
              <a:lnSpc>
                <a:spcPct val="100000"/>
              </a:lnSpc>
              <a:spcBef>
                <a:spcPts val="0"/>
              </a:spcBef>
              <a:spcAft>
                <a:spcPts val="0"/>
              </a:spcAft>
              <a:buClr>
                <a:schemeClr val="dk1"/>
              </a:buClr>
              <a:buSzPts val="2800"/>
              <a:buChar char="○"/>
              <a:defRPr sz="2800"/>
            </a:lvl5pPr>
            <a:lvl6pPr lvl="5" algn="ctr" rtl="0">
              <a:lnSpc>
                <a:spcPct val="100000"/>
              </a:lnSpc>
              <a:spcBef>
                <a:spcPts val="0"/>
              </a:spcBef>
              <a:spcAft>
                <a:spcPts val="0"/>
              </a:spcAft>
              <a:buClr>
                <a:schemeClr val="dk1"/>
              </a:buClr>
              <a:buSzPts val="2800"/>
              <a:buChar char="■"/>
              <a:defRPr sz="2800"/>
            </a:lvl6pPr>
            <a:lvl7pPr lvl="6" algn="ctr" rtl="0">
              <a:lnSpc>
                <a:spcPct val="100000"/>
              </a:lnSpc>
              <a:spcBef>
                <a:spcPts val="0"/>
              </a:spcBef>
              <a:spcAft>
                <a:spcPts val="0"/>
              </a:spcAft>
              <a:buClr>
                <a:schemeClr val="dk1"/>
              </a:buClr>
              <a:buSzPts val="2800"/>
              <a:buChar char="●"/>
              <a:defRPr sz="2800"/>
            </a:lvl7pPr>
            <a:lvl8pPr lvl="7" algn="ctr" rtl="0">
              <a:lnSpc>
                <a:spcPct val="100000"/>
              </a:lnSpc>
              <a:spcBef>
                <a:spcPts val="0"/>
              </a:spcBef>
              <a:spcAft>
                <a:spcPts val="0"/>
              </a:spcAft>
              <a:buClr>
                <a:schemeClr val="dk1"/>
              </a:buClr>
              <a:buSzPts val="2800"/>
              <a:buChar char="○"/>
              <a:defRPr sz="2800"/>
            </a:lvl8pPr>
            <a:lvl9pPr lvl="8" algn="ctr" rtl="0">
              <a:lnSpc>
                <a:spcPct val="100000"/>
              </a:lnSpc>
              <a:spcBef>
                <a:spcPts val="0"/>
              </a:spcBef>
              <a:spcAft>
                <a:spcPts val="0"/>
              </a:spcAft>
              <a:buClr>
                <a:schemeClr val="dk1"/>
              </a:buClr>
              <a:buSzPts val="2800"/>
              <a:buChar char="■"/>
              <a:defRPr sz="2800"/>
            </a:lvl9pPr>
          </a:lstStyle>
          <a:p>
            <a:r>
              <a:rPr lang="en-US" smtClean="0"/>
              <a:t>Click to edit Master subtitle style</a:t>
            </a:r>
            <a:endParaRPr/>
          </a:p>
        </p:txBody>
      </p:sp>
      <p:sp>
        <p:nvSpPr>
          <p:cNvPr id="63" name="Google Shape;63;p5"/>
          <p:cNvSpPr txBox="1">
            <a:spLocks noGrp="1"/>
          </p:cNvSpPr>
          <p:nvPr>
            <p:ph type="title"/>
          </p:nvPr>
        </p:nvSpPr>
        <p:spPr>
          <a:xfrm>
            <a:off x="1416555" y="1876659"/>
            <a:ext cx="1658700" cy="3087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Font typeface="Barlow Condensed"/>
              <a:buNone/>
              <a:defRPr sz="2000">
                <a:latin typeface="Barlow Condensed"/>
                <a:ea typeface="Barlow Condensed"/>
                <a:cs typeface="Barlow Condensed"/>
                <a:sym typeface="Barlow Condensed"/>
              </a:defRPr>
            </a:lvl1pPr>
            <a:lvl2pPr lvl="1" algn="ctr"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algn="ctr"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algn="ctr"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algn="ctr"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algn="ctr"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algn="ctr"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algn="ctr"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algn="ctr"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a:r>
              <a:rPr lang="en-US" smtClean="0"/>
              <a:t>Click to edit Master title style</a:t>
            </a:r>
            <a:endParaRPr/>
          </a:p>
        </p:txBody>
      </p:sp>
      <p:sp>
        <p:nvSpPr>
          <p:cNvPr id="64" name="Google Shape;64;p5"/>
          <p:cNvSpPr txBox="1">
            <a:spLocks noGrp="1"/>
          </p:cNvSpPr>
          <p:nvPr>
            <p:ph type="title" idx="3"/>
          </p:nvPr>
        </p:nvSpPr>
        <p:spPr>
          <a:xfrm>
            <a:off x="5029902" y="1876659"/>
            <a:ext cx="1658700" cy="3087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Font typeface="Barlow Condensed"/>
              <a:buNone/>
              <a:defRPr sz="2000">
                <a:latin typeface="Barlow Condensed"/>
                <a:ea typeface="Barlow Condensed"/>
                <a:cs typeface="Barlow Condensed"/>
                <a:sym typeface="Barlow Condensed"/>
              </a:defRPr>
            </a:lvl1pPr>
            <a:lvl2pPr lvl="1" algn="ctr"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algn="ctr"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algn="ctr"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algn="ctr"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algn="ctr"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algn="ctr"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algn="ctr"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algn="ctr"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a:r>
              <a:rPr lang="en-US" smtClean="0"/>
              <a:t>Click to edit Master title style</a:t>
            </a:r>
            <a:endParaRPr/>
          </a:p>
        </p:txBody>
      </p:sp>
      <p:sp>
        <p:nvSpPr>
          <p:cNvPr id="65" name="Google Shape;65;p5"/>
          <p:cNvSpPr txBox="1">
            <a:spLocks noGrp="1"/>
          </p:cNvSpPr>
          <p:nvPr>
            <p:ph type="title" idx="4"/>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2700">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grpSp>
        <p:nvGrpSpPr>
          <p:cNvPr id="66" name="Google Shape;66;p5"/>
          <p:cNvGrpSpPr/>
          <p:nvPr/>
        </p:nvGrpSpPr>
        <p:grpSpPr>
          <a:xfrm flipH="1">
            <a:off x="7912848" y="3646823"/>
            <a:ext cx="1612942" cy="1603031"/>
            <a:chOff x="7247681" y="291521"/>
            <a:chExt cx="1169985" cy="1162796"/>
          </a:xfrm>
        </p:grpSpPr>
        <p:sp>
          <p:nvSpPr>
            <p:cNvPr id="67" name="Google Shape;67;p5"/>
            <p:cNvSpPr/>
            <p:nvPr/>
          </p:nvSpPr>
          <p:spPr>
            <a:xfrm rot="864690">
              <a:off x="7512340" y="570251"/>
              <a:ext cx="668831" cy="639301"/>
            </a:xfrm>
            <a:custGeom>
              <a:avLst/>
              <a:gdLst/>
              <a:ahLst/>
              <a:cxnLst/>
              <a:rect l="l" t="t" r="r" b="b"/>
              <a:pathLst>
                <a:path w="5164" h="4936" extrusionOk="0">
                  <a:moveTo>
                    <a:pt x="2538" y="193"/>
                  </a:moveTo>
                  <a:cubicBezTo>
                    <a:pt x="3326" y="193"/>
                    <a:pt x="4118" y="580"/>
                    <a:pt x="4468" y="1195"/>
                  </a:cubicBezTo>
                  <a:cubicBezTo>
                    <a:pt x="4854" y="1875"/>
                    <a:pt x="4653" y="2756"/>
                    <a:pt x="4004" y="3251"/>
                  </a:cubicBezTo>
                  <a:cubicBezTo>
                    <a:pt x="3834" y="3390"/>
                    <a:pt x="3757" y="3467"/>
                    <a:pt x="3679" y="3560"/>
                  </a:cubicBezTo>
                  <a:lnTo>
                    <a:pt x="3463" y="3776"/>
                  </a:lnTo>
                  <a:cubicBezTo>
                    <a:pt x="3185" y="4039"/>
                    <a:pt x="3061" y="4332"/>
                    <a:pt x="3092" y="4595"/>
                  </a:cubicBezTo>
                  <a:cubicBezTo>
                    <a:pt x="2691" y="4664"/>
                    <a:pt x="2239" y="4721"/>
                    <a:pt x="1794" y="4721"/>
                  </a:cubicBezTo>
                  <a:cubicBezTo>
                    <a:pt x="1743" y="4721"/>
                    <a:pt x="1691" y="4720"/>
                    <a:pt x="1639" y="4719"/>
                  </a:cubicBezTo>
                  <a:cubicBezTo>
                    <a:pt x="1747" y="4271"/>
                    <a:pt x="1608" y="3931"/>
                    <a:pt x="1284" y="3668"/>
                  </a:cubicBezTo>
                  <a:cubicBezTo>
                    <a:pt x="573" y="3189"/>
                    <a:pt x="233" y="2354"/>
                    <a:pt x="449" y="1643"/>
                  </a:cubicBezTo>
                  <a:cubicBezTo>
                    <a:pt x="665" y="901"/>
                    <a:pt x="1407" y="314"/>
                    <a:pt x="2288" y="206"/>
                  </a:cubicBezTo>
                  <a:cubicBezTo>
                    <a:pt x="2371" y="197"/>
                    <a:pt x="2455" y="193"/>
                    <a:pt x="2538" y="193"/>
                  </a:cubicBezTo>
                  <a:close/>
                  <a:moveTo>
                    <a:pt x="2599" y="1"/>
                  </a:moveTo>
                  <a:cubicBezTo>
                    <a:pt x="2495" y="1"/>
                    <a:pt x="2391" y="7"/>
                    <a:pt x="2288" y="20"/>
                  </a:cubicBezTo>
                  <a:cubicBezTo>
                    <a:pt x="1315" y="128"/>
                    <a:pt x="464" y="793"/>
                    <a:pt x="233" y="1597"/>
                  </a:cubicBezTo>
                  <a:cubicBezTo>
                    <a:pt x="1" y="2400"/>
                    <a:pt x="372" y="3297"/>
                    <a:pt x="1145" y="3822"/>
                  </a:cubicBezTo>
                  <a:cubicBezTo>
                    <a:pt x="1438" y="4039"/>
                    <a:pt x="1515" y="4348"/>
                    <a:pt x="1392" y="4765"/>
                  </a:cubicBezTo>
                  <a:lnTo>
                    <a:pt x="1361" y="4889"/>
                  </a:lnTo>
                  <a:lnTo>
                    <a:pt x="1485" y="4904"/>
                  </a:lnTo>
                  <a:cubicBezTo>
                    <a:pt x="1608" y="4935"/>
                    <a:pt x="1747" y="4935"/>
                    <a:pt x="1856" y="4935"/>
                  </a:cubicBezTo>
                  <a:cubicBezTo>
                    <a:pt x="2335" y="4935"/>
                    <a:pt x="2845" y="4858"/>
                    <a:pt x="3293" y="4750"/>
                  </a:cubicBezTo>
                  <a:lnTo>
                    <a:pt x="3417" y="4734"/>
                  </a:lnTo>
                  <a:lnTo>
                    <a:pt x="3386" y="4626"/>
                  </a:lnTo>
                  <a:cubicBezTo>
                    <a:pt x="3308" y="4410"/>
                    <a:pt x="3401" y="4132"/>
                    <a:pt x="3679" y="3884"/>
                  </a:cubicBezTo>
                  <a:cubicBezTo>
                    <a:pt x="3772" y="3807"/>
                    <a:pt x="3834" y="3730"/>
                    <a:pt x="3880" y="3668"/>
                  </a:cubicBezTo>
                  <a:cubicBezTo>
                    <a:pt x="3988" y="3591"/>
                    <a:pt x="4035" y="3513"/>
                    <a:pt x="4189" y="3405"/>
                  </a:cubicBezTo>
                  <a:cubicBezTo>
                    <a:pt x="4931" y="2849"/>
                    <a:pt x="5163" y="1860"/>
                    <a:pt x="4715" y="1102"/>
                  </a:cubicBezTo>
                  <a:cubicBezTo>
                    <a:pt x="4342" y="453"/>
                    <a:pt x="3474" y="1"/>
                    <a:pt x="259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rot="864690">
              <a:off x="7511905" y="1138016"/>
              <a:ext cx="434533" cy="266419"/>
            </a:xfrm>
            <a:custGeom>
              <a:avLst/>
              <a:gdLst/>
              <a:ahLst/>
              <a:cxnLst/>
              <a:rect l="l" t="t" r="r" b="b"/>
              <a:pathLst>
                <a:path w="3355" h="2057" extrusionOk="0">
                  <a:moveTo>
                    <a:pt x="3122" y="295"/>
                  </a:moveTo>
                  <a:lnTo>
                    <a:pt x="3076" y="990"/>
                  </a:lnTo>
                  <a:cubicBezTo>
                    <a:pt x="3045" y="1237"/>
                    <a:pt x="3029" y="1516"/>
                    <a:pt x="3014" y="1763"/>
                  </a:cubicBezTo>
                  <a:cubicBezTo>
                    <a:pt x="2592" y="1827"/>
                    <a:pt x="2076" y="1864"/>
                    <a:pt x="1527" y="1864"/>
                  </a:cubicBezTo>
                  <a:cubicBezTo>
                    <a:pt x="1152" y="1864"/>
                    <a:pt x="760" y="1847"/>
                    <a:pt x="371" y="1809"/>
                  </a:cubicBezTo>
                  <a:cubicBezTo>
                    <a:pt x="387" y="1299"/>
                    <a:pt x="371" y="820"/>
                    <a:pt x="294" y="326"/>
                  </a:cubicBezTo>
                  <a:lnTo>
                    <a:pt x="294" y="326"/>
                  </a:lnTo>
                  <a:cubicBezTo>
                    <a:pt x="747" y="415"/>
                    <a:pt x="1204" y="461"/>
                    <a:pt x="1659" y="461"/>
                  </a:cubicBezTo>
                  <a:cubicBezTo>
                    <a:pt x="2151" y="461"/>
                    <a:pt x="2641" y="407"/>
                    <a:pt x="3122" y="295"/>
                  </a:cubicBezTo>
                  <a:close/>
                  <a:moveTo>
                    <a:pt x="3354" y="1"/>
                  </a:moveTo>
                  <a:lnTo>
                    <a:pt x="3199" y="47"/>
                  </a:lnTo>
                  <a:cubicBezTo>
                    <a:pt x="2696" y="175"/>
                    <a:pt x="2173" y="237"/>
                    <a:pt x="1645" y="237"/>
                  </a:cubicBezTo>
                  <a:cubicBezTo>
                    <a:pt x="1152" y="237"/>
                    <a:pt x="656" y="183"/>
                    <a:pt x="170" y="78"/>
                  </a:cubicBezTo>
                  <a:lnTo>
                    <a:pt x="0" y="47"/>
                  </a:lnTo>
                  <a:lnTo>
                    <a:pt x="16" y="202"/>
                  </a:lnTo>
                  <a:cubicBezTo>
                    <a:pt x="108" y="743"/>
                    <a:pt x="155" y="1284"/>
                    <a:pt x="108" y="1856"/>
                  </a:cubicBezTo>
                  <a:lnTo>
                    <a:pt x="108" y="1964"/>
                  </a:lnTo>
                  <a:lnTo>
                    <a:pt x="232" y="1979"/>
                  </a:lnTo>
                  <a:cubicBezTo>
                    <a:pt x="696" y="2041"/>
                    <a:pt x="1159" y="2057"/>
                    <a:pt x="1608" y="2057"/>
                  </a:cubicBezTo>
                  <a:cubicBezTo>
                    <a:pt x="2179" y="2057"/>
                    <a:pt x="2720" y="2010"/>
                    <a:pt x="3153" y="1917"/>
                  </a:cubicBezTo>
                  <a:lnTo>
                    <a:pt x="3246" y="1902"/>
                  </a:lnTo>
                  <a:lnTo>
                    <a:pt x="3246" y="1825"/>
                  </a:lnTo>
                  <a:cubicBezTo>
                    <a:pt x="3246" y="1547"/>
                    <a:pt x="3277" y="1253"/>
                    <a:pt x="3308" y="990"/>
                  </a:cubicBezTo>
                  <a:cubicBezTo>
                    <a:pt x="3323" y="712"/>
                    <a:pt x="3354" y="434"/>
                    <a:pt x="3354" y="140"/>
                  </a:cubicBezTo>
                  <a:lnTo>
                    <a:pt x="33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rot="864690">
              <a:off x="7587199" y="1226855"/>
              <a:ext cx="300352" cy="48828"/>
            </a:xfrm>
            <a:custGeom>
              <a:avLst/>
              <a:gdLst/>
              <a:ahLst/>
              <a:cxnLst/>
              <a:rect l="l" t="t" r="r" b="b"/>
              <a:pathLst>
                <a:path w="2319" h="377" extrusionOk="0">
                  <a:moveTo>
                    <a:pt x="125" y="0"/>
                  </a:moveTo>
                  <a:cubicBezTo>
                    <a:pt x="75" y="0"/>
                    <a:pt x="27" y="21"/>
                    <a:pt x="16" y="68"/>
                  </a:cubicBezTo>
                  <a:cubicBezTo>
                    <a:pt x="0" y="130"/>
                    <a:pt x="31" y="176"/>
                    <a:pt x="93" y="207"/>
                  </a:cubicBezTo>
                  <a:cubicBezTo>
                    <a:pt x="495" y="315"/>
                    <a:pt x="927" y="377"/>
                    <a:pt x="1376" y="377"/>
                  </a:cubicBezTo>
                  <a:cubicBezTo>
                    <a:pt x="1654" y="377"/>
                    <a:pt x="1932" y="361"/>
                    <a:pt x="2195" y="300"/>
                  </a:cubicBezTo>
                  <a:cubicBezTo>
                    <a:pt x="2272" y="300"/>
                    <a:pt x="2318" y="238"/>
                    <a:pt x="2303" y="176"/>
                  </a:cubicBezTo>
                  <a:cubicBezTo>
                    <a:pt x="2303" y="136"/>
                    <a:pt x="2245" y="96"/>
                    <a:pt x="2189" y="96"/>
                  </a:cubicBezTo>
                  <a:cubicBezTo>
                    <a:pt x="2181" y="96"/>
                    <a:pt x="2172" y="97"/>
                    <a:pt x="2164" y="99"/>
                  </a:cubicBezTo>
                  <a:cubicBezTo>
                    <a:pt x="1892" y="156"/>
                    <a:pt x="1615" y="184"/>
                    <a:pt x="1339" y="184"/>
                  </a:cubicBezTo>
                  <a:cubicBezTo>
                    <a:pt x="941" y="184"/>
                    <a:pt x="545" y="125"/>
                    <a:pt x="170" y="6"/>
                  </a:cubicBezTo>
                  <a:cubicBezTo>
                    <a:pt x="156" y="2"/>
                    <a:pt x="140" y="0"/>
                    <a:pt x="12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rot="864690">
              <a:off x="7597803" y="1296128"/>
              <a:ext cx="250358" cy="46238"/>
            </a:xfrm>
            <a:custGeom>
              <a:avLst/>
              <a:gdLst/>
              <a:ahLst/>
              <a:cxnLst/>
              <a:rect l="l" t="t" r="r" b="b"/>
              <a:pathLst>
                <a:path w="1933" h="357" extrusionOk="0">
                  <a:moveTo>
                    <a:pt x="170" y="1"/>
                  </a:moveTo>
                  <a:cubicBezTo>
                    <a:pt x="93" y="1"/>
                    <a:pt x="31" y="16"/>
                    <a:pt x="16" y="78"/>
                  </a:cubicBezTo>
                  <a:cubicBezTo>
                    <a:pt x="0" y="140"/>
                    <a:pt x="31" y="202"/>
                    <a:pt x="93" y="217"/>
                  </a:cubicBezTo>
                  <a:cubicBezTo>
                    <a:pt x="433" y="310"/>
                    <a:pt x="789" y="356"/>
                    <a:pt x="1160" y="356"/>
                  </a:cubicBezTo>
                  <a:cubicBezTo>
                    <a:pt x="1361" y="356"/>
                    <a:pt x="1577" y="356"/>
                    <a:pt x="1809" y="279"/>
                  </a:cubicBezTo>
                  <a:cubicBezTo>
                    <a:pt x="1871" y="279"/>
                    <a:pt x="1932" y="217"/>
                    <a:pt x="1902" y="155"/>
                  </a:cubicBezTo>
                  <a:cubicBezTo>
                    <a:pt x="1902" y="104"/>
                    <a:pt x="1848" y="74"/>
                    <a:pt x="1804" y="74"/>
                  </a:cubicBezTo>
                  <a:cubicBezTo>
                    <a:pt x="1795" y="74"/>
                    <a:pt x="1786" y="76"/>
                    <a:pt x="1778" y="78"/>
                  </a:cubicBezTo>
                  <a:cubicBezTo>
                    <a:pt x="1572" y="108"/>
                    <a:pt x="1362" y="124"/>
                    <a:pt x="1151" y="124"/>
                  </a:cubicBezTo>
                  <a:cubicBezTo>
                    <a:pt x="822" y="124"/>
                    <a:pt x="490" y="86"/>
                    <a:pt x="17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rot="864690">
              <a:off x="7754418" y="777788"/>
              <a:ext cx="92217" cy="407075"/>
            </a:xfrm>
            <a:custGeom>
              <a:avLst/>
              <a:gdLst/>
              <a:ahLst/>
              <a:cxnLst/>
              <a:rect l="l" t="t" r="r" b="b"/>
              <a:pathLst>
                <a:path w="712" h="3143" extrusionOk="0">
                  <a:moveTo>
                    <a:pt x="447" y="0"/>
                  </a:moveTo>
                  <a:cubicBezTo>
                    <a:pt x="416" y="0"/>
                    <a:pt x="383" y="15"/>
                    <a:pt x="356" y="51"/>
                  </a:cubicBezTo>
                  <a:cubicBezTo>
                    <a:pt x="186" y="330"/>
                    <a:pt x="263" y="654"/>
                    <a:pt x="325" y="886"/>
                  </a:cubicBezTo>
                  <a:lnTo>
                    <a:pt x="356" y="1025"/>
                  </a:lnTo>
                  <a:cubicBezTo>
                    <a:pt x="418" y="1226"/>
                    <a:pt x="480" y="1427"/>
                    <a:pt x="464" y="1612"/>
                  </a:cubicBezTo>
                  <a:cubicBezTo>
                    <a:pt x="433" y="1767"/>
                    <a:pt x="340" y="1922"/>
                    <a:pt x="263" y="2076"/>
                  </a:cubicBezTo>
                  <a:cubicBezTo>
                    <a:pt x="232" y="2153"/>
                    <a:pt x="186" y="2215"/>
                    <a:pt x="155" y="2293"/>
                  </a:cubicBezTo>
                  <a:cubicBezTo>
                    <a:pt x="0" y="2602"/>
                    <a:pt x="0" y="2911"/>
                    <a:pt x="170" y="3112"/>
                  </a:cubicBezTo>
                  <a:cubicBezTo>
                    <a:pt x="186" y="3127"/>
                    <a:pt x="232" y="3143"/>
                    <a:pt x="263" y="3143"/>
                  </a:cubicBezTo>
                  <a:cubicBezTo>
                    <a:pt x="294" y="3143"/>
                    <a:pt x="311" y="3136"/>
                    <a:pt x="324" y="3136"/>
                  </a:cubicBezTo>
                  <a:cubicBezTo>
                    <a:pt x="330" y="3136"/>
                    <a:pt x="335" y="3137"/>
                    <a:pt x="340" y="3143"/>
                  </a:cubicBezTo>
                  <a:cubicBezTo>
                    <a:pt x="387" y="3127"/>
                    <a:pt x="402" y="3050"/>
                    <a:pt x="356" y="3003"/>
                  </a:cubicBezTo>
                  <a:cubicBezTo>
                    <a:pt x="186" y="2818"/>
                    <a:pt x="279" y="2540"/>
                    <a:pt x="356" y="2385"/>
                  </a:cubicBezTo>
                  <a:cubicBezTo>
                    <a:pt x="387" y="2339"/>
                    <a:pt x="418" y="2262"/>
                    <a:pt x="464" y="2200"/>
                  </a:cubicBezTo>
                  <a:cubicBezTo>
                    <a:pt x="557" y="2030"/>
                    <a:pt x="650" y="1844"/>
                    <a:pt x="665" y="1659"/>
                  </a:cubicBezTo>
                  <a:cubicBezTo>
                    <a:pt x="711" y="1427"/>
                    <a:pt x="650" y="1195"/>
                    <a:pt x="572" y="979"/>
                  </a:cubicBezTo>
                  <a:lnTo>
                    <a:pt x="541" y="840"/>
                  </a:lnTo>
                  <a:cubicBezTo>
                    <a:pt x="480" y="654"/>
                    <a:pt x="418" y="361"/>
                    <a:pt x="557" y="144"/>
                  </a:cubicBezTo>
                  <a:cubicBezTo>
                    <a:pt x="588" y="113"/>
                    <a:pt x="572" y="36"/>
                    <a:pt x="510" y="21"/>
                  </a:cubicBezTo>
                  <a:cubicBezTo>
                    <a:pt x="491" y="8"/>
                    <a:pt x="469" y="0"/>
                    <a:pt x="44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rot="864690">
              <a:off x="7974980" y="291837"/>
              <a:ext cx="34193" cy="250358"/>
            </a:xfrm>
            <a:custGeom>
              <a:avLst/>
              <a:gdLst/>
              <a:ahLst/>
              <a:cxnLst/>
              <a:rect l="l" t="t" r="r" b="b"/>
              <a:pathLst>
                <a:path w="264" h="1933" extrusionOk="0">
                  <a:moveTo>
                    <a:pt x="155" y="0"/>
                  </a:moveTo>
                  <a:cubicBezTo>
                    <a:pt x="93" y="0"/>
                    <a:pt x="47" y="31"/>
                    <a:pt x="47" y="93"/>
                  </a:cubicBezTo>
                  <a:lnTo>
                    <a:pt x="0" y="1840"/>
                  </a:lnTo>
                  <a:cubicBezTo>
                    <a:pt x="0" y="1886"/>
                    <a:pt x="47" y="1932"/>
                    <a:pt x="124" y="1932"/>
                  </a:cubicBezTo>
                  <a:cubicBezTo>
                    <a:pt x="201" y="1932"/>
                    <a:pt x="232" y="1886"/>
                    <a:pt x="232" y="1840"/>
                  </a:cubicBezTo>
                  <a:lnTo>
                    <a:pt x="263" y="93"/>
                  </a:lnTo>
                  <a:cubicBezTo>
                    <a:pt x="263" y="31"/>
                    <a:pt x="217" y="0"/>
                    <a:pt x="15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rot="864690">
              <a:off x="8201277" y="909226"/>
              <a:ext cx="216295" cy="28105"/>
            </a:xfrm>
            <a:custGeom>
              <a:avLst/>
              <a:gdLst/>
              <a:ahLst/>
              <a:cxnLst/>
              <a:rect l="l" t="t" r="r" b="b"/>
              <a:pathLst>
                <a:path w="1670" h="217" extrusionOk="0">
                  <a:moveTo>
                    <a:pt x="1546" y="0"/>
                  </a:moveTo>
                  <a:lnTo>
                    <a:pt x="124" y="16"/>
                  </a:lnTo>
                  <a:cubicBezTo>
                    <a:pt x="62" y="16"/>
                    <a:pt x="0" y="62"/>
                    <a:pt x="0" y="124"/>
                  </a:cubicBezTo>
                  <a:cubicBezTo>
                    <a:pt x="0" y="170"/>
                    <a:pt x="62" y="217"/>
                    <a:pt x="124" y="217"/>
                  </a:cubicBezTo>
                  <a:lnTo>
                    <a:pt x="1546" y="201"/>
                  </a:lnTo>
                  <a:cubicBezTo>
                    <a:pt x="1608" y="201"/>
                    <a:pt x="1669" y="155"/>
                    <a:pt x="1669" y="93"/>
                  </a:cubicBezTo>
                  <a:cubicBezTo>
                    <a:pt x="1669" y="31"/>
                    <a:pt x="1608" y="0"/>
                    <a:pt x="154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rot="864690">
              <a:off x="7251065" y="636179"/>
              <a:ext cx="312527" cy="66702"/>
            </a:xfrm>
            <a:custGeom>
              <a:avLst/>
              <a:gdLst/>
              <a:ahLst/>
              <a:cxnLst/>
              <a:rect l="l" t="t" r="r" b="b"/>
              <a:pathLst>
                <a:path w="2413" h="515" extrusionOk="0">
                  <a:moveTo>
                    <a:pt x="124" y="0"/>
                  </a:moveTo>
                  <a:cubicBezTo>
                    <a:pt x="74" y="0"/>
                    <a:pt x="29" y="30"/>
                    <a:pt x="16" y="82"/>
                  </a:cubicBezTo>
                  <a:cubicBezTo>
                    <a:pt x="1" y="143"/>
                    <a:pt x="63" y="205"/>
                    <a:pt x="109" y="205"/>
                  </a:cubicBezTo>
                  <a:lnTo>
                    <a:pt x="2258" y="514"/>
                  </a:lnTo>
                  <a:lnTo>
                    <a:pt x="2273" y="514"/>
                  </a:lnTo>
                  <a:cubicBezTo>
                    <a:pt x="2335" y="514"/>
                    <a:pt x="2397" y="483"/>
                    <a:pt x="2397" y="437"/>
                  </a:cubicBezTo>
                  <a:cubicBezTo>
                    <a:pt x="2412" y="375"/>
                    <a:pt x="2350" y="313"/>
                    <a:pt x="2304" y="313"/>
                  </a:cubicBezTo>
                  <a:lnTo>
                    <a:pt x="156" y="4"/>
                  </a:lnTo>
                  <a:cubicBezTo>
                    <a:pt x="145" y="2"/>
                    <a:pt x="134" y="0"/>
                    <a:pt x="12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rot="864690">
              <a:off x="8164843" y="589260"/>
              <a:ext cx="92217" cy="114753"/>
            </a:xfrm>
            <a:custGeom>
              <a:avLst/>
              <a:gdLst/>
              <a:ahLst/>
              <a:cxnLst/>
              <a:rect l="l" t="t" r="r" b="b"/>
              <a:pathLst>
                <a:path w="712" h="886" extrusionOk="0">
                  <a:moveTo>
                    <a:pt x="567" y="0"/>
                  </a:moveTo>
                  <a:cubicBezTo>
                    <a:pt x="534" y="0"/>
                    <a:pt x="503" y="12"/>
                    <a:pt x="480" y="35"/>
                  </a:cubicBezTo>
                  <a:cubicBezTo>
                    <a:pt x="279" y="252"/>
                    <a:pt x="125" y="483"/>
                    <a:pt x="16" y="746"/>
                  </a:cubicBezTo>
                  <a:cubicBezTo>
                    <a:pt x="1" y="808"/>
                    <a:pt x="47" y="870"/>
                    <a:pt x="94" y="885"/>
                  </a:cubicBezTo>
                  <a:lnTo>
                    <a:pt x="140" y="885"/>
                  </a:lnTo>
                  <a:cubicBezTo>
                    <a:pt x="171" y="885"/>
                    <a:pt x="233" y="870"/>
                    <a:pt x="248" y="808"/>
                  </a:cubicBezTo>
                  <a:cubicBezTo>
                    <a:pt x="326" y="576"/>
                    <a:pt x="465" y="344"/>
                    <a:pt x="666" y="174"/>
                  </a:cubicBezTo>
                  <a:cubicBezTo>
                    <a:pt x="712" y="128"/>
                    <a:pt x="712" y="66"/>
                    <a:pt x="666" y="35"/>
                  </a:cubicBezTo>
                  <a:cubicBezTo>
                    <a:pt x="635" y="12"/>
                    <a:pt x="600" y="0"/>
                    <a:pt x="56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rot="864690">
              <a:off x="7538891" y="362823"/>
              <a:ext cx="192334" cy="191946"/>
            </a:xfrm>
            <a:custGeom>
              <a:avLst/>
              <a:gdLst/>
              <a:ahLst/>
              <a:cxnLst/>
              <a:rect l="l" t="t" r="r" b="b"/>
              <a:pathLst>
                <a:path w="1485" h="1482" extrusionOk="0">
                  <a:moveTo>
                    <a:pt x="121" y="1"/>
                  </a:moveTo>
                  <a:cubicBezTo>
                    <a:pt x="105" y="1"/>
                    <a:pt x="91" y="5"/>
                    <a:pt x="78" y="13"/>
                  </a:cubicBezTo>
                  <a:cubicBezTo>
                    <a:pt x="16" y="28"/>
                    <a:pt x="1" y="90"/>
                    <a:pt x="16" y="137"/>
                  </a:cubicBezTo>
                  <a:cubicBezTo>
                    <a:pt x="264" y="693"/>
                    <a:pt x="727" y="1141"/>
                    <a:pt x="1284" y="1466"/>
                  </a:cubicBezTo>
                  <a:cubicBezTo>
                    <a:pt x="1315" y="1481"/>
                    <a:pt x="1330" y="1481"/>
                    <a:pt x="1346" y="1481"/>
                  </a:cubicBezTo>
                  <a:cubicBezTo>
                    <a:pt x="1392" y="1481"/>
                    <a:pt x="1423" y="1466"/>
                    <a:pt x="1438" y="1419"/>
                  </a:cubicBezTo>
                  <a:cubicBezTo>
                    <a:pt x="1485" y="1388"/>
                    <a:pt x="1469" y="1327"/>
                    <a:pt x="1407" y="1280"/>
                  </a:cubicBezTo>
                  <a:cubicBezTo>
                    <a:pt x="882" y="1002"/>
                    <a:pt x="465" y="569"/>
                    <a:pt x="233" y="75"/>
                  </a:cubicBezTo>
                  <a:cubicBezTo>
                    <a:pt x="210" y="29"/>
                    <a:pt x="163" y="1"/>
                    <a:pt x="12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rot="864690">
              <a:off x="8092500" y="1038304"/>
              <a:ext cx="160343" cy="94289"/>
            </a:xfrm>
            <a:custGeom>
              <a:avLst/>
              <a:gdLst/>
              <a:ahLst/>
              <a:cxnLst/>
              <a:rect l="l" t="t" r="r" b="b"/>
              <a:pathLst>
                <a:path w="1238" h="728" extrusionOk="0">
                  <a:moveTo>
                    <a:pt x="126" y="0"/>
                  </a:moveTo>
                  <a:cubicBezTo>
                    <a:pt x="102" y="0"/>
                    <a:pt x="80" y="5"/>
                    <a:pt x="62" y="17"/>
                  </a:cubicBezTo>
                  <a:cubicBezTo>
                    <a:pt x="1" y="32"/>
                    <a:pt x="1" y="110"/>
                    <a:pt x="32" y="156"/>
                  </a:cubicBezTo>
                  <a:cubicBezTo>
                    <a:pt x="310" y="419"/>
                    <a:pt x="650" y="635"/>
                    <a:pt x="1067" y="728"/>
                  </a:cubicBezTo>
                  <a:lnTo>
                    <a:pt x="1098" y="728"/>
                  </a:lnTo>
                  <a:cubicBezTo>
                    <a:pt x="1160" y="728"/>
                    <a:pt x="1191" y="697"/>
                    <a:pt x="1206" y="697"/>
                  </a:cubicBezTo>
                  <a:cubicBezTo>
                    <a:pt x="1237" y="635"/>
                    <a:pt x="1191" y="573"/>
                    <a:pt x="1144" y="558"/>
                  </a:cubicBezTo>
                  <a:cubicBezTo>
                    <a:pt x="789" y="465"/>
                    <a:pt x="464" y="295"/>
                    <a:pt x="232" y="32"/>
                  </a:cubicBezTo>
                  <a:cubicBezTo>
                    <a:pt x="204" y="13"/>
                    <a:pt x="163" y="0"/>
                    <a:pt x="12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rot="864690">
              <a:off x="7382482" y="916015"/>
              <a:ext cx="136253" cy="103226"/>
            </a:xfrm>
            <a:custGeom>
              <a:avLst/>
              <a:gdLst/>
              <a:ahLst/>
              <a:cxnLst/>
              <a:rect l="l" t="t" r="r" b="b"/>
              <a:pathLst>
                <a:path w="1052" h="797" extrusionOk="0">
                  <a:moveTo>
                    <a:pt x="920" y="1"/>
                  </a:moveTo>
                  <a:cubicBezTo>
                    <a:pt x="893" y="1"/>
                    <a:pt x="866" y="9"/>
                    <a:pt x="835" y="24"/>
                  </a:cubicBezTo>
                  <a:lnTo>
                    <a:pt x="47" y="627"/>
                  </a:lnTo>
                  <a:cubicBezTo>
                    <a:pt x="0" y="642"/>
                    <a:pt x="0" y="720"/>
                    <a:pt x="47" y="766"/>
                  </a:cubicBezTo>
                  <a:cubicBezTo>
                    <a:pt x="78" y="781"/>
                    <a:pt x="109" y="797"/>
                    <a:pt x="140" y="797"/>
                  </a:cubicBezTo>
                  <a:cubicBezTo>
                    <a:pt x="155" y="797"/>
                    <a:pt x="186" y="797"/>
                    <a:pt x="217" y="766"/>
                  </a:cubicBezTo>
                  <a:lnTo>
                    <a:pt x="1005" y="163"/>
                  </a:lnTo>
                  <a:cubicBezTo>
                    <a:pt x="1051" y="148"/>
                    <a:pt x="1051" y="70"/>
                    <a:pt x="1005" y="24"/>
                  </a:cubicBezTo>
                  <a:cubicBezTo>
                    <a:pt x="974" y="9"/>
                    <a:pt x="947" y="1"/>
                    <a:pt x="92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 name="Google Shape;79;p5"/>
          <p:cNvGrpSpPr/>
          <p:nvPr/>
        </p:nvGrpSpPr>
        <p:grpSpPr>
          <a:xfrm>
            <a:off x="70571" y="4102878"/>
            <a:ext cx="1059557" cy="690926"/>
            <a:chOff x="-306504" y="4276178"/>
            <a:chExt cx="1059557" cy="690926"/>
          </a:xfrm>
        </p:grpSpPr>
        <p:sp>
          <p:nvSpPr>
            <p:cNvPr id="80" name="Google Shape;80;p5"/>
            <p:cNvSpPr/>
            <p:nvPr/>
          </p:nvSpPr>
          <p:spPr>
            <a:xfrm>
              <a:off x="-140162" y="4531505"/>
              <a:ext cx="713657" cy="351893"/>
            </a:xfrm>
            <a:custGeom>
              <a:avLst/>
              <a:gdLst/>
              <a:ahLst/>
              <a:cxnLst/>
              <a:rect l="l" t="t" r="r" b="b"/>
              <a:pathLst>
                <a:path w="35523" h="17518" extrusionOk="0">
                  <a:moveTo>
                    <a:pt x="3774" y="10775"/>
                  </a:moveTo>
                  <a:cubicBezTo>
                    <a:pt x="2619" y="10198"/>
                    <a:pt x="353" y="8285"/>
                    <a:pt x="100" y="9551"/>
                  </a:cubicBezTo>
                  <a:cubicBezTo>
                    <a:pt x="-700" y="13554"/>
                    <a:pt x="6631" y="19346"/>
                    <a:pt x="9897" y="16898"/>
                  </a:cubicBezTo>
                  <a:cubicBezTo>
                    <a:pt x="14519" y="13434"/>
                    <a:pt x="9580" y="3364"/>
                    <a:pt x="14387" y="162"/>
                  </a:cubicBezTo>
                  <a:cubicBezTo>
                    <a:pt x="15361" y="-487"/>
                    <a:pt x="16028" y="1919"/>
                    <a:pt x="16428" y="3019"/>
                  </a:cubicBezTo>
                  <a:cubicBezTo>
                    <a:pt x="17676" y="6450"/>
                    <a:pt x="17937" y="11459"/>
                    <a:pt x="21327" y="12816"/>
                  </a:cubicBezTo>
                  <a:cubicBezTo>
                    <a:pt x="23352" y="13627"/>
                    <a:pt x="26043" y="14435"/>
                    <a:pt x="27858" y="13225"/>
                  </a:cubicBezTo>
                  <a:cubicBezTo>
                    <a:pt x="30136" y="11706"/>
                    <a:pt x="34340" y="6953"/>
                    <a:pt x="35206" y="9551"/>
                  </a:cubicBezTo>
                  <a:cubicBezTo>
                    <a:pt x="37745" y="17172"/>
                    <a:pt x="18742" y="7827"/>
                    <a:pt x="11122" y="10367"/>
                  </a:cubicBezTo>
                </a:path>
              </a:pathLst>
            </a:custGeom>
            <a:noFill/>
            <a:ln w="228600" cap="flat" cmpd="sng">
              <a:solidFill>
                <a:schemeClr val="accent1"/>
              </a:solidFill>
              <a:prstDash val="solid"/>
              <a:round/>
              <a:headEnd type="none" w="med" len="med"/>
              <a:tailEnd type="none" w="med" len="med"/>
            </a:ln>
          </p:spPr>
        </p:sp>
        <p:sp>
          <p:nvSpPr>
            <p:cNvPr id="81" name="Google Shape;81;p5"/>
            <p:cNvSpPr/>
            <p:nvPr/>
          </p:nvSpPr>
          <p:spPr>
            <a:xfrm>
              <a:off x="-306504" y="4276178"/>
              <a:ext cx="1059557" cy="690926"/>
            </a:xfrm>
            <a:custGeom>
              <a:avLst/>
              <a:gdLst/>
              <a:ahLst/>
              <a:cxnLst/>
              <a:rect l="l" t="t" r="r" b="b"/>
              <a:pathLst>
                <a:path w="10141" h="6613" extrusionOk="0">
                  <a:moveTo>
                    <a:pt x="4689" y="581"/>
                  </a:moveTo>
                  <a:cubicBezTo>
                    <a:pt x="5301" y="581"/>
                    <a:pt x="5834" y="1062"/>
                    <a:pt x="6038" y="1698"/>
                  </a:cubicBezTo>
                  <a:cubicBezTo>
                    <a:pt x="6305" y="2398"/>
                    <a:pt x="6171" y="3199"/>
                    <a:pt x="6104" y="3933"/>
                  </a:cubicBezTo>
                  <a:cubicBezTo>
                    <a:pt x="6071" y="4116"/>
                    <a:pt x="6205" y="4208"/>
                    <a:pt x="6350" y="4208"/>
                  </a:cubicBezTo>
                  <a:cubicBezTo>
                    <a:pt x="6496" y="4208"/>
                    <a:pt x="6655" y="4116"/>
                    <a:pt x="6672" y="3933"/>
                  </a:cubicBezTo>
                  <a:lnTo>
                    <a:pt x="6672" y="3899"/>
                  </a:lnTo>
                  <a:cubicBezTo>
                    <a:pt x="7039" y="3614"/>
                    <a:pt x="7493" y="3440"/>
                    <a:pt x="7944" y="3440"/>
                  </a:cubicBezTo>
                  <a:cubicBezTo>
                    <a:pt x="8230" y="3440"/>
                    <a:pt x="8514" y="3510"/>
                    <a:pt x="8773" y="3666"/>
                  </a:cubicBezTo>
                  <a:cubicBezTo>
                    <a:pt x="9407" y="4133"/>
                    <a:pt x="9474" y="5100"/>
                    <a:pt x="9107" y="5801"/>
                  </a:cubicBezTo>
                  <a:cubicBezTo>
                    <a:pt x="9073" y="5867"/>
                    <a:pt x="9073" y="5934"/>
                    <a:pt x="9073" y="5967"/>
                  </a:cubicBezTo>
                  <a:cubicBezTo>
                    <a:pt x="9007" y="5934"/>
                    <a:pt x="8940" y="5901"/>
                    <a:pt x="8906" y="5901"/>
                  </a:cubicBezTo>
                  <a:cubicBezTo>
                    <a:pt x="7922" y="5838"/>
                    <a:pt x="6928" y="5813"/>
                    <a:pt x="5932" y="5813"/>
                  </a:cubicBezTo>
                  <a:cubicBezTo>
                    <a:pt x="4262" y="5813"/>
                    <a:pt x="2585" y="5884"/>
                    <a:pt x="934" y="5967"/>
                  </a:cubicBezTo>
                  <a:cubicBezTo>
                    <a:pt x="967" y="5934"/>
                    <a:pt x="967" y="5834"/>
                    <a:pt x="934" y="5767"/>
                  </a:cubicBezTo>
                  <a:cubicBezTo>
                    <a:pt x="567" y="5334"/>
                    <a:pt x="567" y="4566"/>
                    <a:pt x="1001" y="4166"/>
                  </a:cubicBezTo>
                  <a:cubicBezTo>
                    <a:pt x="1140" y="4055"/>
                    <a:pt x="1312" y="4006"/>
                    <a:pt x="1489" y="4006"/>
                  </a:cubicBezTo>
                  <a:cubicBezTo>
                    <a:pt x="1952" y="4006"/>
                    <a:pt x="2454" y="4342"/>
                    <a:pt x="2502" y="4800"/>
                  </a:cubicBezTo>
                  <a:cubicBezTo>
                    <a:pt x="2535" y="4983"/>
                    <a:pt x="2694" y="5075"/>
                    <a:pt x="2840" y="5075"/>
                  </a:cubicBezTo>
                  <a:cubicBezTo>
                    <a:pt x="2986" y="5075"/>
                    <a:pt x="3119" y="4983"/>
                    <a:pt x="3102" y="4800"/>
                  </a:cubicBezTo>
                  <a:cubicBezTo>
                    <a:pt x="3102" y="4733"/>
                    <a:pt x="3102" y="4667"/>
                    <a:pt x="3036" y="4633"/>
                  </a:cubicBezTo>
                  <a:lnTo>
                    <a:pt x="3036" y="4566"/>
                  </a:lnTo>
                  <a:cubicBezTo>
                    <a:pt x="3002" y="3232"/>
                    <a:pt x="2669" y="1464"/>
                    <a:pt x="4103" y="730"/>
                  </a:cubicBezTo>
                  <a:cubicBezTo>
                    <a:pt x="4301" y="627"/>
                    <a:pt x="4499" y="581"/>
                    <a:pt x="4689" y="581"/>
                  </a:cubicBezTo>
                  <a:close/>
                  <a:moveTo>
                    <a:pt x="4671" y="1"/>
                  </a:moveTo>
                  <a:cubicBezTo>
                    <a:pt x="4562" y="1"/>
                    <a:pt x="4450" y="10"/>
                    <a:pt x="4337" y="30"/>
                  </a:cubicBezTo>
                  <a:cubicBezTo>
                    <a:pt x="2502" y="363"/>
                    <a:pt x="2268" y="2298"/>
                    <a:pt x="2502" y="3899"/>
                  </a:cubicBezTo>
                  <a:cubicBezTo>
                    <a:pt x="2231" y="3607"/>
                    <a:pt x="1842" y="3433"/>
                    <a:pt x="1442" y="3433"/>
                  </a:cubicBezTo>
                  <a:cubicBezTo>
                    <a:pt x="1202" y="3433"/>
                    <a:pt x="959" y="3495"/>
                    <a:pt x="734" y="3632"/>
                  </a:cubicBezTo>
                  <a:cubicBezTo>
                    <a:pt x="300" y="3899"/>
                    <a:pt x="67" y="4366"/>
                    <a:pt x="67" y="4867"/>
                  </a:cubicBezTo>
                  <a:cubicBezTo>
                    <a:pt x="0" y="5334"/>
                    <a:pt x="234" y="5734"/>
                    <a:pt x="634" y="6034"/>
                  </a:cubicBezTo>
                  <a:cubicBezTo>
                    <a:pt x="434" y="6101"/>
                    <a:pt x="467" y="6401"/>
                    <a:pt x="734" y="6434"/>
                  </a:cubicBezTo>
                  <a:cubicBezTo>
                    <a:pt x="2535" y="6523"/>
                    <a:pt x="4351" y="6612"/>
                    <a:pt x="6172" y="6612"/>
                  </a:cubicBezTo>
                  <a:cubicBezTo>
                    <a:pt x="7083" y="6612"/>
                    <a:pt x="7995" y="6590"/>
                    <a:pt x="8906" y="6535"/>
                  </a:cubicBezTo>
                  <a:cubicBezTo>
                    <a:pt x="9107" y="6535"/>
                    <a:pt x="9173" y="6368"/>
                    <a:pt x="9173" y="6168"/>
                  </a:cubicBezTo>
                  <a:cubicBezTo>
                    <a:pt x="9240" y="6218"/>
                    <a:pt x="9315" y="6251"/>
                    <a:pt x="9390" y="6251"/>
                  </a:cubicBezTo>
                  <a:cubicBezTo>
                    <a:pt x="9465" y="6251"/>
                    <a:pt x="9540" y="6218"/>
                    <a:pt x="9607" y="6134"/>
                  </a:cubicBezTo>
                  <a:cubicBezTo>
                    <a:pt x="10141" y="5134"/>
                    <a:pt x="9907" y="3799"/>
                    <a:pt x="8973" y="3232"/>
                  </a:cubicBezTo>
                  <a:cubicBezTo>
                    <a:pt x="8641" y="3011"/>
                    <a:pt x="8256" y="2902"/>
                    <a:pt x="7873" y="2902"/>
                  </a:cubicBezTo>
                  <a:cubicBezTo>
                    <a:pt x="7447" y="2902"/>
                    <a:pt x="7022" y="3036"/>
                    <a:pt x="6672" y="3299"/>
                  </a:cubicBezTo>
                  <a:cubicBezTo>
                    <a:pt x="6772" y="2432"/>
                    <a:pt x="6738" y="1564"/>
                    <a:pt x="6171" y="797"/>
                  </a:cubicBezTo>
                  <a:cubicBezTo>
                    <a:pt x="5830" y="314"/>
                    <a:pt x="5296" y="1"/>
                    <a:pt x="467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5"/>
          <p:cNvGrpSpPr/>
          <p:nvPr/>
        </p:nvGrpSpPr>
        <p:grpSpPr>
          <a:xfrm>
            <a:off x="-462550" y="-154222"/>
            <a:ext cx="1215589" cy="1365944"/>
            <a:chOff x="8002575" y="2910228"/>
            <a:chExt cx="1215589" cy="1365944"/>
          </a:xfrm>
        </p:grpSpPr>
        <p:sp>
          <p:nvSpPr>
            <p:cNvPr id="83" name="Google Shape;83;p5"/>
            <p:cNvSpPr/>
            <p:nvPr/>
          </p:nvSpPr>
          <p:spPr>
            <a:xfrm>
              <a:off x="8002575" y="2913470"/>
              <a:ext cx="1163718" cy="1316235"/>
            </a:xfrm>
            <a:custGeom>
              <a:avLst/>
              <a:gdLst/>
              <a:ahLst/>
              <a:cxnLst/>
              <a:rect l="l" t="t" r="r" b="b"/>
              <a:pathLst>
                <a:path w="9692" h="10962" extrusionOk="0">
                  <a:moveTo>
                    <a:pt x="4736" y="1"/>
                  </a:moveTo>
                  <a:cubicBezTo>
                    <a:pt x="4664" y="1"/>
                    <a:pt x="4597" y="11"/>
                    <a:pt x="4560" y="36"/>
                  </a:cubicBezTo>
                  <a:cubicBezTo>
                    <a:pt x="2334" y="1318"/>
                    <a:pt x="2427" y="1504"/>
                    <a:pt x="217" y="2787"/>
                  </a:cubicBezTo>
                  <a:cubicBezTo>
                    <a:pt x="139" y="2849"/>
                    <a:pt x="186" y="2926"/>
                    <a:pt x="186" y="3019"/>
                  </a:cubicBezTo>
                  <a:cubicBezTo>
                    <a:pt x="186" y="5584"/>
                    <a:pt x="155" y="5584"/>
                    <a:pt x="0" y="8150"/>
                  </a:cubicBezTo>
                  <a:cubicBezTo>
                    <a:pt x="0" y="8243"/>
                    <a:pt x="108" y="8366"/>
                    <a:pt x="217" y="8428"/>
                  </a:cubicBezTo>
                  <a:cubicBezTo>
                    <a:pt x="2427" y="9711"/>
                    <a:pt x="2489" y="9618"/>
                    <a:pt x="4714" y="10901"/>
                  </a:cubicBezTo>
                  <a:cubicBezTo>
                    <a:pt x="4765" y="10931"/>
                    <a:pt x="4796" y="10962"/>
                    <a:pt x="4841" y="10962"/>
                  </a:cubicBezTo>
                  <a:cubicBezTo>
                    <a:pt x="4865" y="10962"/>
                    <a:pt x="4893" y="10953"/>
                    <a:pt x="4931" y="10932"/>
                  </a:cubicBezTo>
                  <a:cubicBezTo>
                    <a:pt x="7141" y="9634"/>
                    <a:pt x="7203" y="9711"/>
                    <a:pt x="9428" y="8444"/>
                  </a:cubicBezTo>
                  <a:cubicBezTo>
                    <a:pt x="9506" y="8382"/>
                    <a:pt x="9676" y="8243"/>
                    <a:pt x="9676" y="8150"/>
                  </a:cubicBezTo>
                  <a:cubicBezTo>
                    <a:pt x="9676" y="5584"/>
                    <a:pt x="9691" y="5584"/>
                    <a:pt x="9691" y="3019"/>
                  </a:cubicBezTo>
                  <a:cubicBezTo>
                    <a:pt x="9691" y="2910"/>
                    <a:pt x="9521" y="2787"/>
                    <a:pt x="9428" y="2725"/>
                  </a:cubicBezTo>
                  <a:cubicBezTo>
                    <a:pt x="7187" y="1427"/>
                    <a:pt x="7249" y="1334"/>
                    <a:pt x="5023" y="51"/>
                  </a:cubicBezTo>
                  <a:cubicBezTo>
                    <a:pt x="4968" y="23"/>
                    <a:pt x="4845" y="1"/>
                    <a:pt x="4736" y="1"/>
                  </a:cubicBezTo>
                  <a:close/>
                </a:path>
              </a:pathLst>
            </a:cu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8052644" y="2962459"/>
              <a:ext cx="1165519" cy="1313713"/>
            </a:xfrm>
            <a:custGeom>
              <a:avLst/>
              <a:gdLst/>
              <a:ahLst/>
              <a:cxnLst/>
              <a:rect l="l" t="t" r="r" b="b"/>
              <a:pathLst>
                <a:path w="9707" h="10941" extrusionOk="0">
                  <a:moveTo>
                    <a:pt x="4657" y="0"/>
                  </a:moveTo>
                  <a:cubicBezTo>
                    <a:pt x="4573" y="0"/>
                    <a:pt x="4494" y="9"/>
                    <a:pt x="4452" y="29"/>
                  </a:cubicBezTo>
                  <a:cubicBezTo>
                    <a:pt x="2242" y="1374"/>
                    <a:pt x="2350" y="1544"/>
                    <a:pt x="140" y="2858"/>
                  </a:cubicBezTo>
                  <a:cubicBezTo>
                    <a:pt x="62" y="2920"/>
                    <a:pt x="124" y="2997"/>
                    <a:pt x="124" y="3090"/>
                  </a:cubicBezTo>
                  <a:cubicBezTo>
                    <a:pt x="186" y="5640"/>
                    <a:pt x="124" y="5655"/>
                    <a:pt x="1" y="8221"/>
                  </a:cubicBezTo>
                  <a:cubicBezTo>
                    <a:pt x="16" y="8329"/>
                    <a:pt x="140" y="8437"/>
                    <a:pt x="232" y="8499"/>
                  </a:cubicBezTo>
                  <a:cubicBezTo>
                    <a:pt x="2504" y="9751"/>
                    <a:pt x="2551" y="9658"/>
                    <a:pt x="4792" y="10895"/>
                  </a:cubicBezTo>
                  <a:cubicBezTo>
                    <a:pt x="4841" y="10915"/>
                    <a:pt x="4878" y="10941"/>
                    <a:pt x="4923" y="10941"/>
                  </a:cubicBezTo>
                  <a:cubicBezTo>
                    <a:pt x="4948" y="10941"/>
                    <a:pt x="4975" y="10933"/>
                    <a:pt x="5008" y="10910"/>
                  </a:cubicBezTo>
                  <a:cubicBezTo>
                    <a:pt x="7188" y="9581"/>
                    <a:pt x="7249" y="9658"/>
                    <a:pt x="9459" y="8345"/>
                  </a:cubicBezTo>
                  <a:cubicBezTo>
                    <a:pt x="9537" y="8283"/>
                    <a:pt x="9707" y="8144"/>
                    <a:pt x="9707" y="8051"/>
                  </a:cubicBezTo>
                  <a:lnTo>
                    <a:pt x="9630" y="2920"/>
                  </a:lnTo>
                  <a:cubicBezTo>
                    <a:pt x="9630" y="2811"/>
                    <a:pt x="9459" y="2688"/>
                    <a:pt x="9351" y="2626"/>
                  </a:cubicBezTo>
                  <a:cubicBezTo>
                    <a:pt x="7110" y="1374"/>
                    <a:pt x="7157" y="1266"/>
                    <a:pt x="4916" y="29"/>
                  </a:cubicBezTo>
                  <a:cubicBezTo>
                    <a:pt x="4865" y="12"/>
                    <a:pt x="4758" y="0"/>
                    <a:pt x="4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8002575" y="2910228"/>
              <a:ext cx="1163718" cy="1323319"/>
            </a:xfrm>
            <a:custGeom>
              <a:avLst/>
              <a:gdLst/>
              <a:ahLst/>
              <a:cxnLst/>
              <a:rect l="l" t="t" r="r" b="b"/>
              <a:pathLst>
                <a:path w="9692" h="11021" fill="none" extrusionOk="0">
                  <a:moveTo>
                    <a:pt x="186" y="3046"/>
                  </a:moveTo>
                  <a:cubicBezTo>
                    <a:pt x="186" y="2953"/>
                    <a:pt x="139" y="2876"/>
                    <a:pt x="217" y="2814"/>
                  </a:cubicBezTo>
                  <a:cubicBezTo>
                    <a:pt x="2427" y="1531"/>
                    <a:pt x="2334" y="1345"/>
                    <a:pt x="4560" y="63"/>
                  </a:cubicBezTo>
                  <a:cubicBezTo>
                    <a:pt x="4652" y="1"/>
                    <a:pt x="4931" y="32"/>
                    <a:pt x="5023" y="78"/>
                  </a:cubicBezTo>
                  <a:cubicBezTo>
                    <a:pt x="7249" y="1361"/>
                    <a:pt x="7187" y="1454"/>
                    <a:pt x="9428" y="2752"/>
                  </a:cubicBezTo>
                  <a:cubicBezTo>
                    <a:pt x="9521" y="2814"/>
                    <a:pt x="9691" y="2937"/>
                    <a:pt x="9691" y="3046"/>
                  </a:cubicBezTo>
                  <a:cubicBezTo>
                    <a:pt x="9691" y="5611"/>
                    <a:pt x="9676" y="5611"/>
                    <a:pt x="9676" y="8177"/>
                  </a:cubicBezTo>
                  <a:cubicBezTo>
                    <a:pt x="9676" y="8270"/>
                    <a:pt x="9506" y="8409"/>
                    <a:pt x="9428" y="8471"/>
                  </a:cubicBezTo>
                  <a:cubicBezTo>
                    <a:pt x="7203" y="9738"/>
                    <a:pt x="7141" y="9661"/>
                    <a:pt x="4931" y="10959"/>
                  </a:cubicBezTo>
                  <a:cubicBezTo>
                    <a:pt x="4822" y="11021"/>
                    <a:pt x="4792" y="10974"/>
                    <a:pt x="4714" y="10928"/>
                  </a:cubicBezTo>
                  <a:cubicBezTo>
                    <a:pt x="2489" y="9645"/>
                    <a:pt x="2427" y="9738"/>
                    <a:pt x="217" y="8455"/>
                  </a:cubicBezTo>
                  <a:cubicBezTo>
                    <a:pt x="108" y="8393"/>
                    <a:pt x="0" y="8270"/>
                    <a:pt x="0" y="8177"/>
                  </a:cubicBezTo>
                  <a:cubicBezTo>
                    <a:pt x="155" y="5611"/>
                    <a:pt x="186" y="5611"/>
                    <a:pt x="186" y="3046"/>
                  </a:cubicBezTo>
                  <a:close/>
                </a:path>
              </a:pathLst>
            </a:custGeom>
            <a:noFill/>
            <a:ln w="38100"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8512873" y="4057151"/>
              <a:ext cx="141202" cy="39144"/>
            </a:xfrm>
            <a:custGeom>
              <a:avLst/>
              <a:gdLst/>
              <a:ahLst/>
              <a:cxnLst/>
              <a:rect l="l" t="t" r="r" b="b"/>
              <a:pathLst>
                <a:path w="1176" h="326" fill="none" extrusionOk="0">
                  <a:moveTo>
                    <a:pt x="1175" y="0"/>
                  </a:moveTo>
                  <a:cubicBezTo>
                    <a:pt x="1005" y="93"/>
                    <a:pt x="804" y="217"/>
                    <a:pt x="603" y="325"/>
                  </a:cubicBezTo>
                  <a:cubicBezTo>
                    <a:pt x="387" y="217"/>
                    <a:pt x="186" y="93"/>
                    <a:pt x="1" y="0"/>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8121324" y="3765737"/>
              <a:ext cx="68800" cy="120793"/>
            </a:xfrm>
            <a:custGeom>
              <a:avLst/>
              <a:gdLst/>
              <a:ahLst/>
              <a:cxnLst/>
              <a:rect l="l" t="t" r="r" b="b"/>
              <a:pathLst>
                <a:path w="573" h="1006" fill="none" extrusionOk="0">
                  <a:moveTo>
                    <a:pt x="572" y="1006"/>
                  </a:moveTo>
                  <a:cubicBezTo>
                    <a:pt x="402" y="897"/>
                    <a:pt x="201" y="789"/>
                    <a:pt x="0" y="665"/>
                  </a:cubicBezTo>
                  <a:cubicBezTo>
                    <a:pt x="16" y="418"/>
                    <a:pt x="31" y="202"/>
                    <a:pt x="31" y="1"/>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8141736" y="3275846"/>
              <a:ext cx="68800" cy="122594"/>
            </a:xfrm>
            <a:custGeom>
              <a:avLst/>
              <a:gdLst/>
              <a:ahLst/>
              <a:cxnLst/>
              <a:rect l="l" t="t" r="r" b="b"/>
              <a:pathLst>
                <a:path w="573" h="1021" fill="none" extrusionOk="0">
                  <a:moveTo>
                    <a:pt x="0" y="1021"/>
                  </a:moveTo>
                  <a:lnTo>
                    <a:pt x="0" y="341"/>
                  </a:lnTo>
                  <a:cubicBezTo>
                    <a:pt x="217" y="217"/>
                    <a:pt x="402" y="93"/>
                    <a:pt x="572" y="1"/>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8507350" y="3038344"/>
              <a:ext cx="139281" cy="42746"/>
            </a:xfrm>
            <a:custGeom>
              <a:avLst/>
              <a:gdLst/>
              <a:ahLst/>
              <a:cxnLst/>
              <a:rect l="l" t="t" r="r" b="b"/>
              <a:pathLst>
                <a:path w="1160" h="356" fill="none" extrusionOk="0">
                  <a:moveTo>
                    <a:pt x="0" y="356"/>
                  </a:moveTo>
                  <a:cubicBezTo>
                    <a:pt x="186" y="263"/>
                    <a:pt x="371" y="139"/>
                    <a:pt x="588" y="0"/>
                  </a:cubicBezTo>
                  <a:cubicBezTo>
                    <a:pt x="804" y="139"/>
                    <a:pt x="989" y="232"/>
                    <a:pt x="1159" y="356"/>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8980546" y="3285091"/>
              <a:ext cx="70601" cy="122594"/>
            </a:xfrm>
            <a:custGeom>
              <a:avLst/>
              <a:gdLst/>
              <a:ahLst/>
              <a:cxnLst/>
              <a:rect l="l" t="t" r="r" b="b"/>
              <a:pathLst>
                <a:path w="588" h="1021" fill="none" extrusionOk="0">
                  <a:moveTo>
                    <a:pt x="0" y="1"/>
                  </a:moveTo>
                  <a:cubicBezTo>
                    <a:pt x="186" y="94"/>
                    <a:pt x="371" y="217"/>
                    <a:pt x="588" y="341"/>
                  </a:cubicBezTo>
                  <a:lnTo>
                    <a:pt x="588" y="1021"/>
                  </a:ln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8978625" y="3762015"/>
              <a:ext cx="70721" cy="120793"/>
            </a:xfrm>
            <a:custGeom>
              <a:avLst/>
              <a:gdLst/>
              <a:ahLst/>
              <a:cxnLst/>
              <a:rect l="l" t="t" r="r" b="b"/>
              <a:pathLst>
                <a:path w="589" h="1006" fill="none" extrusionOk="0">
                  <a:moveTo>
                    <a:pt x="588" y="1"/>
                  </a:moveTo>
                  <a:lnTo>
                    <a:pt x="588" y="681"/>
                  </a:lnTo>
                  <a:cubicBezTo>
                    <a:pt x="372" y="805"/>
                    <a:pt x="171" y="913"/>
                    <a:pt x="1" y="1006"/>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olo título " type="titleOnly">
  <p:cSld name="Solo título ">
    <p:bg>
      <p:bgPr>
        <a:solidFill>
          <a:schemeClr val="lt1"/>
        </a:solidFill>
        <a:effectLst/>
      </p:bgPr>
    </p:bg>
    <p:spTree>
      <p:nvGrpSpPr>
        <p:cNvPr id="1" name="Shape 92"/>
        <p:cNvGrpSpPr/>
        <p:nvPr/>
      </p:nvGrpSpPr>
      <p:grpSpPr>
        <a:xfrm>
          <a:off x="0" y="0"/>
          <a:ext cx="0" cy="0"/>
          <a:chOff x="0" y="0"/>
          <a:chExt cx="0" cy="0"/>
        </a:xfrm>
      </p:grpSpPr>
      <p:sp>
        <p:nvSpPr>
          <p:cNvPr id="93" name="Google Shape;93;p6"/>
          <p:cNvSpPr txBox="1">
            <a:spLocks noGrp="1"/>
          </p:cNvSpPr>
          <p:nvPr>
            <p:ph type="title"/>
          </p:nvPr>
        </p:nvSpPr>
        <p:spPr>
          <a:xfrm>
            <a:off x="789500" y="1621650"/>
            <a:ext cx="2170500" cy="5286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grpSp>
        <p:nvGrpSpPr>
          <p:cNvPr id="94" name="Google Shape;94;p6"/>
          <p:cNvGrpSpPr/>
          <p:nvPr/>
        </p:nvGrpSpPr>
        <p:grpSpPr>
          <a:xfrm>
            <a:off x="-473749" y="3847524"/>
            <a:ext cx="1764832" cy="1485750"/>
            <a:chOff x="284887" y="816125"/>
            <a:chExt cx="1051685" cy="885376"/>
          </a:xfrm>
        </p:grpSpPr>
        <p:sp>
          <p:nvSpPr>
            <p:cNvPr id="95" name="Google Shape;95;p6"/>
            <p:cNvSpPr/>
            <p:nvPr/>
          </p:nvSpPr>
          <p:spPr>
            <a:xfrm>
              <a:off x="575067" y="952593"/>
              <a:ext cx="471302" cy="504335"/>
            </a:xfrm>
            <a:custGeom>
              <a:avLst/>
              <a:gdLst/>
              <a:ahLst/>
              <a:cxnLst/>
              <a:rect l="l" t="t" r="r" b="b"/>
              <a:pathLst>
                <a:path w="3154" h="3375" extrusionOk="0">
                  <a:moveTo>
                    <a:pt x="1700" y="0"/>
                  </a:moveTo>
                  <a:cubicBezTo>
                    <a:pt x="1428" y="0"/>
                    <a:pt x="1165" y="138"/>
                    <a:pt x="1083" y="413"/>
                  </a:cubicBezTo>
                  <a:cubicBezTo>
                    <a:pt x="928" y="521"/>
                    <a:pt x="805" y="675"/>
                    <a:pt x="774" y="923"/>
                  </a:cubicBezTo>
                  <a:cubicBezTo>
                    <a:pt x="774" y="984"/>
                    <a:pt x="758" y="1046"/>
                    <a:pt x="758" y="1108"/>
                  </a:cubicBezTo>
                  <a:cubicBezTo>
                    <a:pt x="372" y="1154"/>
                    <a:pt x="1" y="1464"/>
                    <a:pt x="202" y="1912"/>
                  </a:cubicBezTo>
                  <a:cubicBezTo>
                    <a:pt x="279" y="2113"/>
                    <a:pt x="356" y="2314"/>
                    <a:pt x="341" y="2530"/>
                  </a:cubicBezTo>
                  <a:cubicBezTo>
                    <a:pt x="295" y="2855"/>
                    <a:pt x="387" y="3195"/>
                    <a:pt x="727" y="3318"/>
                  </a:cubicBezTo>
                  <a:cubicBezTo>
                    <a:pt x="811" y="3355"/>
                    <a:pt x="907" y="3374"/>
                    <a:pt x="1005" y="3374"/>
                  </a:cubicBezTo>
                  <a:cubicBezTo>
                    <a:pt x="1233" y="3374"/>
                    <a:pt x="1469" y="3272"/>
                    <a:pt x="1577" y="3056"/>
                  </a:cubicBezTo>
                  <a:cubicBezTo>
                    <a:pt x="1608" y="2978"/>
                    <a:pt x="1655" y="2901"/>
                    <a:pt x="1670" y="2824"/>
                  </a:cubicBezTo>
                  <a:lnTo>
                    <a:pt x="2072" y="2994"/>
                  </a:lnTo>
                  <a:cubicBezTo>
                    <a:pt x="2192" y="3047"/>
                    <a:pt x="2320" y="3077"/>
                    <a:pt x="2445" y="3077"/>
                  </a:cubicBezTo>
                  <a:cubicBezTo>
                    <a:pt x="2610" y="3077"/>
                    <a:pt x="2768" y="3024"/>
                    <a:pt x="2891" y="2901"/>
                  </a:cubicBezTo>
                  <a:cubicBezTo>
                    <a:pt x="3077" y="2731"/>
                    <a:pt x="3154" y="2345"/>
                    <a:pt x="2984" y="2113"/>
                  </a:cubicBezTo>
                  <a:cubicBezTo>
                    <a:pt x="2659" y="1665"/>
                    <a:pt x="2458" y="1201"/>
                    <a:pt x="2427" y="644"/>
                  </a:cubicBezTo>
                  <a:cubicBezTo>
                    <a:pt x="2393" y="215"/>
                    <a:pt x="2039" y="0"/>
                    <a:pt x="17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284887" y="816125"/>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 name="Google Shape;97;p6"/>
          <p:cNvSpPr/>
          <p:nvPr/>
        </p:nvSpPr>
        <p:spPr>
          <a:xfrm>
            <a:off x="8729625" y="4569100"/>
            <a:ext cx="526820" cy="541630"/>
          </a:xfrm>
          <a:custGeom>
            <a:avLst/>
            <a:gdLst/>
            <a:ahLst/>
            <a:cxnLst/>
            <a:rect l="l" t="t" r="r" b="b"/>
            <a:pathLst>
              <a:path w="4165" h="4282" extrusionOk="0">
                <a:moveTo>
                  <a:pt x="3241" y="294"/>
                </a:moveTo>
                <a:cubicBezTo>
                  <a:pt x="3377" y="430"/>
                  <a:pt x="3543" y="566"/>
                  <a:pt x="3665" y="717"/>
                </a:cubicBezTo>
                <a:cubicBezTo>
                  <a:pt x="3710" y="793"/>
                  <a:pt x="3604" y="884"/>
                  <a:pt x="3528" y="975"/>
                </a:cubicBezTo>
                <a:cubicBezTo>
                  <a:pt x="3226" y="1338"/>
                  <a:pt x="2938" y="1702"/>
                  <a:pt x="2650" y="2050"/>
                </a:cubicBezTo>
                <a:cubicBezTo>
                  <a:pt x="2620" y="2110"/>
                  <a:pt x="2696" y="2231"/>
                  <a:pt x="2771" y="2307"/>
                </a:cubicBezTo>
                <a:cubicBezTo>
                  <a:pt x="3104" y="2610"/>
                  <a:pt x="3453" y="2928"/>
                  <a:pt x="3786" y="3231"/>
                </a:cubicBezTo>
                <a:cubicBezTo>
                  <a:pt x="3892" y="3306"/>
                  <a:pt x="3861" y="3337"/>
                  <a:pt x="3786" y="3397"/>
                </a:cubicBezTo>
                <a:cubicBezTo>
                  <a:pt x="3619" y="3518"/>
                  <a:pt x="3589" y="3791"/>
                  <a:pt x="3316" y="3791"/>
                </a:cubicBezTo>
                <a:cubicBezTo>
                  <a:pt x="3165" y="3745"/>
                  <a:pt x="3029" y="3715"/>
                  <a:pt x="2908" y="3488"/>
                </a:cubicBezTo>
                <a:cubicBezTo>
                  <a:pt x="2756" y="3155"/>
                  <a:pt x="2408" y="2943"/>
                  <a:pt x="2090" y="2731"/>
                </a:cubicBezTo>
                <a:cubicBezTo>
                  <a:pt x="2074" y="2721"/>
                  <a:pt x="2057" y="2717"/>
                  <a:pt x="2041" y="2717"/>
                </a:cubicBezTo>
                <a:cubicBezTo>
                  <a:pt x="1983" y="2717"/>
                  <a:pt x="1929" y="2771"/>
                  <a:pt x="1893" y="2807"/>
                </a:cubicBezTo>
                <a:cubicBezTo>
                  <a:pt x="1621" y="3231"/>
                  <a:pt x="1136" y="3518"/>
                  <a:pt x="939" y="3988"/>
                </a:cubicBezTo>
                <a:cubicBezTo>
                  <a:pt x="911" y="4026"/>
                  <a:pt x="877" y="4058"/>
                  <a:pt x="836" y="4058"/>
                </a:cubicBezTo>
                <a:cubicBezTo>
                  <a:pt x="812" y="4058"/>
                  <a:pt x="786" y="4046"/>
                  <a:pt x="758" y="4018"/>
                </a:cubicBezTo>
                <a:cubicBezTo>
                  <a:pt x="606" y="3897"/>
                  <a:pt x="455" y="3761"/>
                  <a:pt x="334" y="3609"/>
                </a:cubicBezTo>
                <a:cubicBezTo>
                  <a:pt x="213" y="3473"/>
                  <a:pt x="364" y="3321"/>
                  <a:pt x="425" y="3291"/>
                </a:cubicBezTo>
                <a:cubicBezTo>
                  <a:pt x="652" y="3140"/>
                  <a:pt x="652" y="2837"/>
                  <a:pt x="879" y="2701"/>
                </a:cubicBezTo>
                <a:cubicBezTo>
                  <a:pt x="1030" y="2610"/>
                  <a:pt x="1045" y="2413"/>
                  <a:pt x="1197" y="2322"/>
                </a:cubicBezTo>
                <a:cubicBezTo>
                  <a:pt x="1394" y="2201"/>
                  <a:pt x="1333" y="2004"/>
                  <a:pt x="1212" y="1898"/>
                </a:cubicBezTo>
                <a:cubicBezTo>
                  <a:pt x="939" y="1671"/>
                  <a:pt x="803" y="1323"/>
                  <a:pt x="425" y="1202"/>
                </a:cubicBezTo>
                <a:cubicBezTo>
                  <a:pt x="334" y="1187"/>
                  <a:pt x="258" y="960"/>
                  <a:pt x="425" y="839"/>
                </a:cubicBezTo>
                <a:cubicBezTo>
                  <a:pt x="515" y="793"/>
                  <a:pt x="606" y="733"/>
                  <a:pt x="667" y="611"/>
                </a:cubicBezTo>
                <a:cubicBezTo>
                  <a:pt x="710" y="540"/>
                  <a:pt x="739" y="428"/>
                  <a:pt x="818" y="428"/>
                </a:cubicBezTo>
                <a:cubicBezTo>
                  <a:pt x="823" y="428"/>
                  <a:pt x="828" y="429"/>
                  <a:pt x="833" y="430"/>
                </a:cubicBezTo>
                <a:cubicBezTo>
                  <a:pt x="909" y="445"/>
                  <a:pt x="985" y="566"/>
                  <a:pt x="1030" y="657"/>
                </a:cubicBezTo>
                <a:cubicBezTo>
                  <a:pt x="1242" y="1035"/>
                  <a:pt x="1575" y="1293"/>
                  <a:pt x="1878" y="1565"/>
                </a:cubicBezTo>
                <a:cubicBezTo>
                  <a:pt x="1903" y="1585"/>
                  <a:pt x="1928" y="1593"/>
                  <a:pt x="1953" y="1593"/>
                </a:cubicBezTo>
                <a:cubicBezTo>
                  <a:pt x="2061" y="1593"/>
                  <a:pt x="2159" y="1430"/>
                  <a:pt x="2196" y="1368"/>
                </a:cubicBezTo>
                <a:cubicBezTo>
                  <a:pt x="2499" y="990"/>
                  <a:pt x="2862" y="672"/>
                  <a:pt x="3210" y="339"/>
                </a:cubicBezTo>
                <a:lnTo>
                  <a:pt x="3241" y="294"/>
                </a:lnTo>
                <a:close/>
                <a:moveTo>
                  <a:pt x="3312" y="0"/>
                </a:moveTo>
                <a:cubicBezTo>
                  <a:pt x="3240" y="0"/>
                  <a:pt x="3166" y="42"/>
                  <a:pt x="3104" y="97"/>
                </a:cubicBezTo>
                <a:cubicBezTo>
                  <a:pt x="2786" y="400"/>
                  <a:pt x="2469" y="733"/>
                  <a:pt x="2196" y="1096"/>
                </a:cubicBezTo>
                <a:cubicBezTo>
                  <a:pt x="2119" y="1207"/>
                  <a:pt x="2036" y="1258"/>
                  <a:pt x="1954" y="1258"/>
                </a:cubicBezTo>
                <a:cubicBezTo>
                  <a:pt x="1858" y="1258"/>
                  <a:pt x="1763" y="1188"/>
                  <a:pt x="1681" y="1066"/>
                </a:cubicBezTo>
                <a:cubicBezTo>
                  <a:pt x="1560" y="854"/>
                  <a:pt x="1424" y="672"/>
                  <a:pt x="1288" y="475"/>
                </a:cubicBezTo>
                <a:cubicBezTo>
                  <a:pt x="1178" y="311"/>
                  <a:pt x="1041" y="223"/>
                  <a:pt x="909" y="223"/>
                </a:cubicBezTo>
                <a:cubicBezTo>
                  <a:pt x="823" y="223"/>
                  <a:pt x="739" y="261"/>
                  <a:pt x="667" y="339"/>
                </a:cubicBezTo>
                <a:cubicBezTo>
                  <a:pt x="531" y="460"/>
                  <a:pt x="425" y="581"/>
                  <a:pt x="334" y="733"/>
                </a:cubicBezTo>
                <a:cubicBezTo>
                  <a:pt x="198" y="945"/>
                  <a:pt x="1" y="1141"/>
                  <a:pt x="349" y="1399"/>
                </a:cubicBezTo>
                <a:cubicBezTo>
                  <a:pt x="606" y="1580"/>
                  <a:pt x="803" y="1868"/>
                  <a:pt x="1045" y="2095"/>
                </a:cubicBezTo>
                <a:cubicBezTo>
                  <a:pt x="1136" y="2171"/>
                  <a:pt x="1136" y="2156"/>
                  <a:pt x="1061" y="2247"/>
                </a:cubicBezTo>
                <a:cubicBezTo>
                  <a:pt x="803" y="2565"/>
                  <a:pt x="531" y="2867"/>
                  <a:pt x="304" y="3216"/>
                </a:cubicBezTo>
                <a:cubicBezTo>
                  <a:pt x="228" y="3321"/>
                  <a:pt x="61" y="3443"/>
                  <a:pt x="76" y="3624"/>
                </a:cubicBezTo>
                <a:cubicBezTo>
                  <a:pt x="31" y="3791"/>
                  <a:pt x="152" y="3851"/>
                  <a:pt x="213" y="3942"/>
                </a:cubicBezTo>
                <a:cubicBezTo>
                  <a:pt x="472" y="4164"/>
                  <a:pt x="608" y="4281"/>
                  <a:pt x="730" y="4281"/>
                </a:cubicBezTo>
                <a:cubicBezTo>
                  <a:pt x="859" y="4281"/>
                  <a:pt x="972" y="4153"/>
                  <a:pt x="1197" y="3882"/>
                </a:cubicBezTo>
                <a:cubicBezTo>
                  <a:pt x="1439" y="3579"/>
                  <a:pt x="1833" y="3427"/>
                  <a:pt x="1984" y="3034"/>
                </a:cubicBezTo>
                <a:cubicBezTo>
                  <a:pt x="2009" y="3008"/>
                  <a:pt x="2030" y="2988"/>
                  <a:pt x="2054" y="2988"/>
                </a:cubicBezTo>
                <a:cubicBezTo>
                  <a:pt x="2073" y="2988"/>
                  <a:pt x="2094" y="3001"/>
                  <a:pt x="2120" y="3034"/>
                </a:cubicBezTo>
                <a:cubicBezTo>
                  <a:pt x="2423" y="3458"/>
                  <a:pt x="2817" y="3761"/>
                  <a:pt x="3195" y="4094"/>
                </a:cubicBezTo>
                <a:cubicBezTo>
                  <a:pt x="3236" y="4134"/>
                  <a:pt x="3310" y="4188"/>
                  <a:pt x="3363" y="4188"/>
                </a:cubicBezTo>
                <a:cubicBezTo>
                  <a:pt x="3390" y="4188"/>
                  <a:pt x="3412" y="4174"/>
                  <a:pt x="3422" y="4139"/>
                </a:cubicBezTo>
                <a:cubicBezTo>
                  <a:pt x="3498" y="3988"/>
                  <a:pt x="3634" y="3927"/>
                  <a:pt x="3755" y="3851"/>
                </a:cubicBezTo>
                <a:cubicBezTo>
                  <a:pt x="4134" y="3564"/>
                  <a:pt x="4164" y="3306"/>
                  <a:pt x="3831" y="2988"/>
                </a:cubicBezTo>
                <a:cubicBezTo>
                  <a:pt x="3543" y="2731"/>
                  <a:pt x="3256" y="2504"/>
                  <a:pt x="2968" y="2262"/>
                </a:cubicBezTo>
                <a:cubicBezTo>
                  <a:pt x="2817" y="2125"/>
                  <a:pt x="2847" y="1944"/>
                  <a:pt x="2998" y="1898"/>
                </a:cubicBezTo>
                <a:cubicBezTo>
                  <a:pt x="3150" y="1868"/>
                  <a:pt x="3180" y="1777"/>
                  <a:pt x="3195" y="1671"/>
                </a:cubicBezTo>
                <a:cubicBezTo>
                  <a:pt x="3241" y="1535"/>
                  <a:pt x="3362" y="1414"/>
                  <a:pt x="3407" y="1399"/>
                </a:cubicBezTo>
                <a:cubicBezTo>
                  <a:pt x="3649" y="1293"/>
                  <a:pt x="3710" y="1035"/>
                  <a:pt x="3861" y="884"/>
                </a:cubicBezTo>
                <a:cubicBezTo>
                  <a:pt x="4058" y="717"/>
                  <a:pt x="3922" y="505"/>
                  <a:pt x="3771" y="400"/>
                </a:cubicBezTo>
                <a:cubicBezTo>
                  <a:pt x="3649" y="339"/>
                  <a:pt x="3559" y="233"/>
                  <a:pt x="3498" y="142"/>
                </a:cubicBezTo>
                <a:cubicBezTo>
                  <a:pt x="3446" y="39"/>
                  <a:pt x="3380" y="0"/>
                  <a:pt x="3312"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1291074" y="-124461"/>
            <a:ext cx="984648" cy="952894"/>
          </a:xfrm>
          <a:custGeom>
            <a:avLst/>
            <a:gdLst/>
            <a:ahLst/>
            <a:cxnLst/>
            <a:rect l="l" t="t" r="r" b="b"/>
            <a:pathLst>
              <a:path w="7237" h="7004" extrusionOk="0">
                <a:moveTo>
                  <a:pt x="3422" y="435"/>
                </a:moveTo>
                <a:cubicBezTo>
                  <a:pt x="3533" y="435"/>
                  <a:pt x="3644" y="462"/>
                  <a:pt x="3755" y="462"/>
                </a:cubicBezTo>
                <a:cubicBezTo>
                  <a:pt x="4133" y="477"/>
                  <a:pt x="4512" y="522"/>
                  <a:pt x="4860" y="689"/>
                </a:cubicBezTo>
                <a:cubicBezTo>
                  <a:pt x="5193" y="840"/>
                  <a:pt x="5450" y="1128"/>
                  <a:pt x="5708" y="1385"/>
                </a:cubicBezTo>
                <a:cubicBezTo>
                  <a:pt x="5905" y="1597"/>
                  <a:pt x="6071" y="1809"/>
                  <a:pt x="6223" y="2052"/>
                </a:cubicBezTo>
                <a:cubicBezTo>
                  <a:pt x="6374" y="2294"/>
                  <a:pt x="6540" y="2566"/>
                  <a:pt x="6601" y="2884"/>
                </a:cubicBezTo>
                <a:cubicBezTo>
                  <a:pt x="6677" y="3369"/>
                  <a:pt x="6662" y="3853"/>
                  <a:pt x="6540" y="4322"/>
                </a:cubicBezTo>
                <a:cubicBezTo>
                  <a:pt x="6465" y="4565"/>
                  <a:pt x="6329" y="4822"/>
                  <a:pt x="6162" y="5049"/>
                </a:cubicBezTo>
                <a:cubicBezTo>
                  <a:pt x="6026" y="5231"/>
                  <a:pt x="5874" y="5382"/>
                  <a:pt x="5783" y="5594"/>
                </a:cubicBezTo>
                <a:cubicBezTo>
                  <a:pt x="5753" y="5700"/>
                  <a:pt x="5617" y="5730"/>
                  <a:pt x="5541" y="5806"/>
                </a:cubicBezTo>
                <a:cubicBezTo>
                  <a:pt x="5329" y="5988"/>
                  <a:pt x="5087" y="6154"/>
                  <a:pt x="4830" y="6276"/>
                </a:cubicBezTo>
                <a:cubicBezTo>
                  <a:pt x="4572" y="6366"/>
                  <a:pt x="4345" y="6427"/>
                  <a:pt x="4088" y="6457"/>
                </a:cubicBezTo>
                <a:cubicBezTo>
                  <a:pt x="3785" y="6503"/>
                  <a:pt x="3482" y="6563"/>
                  <a:pt x="3164" y="6563"/>
                </a:cubicBezTo>
                <a:cubicBezTo>
                  <a:pt x="2831" y="6563"/>
                  <a:pt x="2528" y="6442"/>
                  <a:pt x="2211" y="6427"/>
                </a:cubicBezTo>
                <a:cubicBezTo>
                  <a:pt x="2059" y="6397"/>
                  <a:pt x="1893" y="6245"/>
                  <a:pt x="1771" y="6124"/>
                </a:cubicBezTo>
                <a:cubicBezTo>
                  <a:pt x="1590" y="5912"/>
                  <a:pt x="1393" y="5685"/>
                  <a:pt x="1211" y="5473"/>
                </a:cubicBezTo>
                <a:cubicBezTo>
                  <a:pt x="1060" y="5307"/>
                  <a:pt x="924" y="5140"/>
                  <a:pt x="833" y="4928"/>
                </a:cubicBezTo>
                <a:cubicBezTo>
                  <a:pt x="636" y="4550"/>
                  <a:pt x="454" y="4156"/>
                  <a:pt x="439" y="3702"/>
                </a:cubicBezTo>
                <a:cubicBezTo>
                  <a:pt x="439" y="3429"/>
                  <a:pt x="515" y="3157"/>
                  <a:pt x="560" y="2884"/>
                </a:cubicBezTo>
                <a:cubicBezTo>
                  <a:pt x="651" y="2581"/>
                  <a:pt x="772" y="2263"/>
                  <a:pt x="984" y="1991"/>
                </a:cubicBezTo>
                <a:cubicBezTo>
                  <a:pt x="1181" y="1734"/>
                  <a:pt x="1378" y="1416"/>
                  <a:pt x="1681" y="1204"/>
                </a:cubicBezTo>
                <a:cubicBezTo>
                  <a:pt x="1817" y="1113"/>
                  <a:pt x="1908" y="977"/>
                  <a:pt x="2059" y="901"/>
                </a:cubicBezTo>
                <a:cubicBezTo>
                  <a:pt x="2271" y="780"/>
                  <a:pt x="2468" y="674"/>
                  <a:pt x="2725" y="613"/>
                </a:cubicBezTo>
                <a:cubicBezTo>
                  <a:pt x="2907" y="583"/>
                  <a:pt x="3073" y="538"/>
                  <a:pt x="3255" y="462"/>
                </a:cubicBezTo>
                <a:cubicBezTo>
                  <a:pt x="3311" y="442"/>
                  <a:pt x="3366" y="435"/>
                  <a:pt x="3422" y="435"/>
                </a:cubicBezTo>
                <a:close/>
                <a:moveTo>
                  <a:pt x="3596" y="1"/>
                </a:moveTo>
                <a:cubicBezTo>
                  <a:pt x="3578" y="1"/>
                  <a:pt x="3560" y="3"/>
                  <a:pt x="3543" y="8"/>
                </a:cubicBezTo>
                <a:cubicBezTo>
                  <a:pt x="3331" y="83"/>
                  <a:pt x="3119" y="23"/>
                  <a:pt x="2937" y="98"/>
                </a:cubicBezTo>
                <a:cubicBezTo>
                  <a:pt x="2916" y="82"/>
                  <a:pt x="2896" y="78"/>
                  <a:pt x="2879" y="78"/>
                </a:cubicBezTo>
                <a:cubicBezTo>
                  <a:pt x="2856" y="78"/>
                  <a:pt x="2837" y="87"/>
                  <a:pt x="2825" y="87"/>
                </a:cubicBezTo>
                <a:cubicBezTo>
                  <a:pt x="2822" y="87"/>
                  <a:pt x="2818" y="86"/>
                  <a:pt x="2816" y="83"/>
                </a:cubicBezTo>
                <a:cubicBezTo>
                  <a:pt x="2680" y="144"/>
                  <a:pt x="2574" y="235"/>
                  <a:pt x="2438" y="280"/>
                </a:cubicBezTo>
                <a:cubicBezTo>
                  <a:pt x="2044" y="386"/>
                  <a:pt x="1711" y="628"/>
                  <a:pt x="1408" y="901"/>
                </a:cubicBezTo>
                <a:cubicBezTo>
                  <a:pt x="1090" y="1189"/>
                  <a:pt x="803" y="1506"/>
                  <a:pt x="575" y="1870"/>
                </a:cubicBezTo>
                <a:cubicBezTo>
                  <a:pt x="333" y="2263"/>
                  <a:pt x="242" y="2718"/>
                  <a:pt x="106" y="3157"/>
                </a:cubicBezTo>
                <a:cubicBezTo>
                  <a:pt x="0" y="3550"/>
                  <a:pt x="151" y="3929"/>
                  <a:pt x="227" y="4322"/>
                </a:cubicBezTo>
                <a:cubicBezTo>
                  <a:pt x="242" y="4474"/>
                  <a:pt x="318" y="4595"/>
                  <a:pt x="348" y="4701"/>
                </a:cubicBezTo>
                <a:cubicBezTo>
                  <a:pt x="424" y="4913"/>
                  <a:pt x="469" y="5125"/>
                  <a:pt x="651" y="5276"/>
                </a:cubicBezTo>
                <a:cubicBezTo>
                  <a:pt x="712" y="5307"/>
                  <a:pt x="772" y="5367"/>
                  <a:pt x="757" y="5443"/>
                </a:cubicBezTo>
                <a:cubicBezTo>
                  <a:pt x="727" y="5534"/>
                  <a:pt x="772" y="5579"/>
                  <a:pt x="848" y="5579"/>
                </a:cubicBezTo>
                <a:cubicBezTo>
                  <a:pt x="924" y="5579"/>
                  <a:pt x="939" y="5640"/>
                  <a:pt x="954" y="5700"/>
                </a:cubicBezTo>
                <a:cubicBezTo>
                  <a:pt x="1090" y="6003"/>
                  <a:pt x="1317" y="6230"/>
                  <a:pt x="1559" y="6427"/>
                </a:cubicBezTo>
                <a:cubicBezTo>
                  <a:pt x="1756" y="6563"/>
                  <a:pt x="1983" y="6669"/>
                  <a:pt x="2226" y="6745"/>
                </a:cubicBezTo>
                <a:cubicBezTo>
                  <a:pt x="2498" y="6821"/>
                  <a:pt x="2756" y="6942"/>
                  <a:pt x="3043" y="6957"/>
                </a:cubicBezTo>
                <a:cubicBezTo>
                  <a:pt x="3210" y="6968"/>
                  <a:pt x="3377" y="7004"/>
                  <a:pt x="3539" y="7004"/>
                </a:cubicBezTo>
                <a:cubicBezTo>
                  <a:pt x="3596" y="7004"/>
                  <a:pt x="3653" y="6999"/>
                  <a:pt x="3709" y="6987"/>
                </a:cubicBezTo>
                <a:cubicBezTo>
                  <a:pt x="4254" y="6896"/>
                  <a:pt x="4845" y="6836"/>
                  <a:pt x="5329" y="6518"/>
                </a:cubicBezTo>
                <a:cubicBezTo>
                  <a:pt x="5556" y="6382"/>
                  <a:pt x="5783" y="6260"/>
                  <a:pt x="5950" y="6064"/>
                </a:cubicBezTo>
                <a:cubicBezTo>
                  <a:pt x="6147" y="5882"/>
                  <a:pt x="6283" y="5655"/>
                  <a:pt x="6435" y="5443"/>
                </a:cubicBezTo>
                <a:cubicBezTo>
                  <a:pt x="6465" y="5382"/>
                  <a:pt x="6480" y="5261"/>
                  <a:pt x="6540" y="5231"/>
                </a:cubicBezTo>
                <a:cubicBezTo>
                  <a:pt x="6752" y="5064"/>
                  <a:pt x="6889" y="4792"/>
                  <a:pt x="6964" y="4565"/>
                </a:cubicBezTo>
                <a:cubicBezTo>
                  <a:pt x="7146" y="4020"/>
                  <a:pt x="7237" y="3444"/>
                  <a:pt x="7101" y="2839"/>
                </a:cubicBezTo>
                <a:cubicBezTo>
                  <a:pt x="7040" y="2597"/>
                  <a:pt x="6964" y="2339"/>
                  <a:pt x="6889" y="2112"/>
                </a:cubicBezTo>
                <a:cubicBezTo>
                  <a:pt x="6813" y="1840"/>
                  <a:pt x="6586" y="1612"/>
                  <a:pt x="6419" y="1385"/>
                </a:cubicBezTo>
                <a:cubicBezTo>
                  <a:pt x="6132" y="1037"/>
                  <a:pt x="5753" y="795"/>
                  <a:pt x="5390" y="538"/>
                </a:cubicBezTo>
                <a:cubicBezTo>
                  <a:pt x="5163" y="386"/>
                  <a:pt x="4921" y="295"/>
                  <a:pt x="4678" y="220"/>
                </a:cubicBezTo>
                <a:cubicBezTo>
                  <a:pt x="4481" y="159"/>
                  <a:pt x="4345" y="53"/>
                  <a:pt x="4148" y="53"/>
                </a:cubicBezTo>
                <a:cubicBezTo>
                  <a:pt x="4069" y="53"/>
                  <a:pt x="3998" y="79"/>
                  <a:pt x="3923" y="79"/>
                </a:cubicBezTo>
                <a:cubicBezTo>
                  <a:pt x="3898" y="79"/>
                  <a:pt x="3872" y="76"/>
                  <a:pt x="3846" y="68"/>
                </a:cubicBezTo>
                <a:cubicBezTo>
                  <a:pt x="3782" y="56"/>
                  <a:pt x="3687" y="1"/>
                  <a:pt x="3596" y="1"/>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solidFill>
          <a:schemeClr val="lt1"/>
        </a:solidFill>
        <a:effectLst/>
      </p:bgPr>
    </p:bg>
    <p:spTree>
      <p:nvGrpSpPr>
        <p:cNvPr id="1" name="Shape 99"/>
        <p:cNvGrpSpPr/>
        <p:nvPr/>
      </p:nvGrpSpPr>
      <p:grpSpPr>
        <a:xfrm>
          <a:off x="0" y="0"/>
          <a:ext cx="0" cy="0"/>
          <a:chOff x="0" y="0"/>
          <a:chExt cx="0" cy="0"/>
        </a:xfrm>
      </p:grpSpPr>
      <p:sp>
        <p:nvSpPr>
          <p:cNvPr id="100" name="Google Shape;100;p7"/>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r>
              <a:rPr lang="en-US" smtClean="0"/>
              <a:t>Click to edit Master title style</a:t>
            </a:r>
            <a:endParaRPr/>
          </a:p>
        </p:txBody>
      </p:sp>
      <p:sp>
        <p:nvSpPr>
          <p:cNvPr id="101" name="Google Shape;101;p7"/>
          <p:cNvSpPr txBox="1">
            <a:spLocks noGrp="1"/>
          </p:cNvSpPr>
          <p:nvPr>
            <p:ph type="body" idx="1"/>
          </p:nvPr>
        </p:nvSpPr>
        <p:spPr>
          <a:xfrm>
            <a:off x="1195150" y="1660550"/>
            <a:ext cx="3468900" cy="20709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lvl="0"/>
            <a:r>
              <a:rPr lang="en-US" smtClean="0"/>
              <a:t>Click to edit Master text styles</a:t>
            </a:r>
          </a:p>
        </p:txBody>
      </p:sp>
      <p:sp>
        <p:nvSpPr>
          <p:cNvPr id="102" name="Google Shape;102;p7"/>
          <p:cNvSpPr/>
          <p:nvPr/>
        </p:nvSpPr>
        <p:spPr>
          <a:xfrm>
            <a:off x="478253" y="4685620"/>
            <a:ext cx="734059" cy="595107"/>
          </a:xfrm>
          <a:custGeom>
            <a:avLst/>
            <a:gdLst/>
            <a:ahLst/>
            <a:cxnLst/>
            <a:rect l="l" t="t" r="r" b="b"/>
            <a:pathLst>
              <a:path w="19408" h="14929" extrusionOk="0">
                <a:moveTo>
                  <a:pt x="0" y="0"/>
                </a:moveTo>
                <a:cubicBezTo>
                  <a:pt x="3237" y="3237"/>
                  <a:pt x="5827" y="7631"/>
                  <a:pt x="10077" y="9331"/>
                </a:cubicBezTo>
                <a:cubicBezTo>
                  <a:pt x="13280" y="10612"/>
                  <a:pt x="19408" y="10360"/>
                  <a:pt x="19408" y="13810"/>
                </a:cubicBezTo>
                <a:cubicBezTo>
                  <a:pt x="19408" y="15228"/>
                  <a:pt x="16648" y="14481"/>
                  <a:pt x="15303" y="14929"/>
                </a:cubicBezTo>
              </a:path>
            </a:pathLst>
          </a:custGeom>
          <a:noFill/>
          <a:ln w="228600" cap="flat" cmpd="sng">
            <a:solidFill>
              <a:schemeClr val="accent1"/>
            </a:solidFill>
            <a:prstDash val="solid"/>
            <a:round/>
            <a:headEnd type="none" w="med" len="med"/>
            <a:tailEnd type="none" w="med" len="med"/>
          </a:ln>
        </p:spPr>
      </p:sp>
      <p:sp>
        <p:nvSpPr>
          <p:cNvPr id="103" name="Google Shape;103;p7"/>
          <p:cNvSpPr/>
          <p:nvPr/>
        </p:nvSpPr>
        <p:spPr>
          <a:xfrm>
            <a:off x="352975" y="4476981"/>
            <a:ext cx="984648" cy="1012318"/>
          </a:xfrm>
          <a:custGeom>
            <a:avLst/>
            <a:gdLst/>
            <a:ahLst/>
            <a:cxnLst/>
            <a:rect l="l" t="t" r="r" b="b"/>
            <a:pathLst>
              <a:path w="4165" h="4282" extrusionOk="0">
                <a:moveTo>
                  <a:pt x="3241" y="294"/>
                </a:moveTo>
                <a:cubicBezTo>
                  <a:pt x="3377" y="430"/>
                  <a:pt x="3543" y="566"/>
                  <a:pt x="3665" y="717"/>
                </a:cubicBezTo>
                <a:cubicBezTo>
                  <a:pt x="3710" y="793"/>
                  <a:pt x="3604" y="884"/>
                  <a:pt x="3528" y="975"/>
                </a:cubicBezTo>
                <a:cubicBezTo>
                  <a:pt x="3226" y="1338"/>
                  <a:pt x="2938" y="1702"/>
                  <a:pt x="2650" y="2050"/>
                </a:cubicBezTo>
                <a:cubicBezTo>
                  <a:pt x="2620" y="2110"/>
                  <a:pt x="2696" y="2231"/>
                  <a:pt x="2771" y="2307"/>
                </a:cubicBezTo>
                <a:cubicBezTo>
                  <a:pt x="3104" y="2610"/>
                  <a:pt x="3453" y="2928"/>
                  <a:pt x="3786" y="3231"/>
                </a:cubicBezTo>
                <a:cubicBezTo>
                  <a:pt x="3892" y="3306"/>
                  <a:pt x="3861" y="3337"/>
                  <a:pt x="3786" y="3397"/>
                </a:cubicBezTo>
                <a:cubicBezTo>
                  <a:pt x="3619" y="3518"/>
                  <a:pt x="3589" y="3791"/>
                  <a:pt x="3316" y="3791"/>
                </a:cubicBezTo>
                <a:cubicBezTo>
                  <a:pt x="3165" y="3745"/>
                  <a:pt x="3029" y="3715"/>
                  <a:pt x="2908" y="3488"/>
                </a:cubicBezTo>
                <a:cubicBezTo>
                  <a:pt x="2756" y="3155"/>
                  <a:pt x="2408" y="2943"/>
                  <a:pt x="2090" y="2731"/>
                </a:cubicBezTo>
                <a:cubicBezTo>
                  <a:pt x="2074" y="2721"/>
                  <a:pt x="2057" y="2717"/>
                  <a:pt x="2041" y="2717"/>
                </a:cubicBezTo>
                <a:cubicBezTo>
                  <a:pt x="1983" y="2717"/>
                  <a:pt x="1929" y="2771"/>
                  <a:pt x="1893" y="2807"/>
                </a:cubicBezTo>
                <a:cubicBezTo>
                  <a:pt x="1621" y="3231"/>
                  <a:pt x="1136" y="3518"/>
                  <a:pt x="939" y="3988"/>
                </a:cubicBezTo>
                <a:cubicBezTo>
                  <a:pt x="911" y="4026"/>
                  <a:pt x="877" y="4058"/>
                  <a:pt x="836" y="4058"/>
                </a:cubicBezTo>
                <a:cubicBezTo>
                  <a:pt x="812" y="4058"/>
                  <a:pt x="786" y="4046"/>
                  <a:pt x="758" y="4018"/>
                </a:cubicBezTo>
                <a:cubicBezTo>
                  <a:pt x="606" y="3897"/>
                  <a:pt x="455" y="3761"/>
                  <a:pt x="334" y="3609"/>
                </a:cubicBezTo>
                <a:cubicBezTo>
                  <a:pt x="213" y="3473"/>
                  <a:pt x="364" y="3321"/>
                  <a:pt x="425" y="3291"/>
                </a:cubicBezTo>
                <a:cubicBezTo>
                  <a:pt x="652" y="3140"/>
                  <a:pt x="652" y="2837"/>
                  <a:pt x="879" y="2701"/>
                </a:cubicBezTo>
                <a:cubicBezTo>
                  <a:pt x="1030" y="2610"/>
                  <a:pt x="1045" y="2413"/>
                  <a:pt x="1197" y="2322"/>
                </a:cubicBezTo>
                <a:cubicBezTo>
                  <a:pt x="1394" y="2201"/>
                  <a:pt x="1333" y="2004"/>
                  <a:pt x="1212" y="1898"/>
                </a:cubicBezTo>
                <a:cubicBezTo>
                  <a:pt x="939" y="1671"/>
                  <a:pt x="803" y="1323"/>
                  <a:pt x="425" y="1202"/>
                </a:cubicBezTo>
                <a:cubicBezTo>
                  <a:pt x="334" y="1187"/>
                  <a:pt x="258" y="960"/>
                  <a:pt x="425" y="839"/>
                </a:cubicBezTo>
                <a:cubicBezTo>
                  <a:pt x="515" y="793"/>
                  <a:pt x="606" y="733"/>
                  <a:pt x="667" y="611"/>
                </a:cubicBezTo>
                <a:cubicBezTo>
                  <a:pt x="710" y="540"/>
                  <a:pt x="739" y="428"/>
                  <a:pt x="818" y="428"/>
                </a:cubicBezTo>
                <a:cubicBezTo>
                  <a:pt x="823" y="428"/>
                  <a:pt x="828" y="429"/>
                  <a:pt x="833" y="430"/>
                </a:cubicBezTo>
                <a:cubicBezTo>
                  <a:pt x="909" y="445"/>
                  <a:pt x="985" y="566"/>
                  <a:pt x="1030" y="657"/>
                </a:cubicBezTo>
                <a:cubicBezTo>
                  <a:pt x="1242" y="1035"/>
                  <a:pt x="1575" y="1293"/>
                  <a:pt x="1878" y="1565"/>
                </a:cubicBezTo>
                <a:cubicBezTo>
                  <a:pt x="1903" y="1585"/>
                  <a:pt x="1928" y="1593"/>
                  <a:pt x="1953" y="1593"/>
                </a:cubicBezTo>
                <a:cubicBezTo>
                  <a:pt x="2061" y="1593"/>
                  <a:pt x="2159" y="1430"/>
                  <a:pt x="2196" y="1368"/>
                </a:cubicBezTo>
                <a:cubicBezTo>
                  <a:pt x="2499" y="990"/>
                  <a:pt x="2862" y="672"/>
                  <a:pt x="3210" y="339"/>
                </a:cubicBezTo>
                <a:lnTo>
                  <a:pt x="3241" y="294"/>
                </a:lnTo>
                <a:close/>
                <a:moveTo>
                  <a:pt x="3312" y="0"/>
                </a:moveTo>
                <a:cubicBezTo>
                  <a:pt x="3240" y="0"/>
                  <a:pt x="3166" y="42"/>
                  <a:pt x="3104" y="97"/>
                </a:cubicBezTo>
                <a:cubicBezTo>
                  <a:pt x="2786" y="400"/>
                  <a:pt x="2469" y="733"/>
                  <a:pt x="2196" y="1096"/>
                </a:cubicBezTo>
                <a:cubicBezTo>
                  <a:pt x="2119" y="1207"/>
                  <a:pt x="2036" y="1258"/>
                  <a:pt x="1954" y="1258"/>
                </a:cubicBezTo>
                <a:cubicBezTo>
                  <a:pt x="1858" y="1258"/>
                  <a:pt x="1763" y="1188"/>
                  <a:pt x="1681" y="1066"/>
                </a:cubicBezTo>
                <a:cubicBezTo>
                  <a:pt x="1560" y="854"/>
                  <a:pt x="1424" y="672"/>
                  <a:pt x="1288" y="475"/>
                </a:cubicBezTo>
                <a:cubicBezTo>
                  <a:pt x="1178" y="311"/>
                  <a:pt x="1041" y="223"/>
                  <a:pt x="909" y="223"/>
                </a:cubicBezTo>
                <a:cubicBezTo>
                  <a:pt x="823" y="223"/>
                  <a:pt x="739" y="261"/>
                  <a:pt x="667" y="339"/>
                </a:cubicBezTo>
                <a:cubicBezTo>
                  <a:pt x="531" y="460"/>
                  <a:pt x="425" y="581"/>
                  <a:pt x="334" y="733"/>
                </a:cubicBezTo>
                <a:cubicBezTo>
                  <a:pt x="198" y="945"/>
                  <a:pt x="1" y="1141"/>
                  <a:pt x="349" y="1399"/>
                </a:cubicBezTo>
                <a:cubicBezTo>
                  <a:pt x="606" y="1580"/>
                  <a:pt x="803" y="1868"/>
                  <a:pt x="1045" y="2095"/>
                </a:cubicBezTo>
                <a:cubicBezTo>
                  <a:pt x="1136" y="2171"/>
                  <a:pt x="1136" y="2156"/>
                  <a:pt x="1061" y="2247"/>
                </a:cubicBezTo>
                <a:cubicBezTo>
                  <a:pt x="803" y="2565"/>
                  <a:pt x="531" y="2867"/>
                  <a:pt x="304" y="3216"/>
                </a:cubicBezTo>
                <a:cubicBezTo>
                  <a:pt x="228" y="3321"/>
                  <a:pt x="61" y="3443"/>
                  <a:pt x="76" y="3624"/>
                </a:cubicBezTo>
                <a:cubicBezTo>
                  <a:pt x="31" y="3791"/>
                  <a:pt x="152" y="3851"/>
                  <a:pt x="213" y="3942"/>
                </a:cubicBezTo>
                <a:cubicBezTo>
                  <a:pt x="472" y="4164"/>
                  <a:pt x="608" y="4281"/>
                  <a:pt x="730" y="4281"/>
                </a:cubicBezTo>
                <a:cubicBezTo>
                  <a:pt x="859" y="4281"/>
                  <a:pt x="972" y="4153"/>
                  <a:pt x="1197" y="3882"/>
                </a:cubicBezTo>
                <a:cubicBezTo>
                  <a:pt x="1439" y="3579"/>
                  <a:pt x="1833" y="3427"/>
                  <a:pt x="1984" y="3034"/>
                </a:cubicBezTo>
                <a:cubicBezTo>
                  <a:pt x="2009" y="3008"/>
                  <a:pt x="2030" y="2988"/>
                  <a:pt x="2054" y="2988"/>
                </a:cubicBezTo>
                <a:cubicBezTo>
                  <a:pt x="2073" y="2988"/>
                  <a:pt x="2094" y="3001"/>
                  <a:pt x="2120" y="3034"/>
                </a:cubicBezTo>
                <a:cubicBezTo>
                  <a:pt x="2423" y="3458"/>
                  <a:pt x="2817" y="3761"/>
                  <a:pt x="3195" y="4094"/>
                </a:cubicBezTo>
                <a:cubicBezTo>
                  <a:pt x="3236" y="4134"/>
                  <a:pt x="3310" y="4188"/>
                  <a:pt x="3363" y="4188"/>
                </a:cubicBezTo>
                <a:cubicBezTo>
                  <a:pt x="3390" y="4188"/>
                  <a:pt x="3412" y="4174"/>
                  <a:pt x="3422" y="4139"/>
                </a:cubicBezTo>
                <a:cubicBezTo>
                  <a:pt x="3498" y="3988"/>
                  <a:pt x="3634" y="3927"/>
                  <a:pt x="3755" y="3851"/>
                </a:cubicBezTo>
                <a:cubicBezTo>
                  <a:pt x="4134" y="3564"/>
                  <a:pt x="4164" y="3306"/>
                  <a:pt x="3831" y="2988"/>
                </a:cubicBezTo>
                <a:cubicBezTo>
                  <a:pt x="3543" y="2731"/>
                  <a:pt x="3256" y="2504"/>
                  <a:pt x="2968" y="2262"/>
                </a:cubicBezTo>
                <a:cubicBezTo>
                  <a:pt x="2817" y="2125"/>
                  <a:pt x="2847" y="1944"/>
                  <a:pt x="2998" y="1898"/>
                </a:cubicBezTo>
                <a:cubicBezTo>
                  <a:pt x="3150" y="1868"/>
                  <a:pt x="3180" y="1777"/>
                  <a:pt x="3195" y="1671"/>
                </a:cubicBezTo>
                <a:cubicBezTo>
                  <a:pt x="3241" y="1535"/>
                  <a:pt x="3362" y="1414"/>
                  <a:pt x="3407" y="1399"/>
                </a:cubicBezTo>
                <a:cubicBezTo>
                  <a:pt x="3649" y="1293"/>
                  <a:pt x="3710" y="1035"/>
                  <a:pt x="3861" y="884"/>
                </a:cubicBezTo>
                <a:cubicBezTo>
                  <a:pt x="4058" y="717"/>
                  <a:pt x="3922" y="505"/>
                  <a:pt x="3771" y="400"/>
                </a:cubicBezTo>
                <a:cubicBezTo>
                  <a:pt x="3649" y="339"/>
                  <a:pt x="3559" y="233"/>
                  <a:pt x="3498" y="142"/>
                </a:cubicBezTo>
                <a:cubicBezTo>
                  <a:pt x="3446" y="39"/>
                  <a:pt x="3380" y="0"/>
                  <a:pt x="3312"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7"/>
          <p:cNvSpPr/>
          <p:nvPr/>
        </p:nvSpPr>
        <p:spPr>
          <a:xfrm>
            <a:off x="8276375" y="227914"/>
            <a:ext cx="797975" cy="617525"/>
          </a:xfrm>
          <a:custGeom>
            <a:avLst/>
            <a:gdLst/>
            <a:ahLst/>
            <a:cxnLst/>
            <a:rect l="l" t="t" r="r" b="b"/>
            <a:pathLst>
              <a:path w="31919" h="24701" extrusionOk="0">
                <a:moveTo>
                  <a:pt x="9661" y="3071"/>
                </a:moveTo>
                <a:cubicBezTo>
                  <a:pt x="11010" y="1806"/>
                  <a:pt x="13613" y="-1110"/>
                  <a:pt x="14564" y="476"/>
                </a:cubicBezTo>
                <a:cubicBezTo>
                  <a:pt x="15709" y="2385"/>
                  <a:pt x="13109" y="4742"/>
                  <a:pt x="12978" y="6965"/>
                </a:cubicBezTo>
                <a:cubicBezTo>
                  <a:pt x="12948" y="7482"/>
                  <a:pt x="13037" y="8432"/>
                  <a:pt x="13554" y="8407"/>
                </a:cubicBezTo>
                <a:cubicBezTo>
                  <a:pt x="19656" y="8117"/>
                  <a:pt x="32677" y="1630"/>
                  <a:pt x="31868" y="7686"/>
                </a:cubicBezTo>
                <a:cubicBezTo>
                  <a:pt x="30273" y="19622"/>
                  <a:pt x="4740" y="13631"/>
                  <a:pt x="0" y="24701"/>
                </a:cubicBezTo>
              </a:path>
            </a:pathLst>
          </a:custGeom>
          <a:noFill/>
          <a:ln w="228600" cap="flat" cmpd="sng">
            <a:solidFill>
              <a:schemeClr val="dk2"/>
            </a:solidFill>
            <a:prstDash val="solid"/>
            <a:round/>
            <a:headEnd type="none" w="med" len="med"/>
            <a:tailEnd type="none" w="med" len="med"/>
          </a:ln>
        </p:spPr>
      </p:sp>
      <p:sp>
        <p:nvSpPr>
          <p:cNvPr id="105" name="Google Shape;105;p7"/>
          <p:cNvSpPr/>
          <p:nvPr/>
        </p:nvSpPr>
        <p:spPr>
          <a:xfrm>
            <a:off x="352975" y="-246325"/>
            <a:ext cx="454102" cy="1205820"/>
          </a:xfrm>
          <a:custGeom>
            <a:avLst/>
            <a:gdLst/>
            <a:ahLst/>
            <a:cxnLst/>
            <a:rect l="l" t="t" r="r" b="b"/>
            <a:pathLst>
              <a:path w="4997" h="13269" extrusionOk="0">
                <a:moveTo>
                  <a:pt x="1681" y="670"/>
                </a:moveTo>
                <a:cubicBezTo>
                  <a:pt x="1757" y="912"/>
                  <a:pt x="1893" y="1124"/>
                  <a:pt x="1953" y="1306"/>
                </a:cubicBezTo>
                <a:cubicBezTo>
                  <a:pt x="2007" y="1512"/>
                  <a:pt x="2145" y="1596"/>
                  <a:pt x="2290" y="1596"/>
                </a:cubicBezTo>
                <a:cubicBezTo>
                  <a:pt x="2390" y="1596"/>
                  <a:pt x="2494" y="1556"/>
                  <a:pt x="2574" y="1487"/>
                </a:cubicBezTo>
                <a:cubicBezTo>
                  <a:pt x="2786" y="1276"/>
                  <a:pt x="3059" y="1260"/>
                  <a:pt x="3331" y="1200"/>
                </a:cubicBezTo>
                <a:cubicBezTo>
                  <a:pt x="3390" y="1188"/>
                  <a:pt x="3431" y="1121"/>
                  <a:pt x="3504" y="1121"/>
                </a:cubicBezTo>
                <a:cubicBezTo>
                  <a:pt x="3524" y="1121"/>
                  <a:pt x="3547" y="1126"/>
                  <a:pt x="3573" y="1139"/>
                </a:cubicBezTo>
                <a:cubicBezTo>
                  <a:pt x="3498" y="1336"/>
                  <a:pt x="3422" y="1518"/>
                  <a:pt x="3331" y="1715"/>
                </a:cubicBezTo>
                <a:cubicBezTo>
                  <a:pt x="3074" y="2184"/>
                  <a:pt x="2953" y="2699"/>
                  <a:pt x="2741" y="3183"/>
                </a:cubicBezTo>
                <a:cubicBezTo>
                  <a:pt x="2604" y="3486"/>
                  <a:pt x="2574" y="3804"/>
                  <a:pt x="2483" y="4107"/>
                </a:cubicBezTo>
                <a:cubicBezTo>
                  <a:pt x="2408" y="4334"/>
                  <a:pt x="2438" y="4606"/>
                  <a:pt x="2408" y="4833"/>
                </a:cubicBezTo>
                <a:cubicBezTo>
                  <a:pt x="2347" y="5166"/>
                  <a:pt x="2332" y="5515"/>
                  <a:pt x="2347" y="5833"/>
                </a:cubicBezTo>
                <a:cubicBezTo>
                  <a:pt x="2377" y="6226"/>
                  <a:pt x="2302" y="6650"/>
                  <a:pt x="2408" y="7044"/>
                </a:cubicBezTo>
                <a:cubicBezTo>
                  <a:pt x="2438" y="7195"/>
                  <a:pt x="2453" y="7347"/>
                  <a:pt x="2453" y="7498"/>
                </a:cubicBezTo>
                <a:cubicBezTo>
                  <a:pt x="2453" y="7740"/>
                  <a:pt x="2574" y="7952"/>
                  <a:pt x="2604" y="8179"/>
                </a:cubicBezTo>
                <a:cubicBezTo>
                  <a:pt x="2665" y="8573"/>
                  <a:pt x="2771" y="8982"/>
                  <a:pt x="2953" y="9360"/>
                </a:cubicBezTo>
                <a:cubicBezTo>
                  <a:pt x="3119" y="9708"/>
                  <a:pt x="3271" y="10087"/>
                  <a:pt x="3513" y="10420"/>
                </a:cubicBezTo>
                <a:cubicBezTo>
                  <a:pt x="3584" y="10507"/>
                  <a:pt x="3643" y="10553"/>
                  <a:pt x="3704" y="10553"/>
                </a:cubicBezTo>
                <a:cubicBezTo>
                  <a:pt x="3761" y="10553"/>
                  <a:pt x="3819" y="10515"/>
                  <a:pt x="3891" y="10435"/>
                </a:cubicBezTo>
                <a:cubicBezTo>
                  <a:pt x="4012" y="10299"/>
                  <a:pt x="4164" y="10269"/>
                  <a:pt x="4285" y="10223"/>
                </a:cubicBezTo>
                <a:cubicBezTo>
                  <a:pt x="4305" y="10219"/>
                  <a:pt x="4325" y="10216"/>
                  <a:pt x="4343" y="10216"/>
                </a:cubicBezTo>
                <a:cubicBezTo>
                  <a:pt x="4446" y="10216"/>
                  <a:pt x="4512" y="10287"/>
                  <a:pt x="4512" y="10390"/>
                </a:cubicBezTo>
                <a:cubicBezTo>
                  <a:pt x="4512" y="10723"/>
                  <a:pt x="4542" y="11041"/>
                  <a:pt x="4497" y="11359"/>
                </a:cubicBezTo>
                <a:cubicBezTo>
                  <a:pt x="4467" y="11828"/>
                  <a:pt x="4330" y="12267"/>
                  <a:pt x="4164" y="12706"/>
                </a:cubicBezTo>
                <a:cubicBezTo>
                  <a:pt x="4134" y="12767"/>
                  <a:pt x="4118" y="12797"/>
                  <a:pt x="4073" y="12797"/>
                </a:cubicBezTo>
                <a:cubicBezTo>
                  <a:pt x="3957" y="12820"/>
                  <a:pt x="3832" y="12852"/>
                  <a:pt x="3718" y="12852"/>
                </a:cubicBezTo>
                <a:cubicBezTo>
                  <a:pt x="3684" y="12852"/>
                  <a:pt x="3650" y="12849"/>
                  <a:pt x="3619" y="12842"/>
                </a:cubicBezTo>
                <a:cubicBezTo>
                  <a:pt x="3165" y="12751"/>
                  <a:pt x="2665" y="12691"/>
                  <a:pt x="2211" y="12509"/>
                </a:cubicBezTo>
                <a:cubicBezTo>
                  <a:pt x="1984" y="12449"/>
                  <a:pt x="1757" y="12388"/>
                  <a:pt x="1575" y="12206"/>
                </a:cubicBezTo>
                <a:cubicBezTo>
                  <a:pt x="1454" y="12116"/>
                  <a:pt x="1423" y="12040"/>
                  <a:pt x="1575" y="11934"/>
                </a:cubicBezTo>
                <a:cubicBezTo>
                  <a:pt x="1757" y="11798"/>
                  <a:pt x="1893" y="11586"/>
                  <a:pt x="2105" y="11480"/>
                </a:cubicBezTo>
                <a:cubicBezTo>
                  <a:pt x="2135" y="11449"/>
                  <a:pt x="2180" y="11419"/>
                  <a:pt x="2135" y="11374"/>
                </a:cubicBezTo>
                <a:cubicBezTo>
                  <a:pt x="2059" y="11268"/>
                  <a:pt x="2044" y="11132"/>
                  <a:pt x="1999" y="11026"/>
                </a:cubicBezTo>
                <a:cubicBezTo>
                  <a:pt x="1953" y="10874"/>
                  <a:pt x="1908" y="10708"/>
                  <a:pt x="1817" y="10571"/>
                </a:cubicBezTo>
                <a:cubicBezTo>
                  <a:pt x="1651" y="10314"/>
                  <a:pt x="1575" y="10057"/>
                  <a:pt x="1454" y="9799"/>
                </a:cubicBezTo>
                <a:cubicBezTo>
                  <a:pt x="1287" y="9421"/>
                  <a:pt x="1166" y="9012"/>
                  <a:pt x="1015" y="8618"/>
                </a:cubicBezTo>
                <a:cubicBezTo>
                  <a:pt x="863" y="8240"/>
                  <a:pt x="757" y="7846"/>
                  <a:pt x="666" y="7422"/>
                </a:cubicBezTo>
                <a:cubicBezTo>
                  <a:pt x="561" y="7014"/>
                  <a:pt x="485" y="6590"/>
                  <a:pt x="470" y="6166"/>
                </a:cubicBezTo>
                <a:cubicBezTo>
                  <a:pt x="455" y="5681"/>
                  <a:pt x="409" y="5227"/>
                  <a:pt x="470" y="4773"/>
                </a:cubicBezTo>
                <a:cubicBezTo>
                  <a:pt x="515" y="4546"/>
                  <a:pt x="545" y="4303"/>
                  <a:pt x="591" y="4076"/>
                </a:cubicBezTo>
                <a:cubicBezTo>
                  <a:pt x="621" y="3743"/>
                  <a:pt x="682" y="3380"/>
                  <a:pt x="772" y="3032"/>
                </a:cubicBezTo>
                <a:cubicBezTo>
                  <a:pt x="894" y="2608"/>
                  <a:pt x="1015" y="2169"/>
                  <a:pt x="1212" y="1730"/>
                </a:cubicBezTo>
                <a:cubicBezTo>
                  <a:pt x="1348" y="1427"/>
                  <a:pt x="1529" y="1139"/>
                  <a:pt x="1605" y="821"/>
                </a:cubicBezTo>
                <a:cubicBezTo>
                  <a:pt x="1620" y="761"/>
                  <a:pt x="1666" y="730"/>
                  <a:pt x="1681" y="670"/>
                </a:cubicBezTo>
                <a:close/>
                <a:moveTo>
                  <a:pt x="1754" y="0"/>
                </a:moveTo>
                <a:cubicBezTo>
                  <a:pt x="1736" y="0"/>
                  <a:pt x="1717" y="6"/>
                  <a:pt x="1696" y="19"/>
                </a:cubicBezTo>
                <a:cubicBezTo>
                  <a:pt x="1590" y="95"/>
                  <a:pt x="1469" y="155"/>
                  <a:pt x="1423" y="291"/>
                </a:cubicBezTo>
                <a:cubicBezTo>
                  <a:pt x="1318" y="503"/>
                  <a:pt x="1196" y="670"/>
                  <a:pt x="1090" y="852"/>
                </a:cubicBezTo>
                <a:cubicBezTo>
                  <a:pt x="984" y="1094"/>
                  <a:pt x="894" y="1321"/>
                  <a:pt x="772" y="1533"/>
                </a:cubicBezTo>
                <a:cubicBezTo>
                  <a:pt x="636" y="1821"/>
                  <a:pt x="561" y="2123"/>
                  <a:pt x="515" y="2456"/>
                </a:cubicBezTo>
                <a:cubicBezTo>
                  <a:pt x="455" y="2744"/>
                  <a:pt x="318" y="3047"/>
                  <a:pt x="288" y="3380"/>
                </a:cubicBezTo>
                <a:cubicBezTo>
                  <a:pt x="227" y="3849"/>
                  <a:pt x="91" y="4303"/>
                  <a:pt x="76" y="4788"/>
                </a:cubicBezTo>
                <a:cubicBezTo>
                  <a:pt x="46" y="5136"/>
                  <a:pt x="46" y="5454"/>
                  <a:pt x="31" y="5802"/>
                </a:cubicBezTo>
                <a:cubicBezTo>
                  <a:pt x="31" y="5893"/>
                  <a:pt x="91" y="5969"/>
                  <a:pt x="76" y="6060"/>
                </a:cubicBezTo>
                <a:cubicBezTo>
                  <a:pt x="0" y="6347"/>
                  <a:pt x="121" y="6650"/>
                  <a:pt x="152" y="6938"/>
                </a:cubicBezTo>
                <a:cubicBezTo>
                  <a:pt x="167" y="7165"/>
                  <a:pt x="197" y="7392"/>
                  <a:pt x="243" y="7589"/>
                </a:cubicBezTo>
                <a:cubicBezTo>
                  <a:pt x="273" y="7831"/>
                  <a:pt x="318" y="8043"/>
                  <a:pt x="394" y="8285"/>
                </a:cubicBezTo>
                <a:cubicBezTo>
                  <a:pt x="500" y="8588"/>
                  <a:pt x="606" y="8906"/>
                  <a:pt x="712" y="9209"/>
                </a:cubicBezTo>
                <a:cubicBezTo>
                  <a:pt x="757" y="9345"/>
                  <a:pt x="772" y="9481"/>
                  <a:pt x="833" y="9602"/>
                </a:cubicBezTo>
                <a:cubicBezTo>
                  <a:pt x="939" y="9830"/>
                  <a:pt x="1015" y="10072"/>
                  <a:pt x="1151" y="10284"/>
                </a:cubicBezTo>
                <a:cubicBezTo>
                  <a:pt x="1318" y="10556"/>
                  <a:pt x="1423" y="10889"/>
                  <a:pt x="1651" y="11116"/>
                </a:cubicBezTo>
                <a:cubicBezTo>
                  <a:pt x="1817" y="11283"/>
                  <a:pt x="1757" y="11343"/>
                  <a:pt x="1605" y="11449"/>
                </a:cubicBezTo>
                <a:cubicBezTo>
                  <a:pt x="1439" y="11571"/>
                  <a:pt x="1212" y="11661"/>
                  <a:pt x="1106" y="11858"/>
                </a:cubicBezTo>
                <a:cubicBezTo>
                  <a:pt x="924" y="12237"/>
                  <a:pt x="1136" y="12540"/>
                  <a:pt x="1529" y="12691"/>
                </a:cubicBezTo>
                <a:cubicBezTo>
                  <a:pt x="1726" y="12767"/>
                  <a:pt x="1923" y="12827"/>
                  <a:pt x="2120" y="12888"/>
                </a:cubicBezTo>
                <a:cubicBezTo>
                  <a:pt x="2408" y="13003"/>
                  <a:pt x="3174" y="13268"/>
                  <a:pt x="3731" y="13268"/>
                </a:cubicBezTo>
                <a:cubicBezTo>
                  <a:pt x="3759" y="13268"/>
                  <a:pt x="3788" y="13268"/>
                  <a:pt x="3816" y="13266"/>
                </a:cubicBezTo>
                <a:cubicBezTo>
                  <a:pt x="4028" y="13266"/>
                  <a:pt x="4194" y="13236"/>
                  <a:pt x="4270" y="13130"/>
                </a:cubicBezTo>
                <a:cubicBezTo>
                  <a:pt x="4573" y="12857"/>
                  <a:pt x="4785" y="12176"/>
                  <a:pt x="4845" y="11798"/>
                </a:cubicBezTo>
                <a:cubicBezTo>
                  <a:pt x="4921" y="11207"/>
                  <a:pt x="4996" y="10647"/>
                  <a:pt x="4875" y="10057"/>
                </a:cubicBezTo>
                <a:cubicBezTo>
                  <a:pt x="4845" y="9905"/>
                  <a:pt x="4769" y="9784"/>
                  <a:pt x="4633" y="9739"/>
                </a:cubicBezTo>
                <a:cubicBezTo>
                  <a:pt x="4588" y="9722"/>
                  <a:pt x="4542" y="9715"/>
                  <a:pt x="4495" y="9715"/>
                </a:cubicBezTo>
                <a:cubicBezTo>
                  <a:pt x="4368" y="9715"/>
                  <a:pt x="4241" y="9771"/>
                  <a:pt x="4164" y="9860"/>
                </a:cubicBezTo>
                <a:cubicBezTo>
                  <a:pt x="4073" y="9966"/>
                  <a:pt x="3906" y="9966"/>
                  <a:pt x="3861" y="10072"/>
                </a:cubicBezTo>
                <a:cubicBezTo>
                  <a:pt x="3852" y="10086"/>
                  <a:pt x="3837" y="10091"/>
                  <a:pt x="3821" y="10091"/>
                </a:cubicBezTo>
                <a:cubicBezTo>
                  <a:pt x="3784" y="10091"/>
                  <a:pt x="3740" y="10063"/>
                  <a:pt x="3740" y="10041"/>
                </a:cubicBezTo>
                <a:cubicBezTo>
                  <a:pt x="3710" y="9830"/>
                  <a:pt x="3513" y="9693"/>
                  <a:pt x="3437" y="9512"/>
                </a:cubicBezTo>
                <a:cubicBezTo>
                  <a:pt x="3316" y="9178"/>
                  <a:pt x="3180" y="8861"/>
                  <a:pt x="3074" y="8527"/>
                </a:cubicBezTo>
                <a:cubicBezTo>
                  <a:pt x="2968" y="8149"/>
                  <a:pt x="2937" y="7770"/>
                  <a:pt x="2831" y="7407"/>
                </a:cubicBezTo>
                <a:cubicBezTo>
                  <a:pt x="2756" y="7119"/>
                  <a:pt x="2801" y="6817"/>
                  <a:pt x="2756" y="6544"/>
                </a:cubicBezTo>
                <a:cubicBezTo>
                  <a:pt x="2680" y="6105"/>
                  <a:pt x="2756" y="5651"/>
                  <a:pt x="2756" y="5212"/>
                </a:cubicBezTo>
                <a:cubicBezTo>
                  <a:pt x="2756" y="4758"/>
                  <a:pt x="2877" y="4303"/>
                  <a:pt x="2953" y="3849"/>
                </a:cubicBezTo>
                <a:cubicBezTo>
                  <a:pt x="3013" y="3592"/>
                  <a:pt x="3059" y="3319"/>
                  <a:pt x="3180" y="3077"/>
                </a:cubicBezTo>
                <a:cubicBezTo>
                  <a:pt x="3286" y="2850"/>
                  <a:pt x="3392" y="2608"/>
                  <a:pt x="3482" y="2350"/>
                </a:cubicBezTo>
                <a:cubicBezTo>
                  <a:pt x="3664" y="1911"/>
                  <a:pt x="3816" y="1487"/>
                  <a:pt x="4012" y="1064"/>
                </a:cubicBezTo>
                <a:cubicBezTo>
                  <a:pt x="4082" y="910"/>
                  <a:pt x="4010" y="665"/>
                  <a:pt x="3843" y="665"/>
                </a:cubicBezTo>
                <a:cubicBezTo>
                  <a:pt x="3829" y="665"/>
                  <a:pt x="3815" y="667"/>
                  <a:pt x="3800" y="670"/>
                </a:cubicBezTo>
                <a:cubicBezTo>
                  <a:pt x="3407" y="746"/>
                  <a:pt x="2983" y="836"/>
                  <a:pt x="2604" y="1003"/>
                </a:cubicBezTo>
                <a:cubicBezTo>
                  <a:pt x="2484" y="1056"/>
                  <a:pt x="2417" y="1092"/>
                  <a:pt x="2371" y="1092"/>
                </a:cubicBezTo>
                <a:cubicBezTo>
                  <a:pt x="2311" y="1092"/>
                  <a:pt x="2285" y="1034"/>
                  <a:pt x="2226" y="882"/>
                </a:cubicBezTo>
                <a:cubicBezTo>
                  <a:pt x="2135" y="609"/>
                  <a:pt x="2074" y="307"/>
                  <a:pt x="1878" y="79"/>
                </a:cubicBezTo>
                <a:cubicBezTo>
                  <a:pt x="1834" y="36"/>
                  <a:pt x="1799" y="0"/>
                  <a:pt x="1754"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7"/>
          <p:cNvSpPr/>
          <p:nvPr/>
        </p:nvSpPr>
        <p:spPr>
          <a:xfrm>
            <a:off x="8410899" y="4536401"/>
            <a:ext cx="984648" cy="952894"/>
          </a:xfrm>
          <a:custGeom>
            <a:avLst/>
            <a:gdLst/>
            <a:ahLst/>
            <a:cxnLst/>
            <a:rect l="l" t="t" r="r" b="b"/>
            <a:pathLst>
              <a:path w="7237" h="7004" extrusionOk="0">
                <a:moveTo>
                  <a:pt x="3422" y="435"/>
                </a:moveTo>
                <a:cubicBezTo>
                  <a:pt x="3533" y="435"/>
                  <a:pt x="3644" y="462"/>
                  <a:pt x="3755" y="462"/>
                </a:cubicBezTo>
                <a:cubicBezTo>
                  <a:pt x="4133" y="477"/>
                  <a:pt x="4512" y="522"/>
                  <a:pt x="4860" y="689"/>
                </a:cubicBezTo>
                <a:cubicBezTo>
                  <a:pt x="5193" y="840"/>
                  <a:pt x="5450" y="1128"/>
                  <a:pt x="5708" y="1385"/>
                </a:cubicBezTo>
                <a:cubicBezTo>
                  <a:pt x="5905" y="1597"/>
                  <a:pt x="6071" y="1809"/>
                  <a:pt x="6223" y="2052"/>
                </a:cubicBezTo>
                <a:cubicBezTo>
                  <a:pt x="6374" y="2294"/>
                  <a:pt x="6540" y="2566"/>
                  <a:pt x="6601" y="2884"/>
                </a:cubicBezTo>
                <a:cubicBezTo>
                  <a:pt x="6677" y="3369"/>
                  <a:pt x="6662" y="3853"/>
                  <a:pt x="6540" y="4322"/>
                </a:cubicBezTo>
                <a:cubicBezTo>
                  <a:pt x="6465" y="4565"/>
                  <a:pt x="6329" y="4822"/>
                  <a:pt x="6162" y="5049"/>
                </a:cubicBezTo>
                <a:cubicBezTo>
                  <a:pt x="6026" y="5231"/>
                  <a:pt x="5874" y="5382"/>
                  <a:pt x="5783" y="5594"/>
                </a:cubicBezTo>
                <a:cubicBezTo>
                  <a:pt x="5753" y="5700"/>
                  <a:pt x="5617" y="5730"/>
                  <a:pt x="5541" y="5806"/>
                </a:cubicBezTo>
                <a:cubicBezTo>
                  <a:pt x="5329" y="5988"/>
                  <a:pt x="5087" y="6154"/>
                  <a:pt x="4830" y="6276"/>
                </a:cubicBezTo>
                <a:cubicBezTo>
                  <a:pt x="4572" y="6366"/>
                  <a:pt x="4345" y="6427"/>
                  <a:pt x="4088" y="6457"/>
                </a:cubicBezTo>
                <a:cubicBezTo>
                  <a:pt x="3785" y="6503"/>
                  <a:pt x="3482" y="6563"/>
                  <a:pt x="3164" y="6563"/>
                </a:cubicBezTo>
                <a:cubicBezTo>
                  <a:pt x="2831" y="6563"/>
                  <a:pt x="2528" y="6442"/>
                  <a:pt x="2211" y="6427"/>
                </a:cubicBezTo>
                <a:cubicBezTo>
                  <a:pt x="2059" y="6397"/>
                  <a:pt x="1893" y="6245"/>
                  <a:pt x="1771" y="6124"/>
                </a:cubicBezTo>
                <a:cubicBezTo>
                  <a:pt x="1590" y="5912"/>
                  <a:pt x="1393" y="5685"/>
                  <a:pt x="1211" y="5473"/>
                </a:cubicBezTo>
                <a:cubicBezTo>
                  <a:pt x="1060" y="5307"/>
                  <a:pt x="924" y="5140"/>
                  <a:pt x="833" y="4928"/>
                </a:cubicBezTo>
                <a:cubicBezTo>
                  <a:pt x="636" y="4550"/>
                  <a:pt x="454" y="4156"/>
                  <a:pt x="439" y="3702"/>
                </a:cubicBezTo>
                <a:cubicBezTo>
                  <a:pt x="439" y="3429"/>
                  <a:pt x="515" y="3157"/>
                  <a:pt x="560" y="2884"/>
                </a:cubicBezTo>
                <a:cubicBezTo>
                  <a:pt x="651" y="2581"/>
                  <a:pt x="772" y="2263"/>
                  <a:pt x="984" y="1991"/>
                </a:cubicBezTo>
                <a:cubicBezTo>
                  <a:pt x="1181" y="1734"/>
                  <a:pt x="1378" y="1416"/>
                  <a:pt x="1681" y="1204"/>
                </a:cubicBezTo>
                <a:cubicBezTo>
                  <a:pt x="1817" y="1113"/>
                  <a:pt x="1908" y="977"/>
                  <a:pt x="2059" y="901"/>
                </a:cubicBezTo>
                <a:cubicBezTo>
                  <a:pt x="2271" y="780"/>
                  <a:pt x="2468" y="674"/>
                  <a:pt x="2725" y="613"/>
                </a:cubicBezTo>
                <a:cubicBezTo>
                  <a:pt x="2907" y="583"/>
                  <a:pt x="3073" y="538"/>
                  <a:pt x="3255" y="462"/>
                </a:cubicBezTo>
                <a:cubicBezTo>
                  <a:pt x="3311" y="442"/>
                  <a:pt x="3366" y="435"/>
                  <a:pt x="3422" y="435"/>
                </a:cubicBezTo>
                <a:close/>
                <a:moveTo>
                  <a:pt x="3596" y="1"/>
                </a:moveTo>
                <a:cubicBezTo>
                  <a:pt x="3578" y="1"/>
                  <a:pt x="3560" y="3"/>
                  <a:pt x="3543" y="8"/>
                </a:cubicBezTo>
                <a:cubicBezTo>
                  <a:pt x="3331" y="83"/>
                  <a:pt x="3119" y="23"/>
                  <a:pt x="2937" y="98"/>
                </a:cubicBezTo>
                <a:cubicBezTo>
                  <a:pt x="2916" y="82"/>
                  <a:pt x="2896" y="78"/>
                  <a:pt x="2879" y="78"/>
                </a:cubicBezTo>
                <a:cubicBezTo>
                  <a:pt x="2856" y="78"/>
                  <a:pt x="2837" y="87"/>
                  <a:pt x="2825" y="87"/>
                </a:cubicBezTo>
                <a:cubicBezTo>
                  <a:pt x="2822" y="87"/>
                  <a:pt x="2818" y="86"/>
                  <a:pt x="2816" y="83"/>
                </a:cubicBezTo>
                <a:cubicBezTo>
                  <a:pt x="2680" y="144"/>
                  <a:pt x="2574" y="235"/>
                  <a:pt x="2438" y="280"/>
                </a:cubicBezTo>
                <a:cubicBezTo>
                  <a:pt x="2044" y="386"/>
                  <a:pt x="1711" y="628"/>
                  <a:pt x="1408" y="901"/>
                </a:cubicBezTo>
                <a:cubicBezTo>
                  <a:pt x="1090" y="1189"/>
                  <a:pt x="803" y="1506"/>
                  <a:pt x="575" y="1870"/>
                </a:cubicBezTo>
                <a:cubicBezTo>
                  <a:pt x="333" y="2263"/>
                  <a:pt x="242" y="2718"/>
                  <a:pt x="106" y="3157"/>
                </a:cubicBezTo>
                <a:cubicBezTo>
                  <a:pt x="0" y="3550"/>
                  <a:pt x="151" y="3929"/>
                  <a:pt x="227" y="4322"/>
                </a:cubicBezTo>
                <a:cubicBezTo>
                  <a:pt x="242" y="4474"/>
                  <a:pt x="318" y="4595"/>
                  <a:pt x="348" y="4701"/>
                </a:cubicBezTo>
                <a:cubicBezTo>
                  <a:pt x="424" y="4913"/>
                  <a:pt x="469" y="5125"/>
                  <a:pt x="651" y="5276"/>
                </a:cubicBezTo>
                <a:cubicBezTo>
                  <a:pt x="712" y="5307"/>
                  <a:pt x="772" y="5367"/>
                  <a:pt x="757" y="5443"/>
                </a:cubicBezTo>
                <a:cubicBezTo>
                  <a:pt x="727" y="5534"/>
                  <a:pt x="772" y="5579"/>
                  <a:pt x="848" y="5579"/>
                </a:cubicBezTo>
                <a:cubicBezTo>
                  <a:pt x="924" y="5579"/>
                  <a:pt x="939" y="5640"/>
                  <a:pt x="954" y="5700"/>
                </a:cubicBezTo>
                <a:cubicBezTo>
                  <a:pt x="1090" y="6003"/>
                  <a:pt x="1317" y="6230"/>
                  <a:pt x="1559" y="6427"/>
                </a:cubicBezTo>
                <a:cubicBezTo>
                  <a:pt x="1756" y="6563"/>
                  <a:pt x="1983" y="6669"/>
                  <a:pt x="2226" y="6745"/>
                </a:cubicBezTo>
                <a:cubicBezTo>
                  <a:pt x="2498" y="6821"/>
                  <a:pt x="2756" y="6942"/>
                  <a:pt x="3043" y="6957"/>
                </a:cubicBezTo>
                <a:cubicBezTo>
                  <a:pt x="3210" y="6968"/>
                  <a:pt x="3377" y="7004"/>
                  <a:pt x="3539" y="7004"/>
                </a:cubicBezTo>
                <a:cubicBezTo>
                  <a:pt x="3596" y="7004"/>
                  <a:pt x="3653" y="6999"/>
                  <a:pt x="3709" y="6987"/>
                </a:cubicBezTo>
                <a:cubicBezTo>
                  <a:pt x="4254" y="6896"/>
                  <a:pt x="4845" y="6836"/>
                  <a:pt x="5329" y="6518"/>
                </a:cubicBezTo>
                <a:cubicBezTo>
                  <a:pt x="5556" y="6382"/>
                  <a:pt x="5783" y="6260"/>
                  <a:pt x="5950" y="6064"/>
                </a:cubicBezTo>
                <a:cubicBezTo>
                  <a:pt x="6147" y="5882"/>
                  <a:pt x="6283" y="5655"/>
                  <a:pt x="6435" y="5443"/>
                </a:cubicBezTo>
                <a:cubicBezTo>
                  <a:pt x="6465" y="5382"/>
                  <a:pt x="6480" y="5261"/>
                  <a:pt x="6540" y="5231"/>
                </a:cubicBezTo>
                <a:cubicBezTo>
                  <a:pt x="6752" y="5064"/>
                  <a:pt x="6889" y="4792"/>
                  <a:pt x="6964" y="4565"/>
                </a:cubicBezTo>
                <a:cubicBezTo>
                  <a:pt x="7146" y="4020"/>
                  <a:pt x="7237" y="3444"/>
                  <a:pt x="7101" y="2839"/>
                </a:cubicBezTo>
                <a:cubicBezTo>
                  <a:pt x="7040" y="2597"/>
                  <a:pt x="6964" y="2339"/>
                  <a:pt x="6889" y="2112"/>
                </a:cubicBezTo>
                <a:cubicBezTo>
                  <a:pt x="6813" y="1840"/>
                  <a:pt x="6586" y="1612"/>
                  <a:pt x="6419" y="1385"/>
                </a:cubicBezTo>
                <a:cubicBezTo>
                  <a:pt x="6132" y="1037"/>
                  <a:pt x="5753" y="795"/>
                  <a:pt x="5390" y="538"/>
                </a:cubicBezTo>
                <a:cubicBezTo>
                  <a:pt x="5163" y="386"/>
                  <a:pt x="4921" y="295"/>
                  <a:pt x="4678" y="220"/>
                </a:cubicBezTo>
                <a:cubicBezTo>
                  <a:pt x="4481" y="159"/>
                  <a:pt x="4345" y="53"/>
                  <a:pt x="4148" y="53"/>
                </a:cubicBezTo>
                <a:cubicBezTo>
                  <a:pt x="4069" y="53"/>
                  <a:pt x="3998" y="79"/>
                  <a:pt x="3923" y="79"/>
                </a:cubicBezTo>
                <a:cubicBezTo>
                  <a:pt x="3898" y="79"/>
                  <a:pt x="3872" y="76"/>
                  <a:pt x="3846" y="68"/>
                </a:cubicBezTo>
                <a:cubicBezTo>
                  <a:pt x="3782" y="56"/>
                  <a:pt x="3687" y="1"/>
                  <a:pt x="3596" y="1"/>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7"/>
          <p:cNvSpPr/>
          <p:nvPr/>
        </p:nvSpPr>
        <p:spPr>
          <a:xfrm>
            <a:off x="8028250" y="-78363"/>
            <a:ext cx="1367309" cy="1037869"/>
          </a:xfrm>
          <a:custGeom>
            <a:avLst/>
            <a:gdLst/>
            <a:ahLst/>
            <a:cxnLst/>
            <a:rect l="l" t="t" r="r" b="b"/>
            <a:pathLst>
              <a:path w="27621" h="20966" extrusionOk="0">
                <a:moveTo>
                  <a:pt x="12470" y="732"/>
                </a:moveTo>
                <a:cubicBezTo>
                  <a:pt x="14599" y="732"/>
                  <a:pt x="16245" y="2692"/>
                  <a:pt x="17079" y="4584"/>
                </a:cubicBezTo>
                <a:cubicBezTo>
                  <a:pt x="17136" y="4719"/>
                  <a:pt x="17234" y="4774"/>
                  <a:pt x="17338" y="4774"/>
                </a:cubicBezTo>
                <a:cubicBezTo>
                  <a:pt x="17542" y="4774"/>
                  <a:pt x="17769" y="4560"/>
                  <a:pt x="17747" y="4317"/>
                </a:cubicBezTo>
                <a:cubicBezTo>
                  <a:pt x="18958" y="2972"/>
                  <a:pt x="20681" y="1762"/>
                  <a:pt x="22430" y="1762"/>
                </a:cubicBezTo>
                <a:cubicBezTo>
                  <a:pt x="23283" y="1762"/>
                  <a:pt x="24143" y="2049"/>
                  <a:pt x="24952" y="2749"/>
                </a:cubicBezTo>
                <a:cubicBezTo>
                  <a:pt x="27620" y="5084"/>
                  <a:pt x="25119" y="8086"/>
                  <a:pt x="23584" y="10154"/>
                </a:cubicBezTo>
                <a:cubicBezTo>
                  <a:pt x="22150" y="12022"/>
                  <a:pt x="20649" y="13824"/>
                  <a:pt x="19048" y="15492"/>
                </a:cubicBezTo>
                <a:cubicBezTo>
                  <a:pt x="18414" y="16159"/>
                  <a:pt x="16913" y="17026"/>
                  <a:pt x="16546" y="17993"/>
                </a:cubicBezTo>
                <a:cubicBezTo>
                  <a:pt x="14378" y="15291"/>
                  <a:pt x="11776" y="12690"/>
                  <a:pt x="10108" y="9621"/>
                </a:cubicBezTo>
                <a:cubicBezTo>
                  <a:pt x="10108" y="9587"/>
                  <a:pt x="10074" y="9487"/>
                  <a:pt x="10041" y="9454"/>
                </a:cubicBezTo>
                <a:cubicBezTo>
                  <a:pt x="9708" y="8820"/>
                  <a:pt x="9407" y="8153"/>
                  <a:pt x="9140" y="7453"/>
                </a:cubicBezTo>
                <a:cubicBezTo>
                  <a:pt x="8407" y="5184"/>
                  <a:pt x="8573" y="1982"/>
                  <a:pt x="11142" y="981"/>
                </a:cubicBezTo>
                <a:cubicBezTo>
                  <a:pt x="11602" y="809"/>
                  <a:pt x="12045" y="732"/>
                  <a:pt x="12470" y="732"/>
                </a:cubicBezTo>
                <a:close/>
                <a:moveTo>
                  <a:pt x="9441" y="10088"/>
                </a:moveTo>
                <a:cubicBezTo>
                  <a:pt x="9574" y="10288"/>
                  <a:pt x="9708" y="10521"/>
                  <a:pt x="9808" y="10755"/>
                </a:cubicBezTo>
                <a:cubicBezTo>
                  <a:pt x="10541" y="11622"/>
                  <a:pt x="11209" y="12656"/>
                  <a:pt x="11909" y="13657"/>
                </a:cubicBezTo>
                <a:cubicBezTo>
                  <a:pt x="10541" y="15692"/>
                  <a:pt x="9407" y="18027"/>
                  <a:pt x="8607" y="20362"/>
                </a:cubicBezTo>
                <a:cubicBezTo>
                  <a:pt x="6372" y="19661"/>
                  <a:pt x="4204" y="18761"/>
                  <a:pt x="2236" y="17360"/>
                </a:cubicBezTo>
                <a:cubicBezTo>
                  <a:pt x="701" y="16259"/>
                  <a:pt x="1068" y="14424"/>
                  <a:pt x="2636" y="13590"/>
                </a:cubicBezTo>
                <a:cubicBezTo>
                  <a:pt x="3145" y="13302"/>
                  <a:pt x="3697" y="13177"/>
                  <a:pt x="4248" y="13177"/>
                </a:cubicBezTo>
                <a:cubicBezTo>
                  <a:pt x="4781" y="13177"/>
                  <a:pt x="5313" y="13294"/>
                  <a:pt x="5805" y="13490"/>
                </a:cubicBezTo>
                <a:lnTo>
                  <a:pt x="5805" y="13590"/>
                </a:lnTo>
                <a:cubicBezTo>
                  <a:pt x="5842" y="13684"/>
                  <a:pt x="5922" y="13725"/>
                  <a:pt x="6009" y="13725"/>
                </a:cubicBezTo>
                <a:cubicBezTo>
                  <a:pt x="6076" y="13725"/>
                  <a:pt x="6147" y="13701"/>
                  <a:pt x="6205" y="13657"/>
                </a:cubicBezTo>
                <a:cubicBezTo>
                  <a:pt x="6305" y="13657"/>
                  <a:pt x="6472" y="13490"/>
                  <a:pt x="6305" y="13357"/>
                </a:cubicBezTo>
                <a:cubicBezTo>
                  <a:pt x="6272" y="13323"/>
                  <a:pt x="6272" y="13323"/>
                  <a:pt x="6238" y="13323"/>
                </a:cubicBezTo>
                <a:cubicBezTo>
                  <a:pt x="6305" y="11489"/>
                  <a:pt x="7706" y="10255"/>
                  <a:pt x="9441" y="10088"/>
                </a:cubicBezTo>
                <a:close/>
                <a:moveTo>
                  <a:pt x="12405" y="0"/>
                </a:moveTo>
                <a:cubicBezTo>
                  <a:pt x="10464" y="0"/>
                  <a:pt x="8938" y="1351"/>
                  <a:pt x="8307" y="3149"/>
                </a:cubicBezTo>
                <a:cubicBezTo>
                  <a:pt x="7573" y="5284"/>
                  <a:pt x="8173" y="7419"/>
                  <a:pt x="9140" y="9321"/>
                </a:cubicBezTo>
                <a:cubicBezTo>
                  <a:pt x="7406" y="9354"/>
                  <a:pt x="5771" y="11122"/>
                  <a:pt x="5771" y="12923"/>
                </a:cubicBezTo>
                <a:cubicBezTo>
                  <a:pt x="5261" y="12649"/>
                  <a:pt x="4690" y="12521"/>
                  <a:pt x="4117" y="12521"/>
                </a:cubicBezTo>
                <a:cubicBezTo>
                  <a:pt x="2594" y="12521"/>
                  <a:pt x="1052" y="13431"/>
                  <a:pt x="568" y="14958"/>
                </a:cubicBezTo>
                <a:cubicBezTo>
                  <a:pt x="1" y="16759"/>
                  <a:pt x="1435" y="17593"/>
                  <a:pt x="2769" y="18460"/>
                </a:cubicBezTo>
                <a:cubicBezTo>
                  <a:pt x="4571" y="19595"/>
                  <a:pt x="6572" y="20495"/>
                  <a:pt x="8607" y="20962"/>
                </a:cubicBezTo>
                <a:cubicBezTo>
                  <a:pt x="8624" y="20964"/>
                  <a:pt x="8641" y="20965"/>
                  <a:pt x="8657" y="20965"/>
                </a:cubicBezTo>
                <a:cubicBezTo>
                  <a:pt x="8890" y="20965"/>
                  <a:pt x="9003" y="20751"/>
                  <a:pt x="8940" y="20595"/>
                </a:cubicBezTo>
                <a:lnTo>
                  <a:pt x="8974" y="20529"/>
                </a:lnTo>
                <a:cubicBezTo>
                  <a:pt x="10074" y="18360"/>
                  <a:pt x="11142" y="16292"/>
                  <a:pt x="12276" y="14157"/>
                </a:cubicBezTo>
                <a:cubicBezTo>
                  <a:pt x="13544" y="15792"/>
                  <a:pt x="14911" y="17293"/>
                  <a:pt x="16446" y="18594"/>
                </a:cubicBezTo>
                <a:cubicBezTo>
                  <a:pt x="16479" y="18661"/>
                  <a:pt x="16579" y="18761"/>
                  <a:pt x="16646" y="18761"/>
                </a:cubicBezTo>
                <a:lnTo>
                  <a:pt x="16779" y="18761"/>
                </a:lnTo>
                <a:cubicBezTo>
                  <a:pt x="16802" y="18765"/>
                  <a:pt x="16823" y="18767"/>
                  <a:pt x="16845" y="18767"/>
                </a:cubicBezTo>
                <a:cubicBezTo>
                  <a:pt x="16982" y="18767"/>
                  <a:pt x="17097" y="18681"/>
                  <a:pt x="17213" y="18594"/>
                </a:cubicBezTo>
                <a:lnTo>
                  <a:pt x="17280" y="18460"/>
                </a:lnTo>
                <a:cubicBezTo>
                  <a:pt x="17346" y="18360"/>
                  <a:pt x="17313" y="18194"/>
                  <a:pt x="17280" y="18127"/>
                </a:cubicBezTo>
                <a:cubicBezTo>
                  <a:pt x="18914" y="16759"/>
                  <a:pt x="23084" y="11789"/>
                  <a:pt x="23484" y="11289"/>
                </a:cubicBezTo>
                <a:cubicBezTo>
                  <a:pt x="24918" y="9621"/>
                  <a:pt x="27153" y="7286"/>
                  <a:pt x="26886" y="4851"/>
                </a:cubicBezTo>
                <a:cubicBezTo>
                  <a:pt x="26653" y="2983"/>
                  <a:pt x="24985" y="1515"/>
                  <a:pt x="23217" y="1181"/>
                </a:cubicBezTo>
                <a:cubicBezTo>
                  <a:pt x="22938" y="1132"/>
                  <a:pt x="22661" y="1109"/>
                  <a:pt x="22388" y="1109"/>
                </a:cubicBezTo>
                <a:cubicBezTo>
                  <a:pt x="20451" y="1109"/>
                  <a:pt x="18720" y="2296"/>
                  <a:pt x="17580" y="3817"/>
                </a:cubicBezTo>
                <a:cubicBezTo>
                  <a:pt x="16612" y="1915"/>
                  <a:pt x="15045" y="181"/>
                  <a:pt x="12743" y="14"/>
                </a:cubicBezTo>
                <a:cubicBezTo>
                  <a:pt x="12629" y="5"/>
                  <a:pt x="12517" y="0"/>
                  <a:pt x="12405" y="0"/>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1"/>
        </a:solidFill>
        <a:effectLst/>
      </p:bgPr>
    </p:bg>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2257050" y="1103700"/>
            <a:ext cx="4629900" cy="293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en-US" smtClean="0"/>
              <a:t>Click to edit Master title style</a:t>
            </a:r>
            <a:endParaRPr/>
          </a:p>
        </p:txBody>
      </p:sp>
      <p:sp>
        <p:nvSpPr>
          <p:cNvPr id="110" name="Google Shape;110;p8"/>
          <p:cNvSpPr/>
          <p:nvPr/>
        </p:nvSpPr>
        <p:spPr>
          <a:xfrm rot="740959">
            <a:off x="8118979" y="4023274"/>
            <a:ext cx="820587" cy="952633"/>
          </a:xfrm>
          <a:prstGeom prst="hear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8"/>
          <p:cNvSpPr/>
          <p:nvPr/>
        </p:nvSpPr>
        <p:spPr>
          <a:xfrm>
            <a:off x="7603450" y="3986425"/>
            <a:ext cx="1367309" cy="1037869"/>
          </a:xfrm>
          <a:custGeom>
            <a:avLst/>
            <a:gdLst/>
            <a:ahLst/>
            <a:cxnLst/>
            <a:rect l="l" t="t" r="r" b="b"/>
            <a:pathLst>
              <a:path w="27621" h="20966" extrusionOk="0">
                <a:moveTo>
                  <a:pt x="12470" y="732"/>
                </a:moveTo>
                <a:cubicBezTo>
                  <a:pt x="14599" y="732"/>
                  <a:pt x="16245" y="2692"/>
                  <a:pt x="17079" y="4584"/>
                </a:cubicBezTo>
                <a:cubicBezTo>
                  <a:pt x="17136" y="4719"/>
                  <a:pt x="17234" y="4774"/>
                  <a:pt x="17338" y="4774"/>
                </a:cubicBezTo>
                <a:cubicBezTo>
                  <a:pt x="17542" y="4774"/>
                  <a:pt x="17769" y="4560"/>
                  <a:pt x="17747" y="4317"/>
                </a:cubicBezTo>
                <a:cubicBezTo>
                  <a:pt x="18958" y="2972"/>
                  <a:pt x="20681" y="1762"/>
                  <a:pt x="22430" y="1762"/>
                </a:cubicBezTo>
                <a:cubicBezTo>
                  <a:pt x="23283" y="1762"/>
                  <a:pt x="24143" y="2049"/>
                  <a:pt x="24952" y="2749"/>
                </a:cubicBezTo>
                <a:cubicBezTo>
                  <a:pt x="27620" y="5084"/>
                  <a:pt x="25119" y="8086"/>
                  <a:pt x="23584" y="10154"/>
                </a:cubicBezTo>
                <a:cubicBezTo>
                  <a:pt x="22150" y="12022"/>
                  <a:pt x="20649" y="13824"/>
                  <a:pt x="19048" y="15492"/>
                </a:cubicBezTo>
                <a:cubicBezTo>
                  <a:pt x="18414" y="16159"/>
                  <a:pt x="16913" y="17026"/>
                  <a:pt x="16546" y="17993"/>
                </a:cubicBezTo>
                <a:cubicBezTo>
                  <a:pt x="14378" y="15291"/>
                  <a:pt x="11776" y="12690"/>
                  <a:pt x="10108" y="9621"/>
                </a:cubicBezTo>
                <a:cubicBezTo>
                  <a:pt x="10108" y="9587"/>
                  <a:pt x="10074" y="9487"/>
                  <a:pt x="10041" y="9454"/>
                </a:cubicBezTo>
                <a:cubicBezTo>
                  <a:pt x="9708" y="8820"/>
                  <a:pt x="9407" y="8153"/>
                  <a:pt x="9140" y="7453"/>
                </a:cubicBezTo>
                <a:cubicBezTo>
                  <a:pt x="8407" y="5184"/>
                  <a:pt x="8573" y="1982"/>
                  <a:pt x="11142" y="981"/>
                </a:cubicBezTo>
                <a:cubicBezTo>
                  <a:pt x="11602" y="809"/>
                  <a:pt x="12045" y="732"/>
                  <a:pt x="12470" y="732"/>
                </a:cubicBezTo>
                <a:close/>
                <a:moveTo>
                  <a:pt x="9441" y="10088"/>
                </a:moveTo>
                <a:cubicBezTo>
                  <a:pt x="9574" y="10288"/>
                  <a:pt x="9708" y="10521"/>
                  <a:pt x="9808" y="10755"/>
                </a:cubicBezTo>
                <a:cubicBezTo>
                  <a:pt x="10541" y="11622"/>
                  <a:pt x="11209" y="12656"/>
                  <a:pt x="11909" y="13657"/>
                </a:cubicBezTo>
                <a:cubicBezTo>
                  <a:pt x="10541" y="15692"/>
                  <a:pt x="9407" y="18027"/>
                  <a:pt x="8607" y="20362"/>
                </a:cubicBezTo>
                <a:cubicBezTo>
                  <a:pt x="6372" y="19661"/>
                  <a:pt x="4204" y="18761"/>
                  <a:pt x="2236" y="17360"/>
                </a:cubicBezTo>
                <a:cubicBezTo>
                  <a:pt x="701" y="16259"/>
                  <a:pt x="1068" y="14424"/>
                  <a:pt x="2636" y="13590"/>
                </a:cubicBezTo>
                <a:cubicBezTo>
                  <a:pt x="3145" y="13302"/>
                  <a:pt x="3697" y="13177"/>
                  <a:pt x="4248" y="13177"/>
                </a:cubicBezTo>
                <a:cubicBezTo>
                  <a:pt x="4781" y="13177"/>
                  <a:pt x="5313" y="13294"/>
                  <a:pt x="5805" y="13490"/>
                </a:cubicBezTo>
                <a:lnTo>
                  <a:pt x="5805" y="13590"/>
                </a:lnTo>
                <a:cubicBezTo>
                  <a:pt x="5842" y="13684"/>
                  <a:pt x="5922" y="13725"/>
                  <a:pt x="6009" y="13725"/>
                </a:cubicBezTo>
                <a:cubicBezTo>
                  <a:pt x="6076" y="13725"/>
                  <a:pt x="6147" y="13701"/>
                  <a:pt x="6205" y="13657"/>
                </a:cubicBezTo>
                <a:cubicBezTo>
                  <a:pt x="6305" y="13657"/>
                  <a:pt x="6472" y="13490"/>
                  <a:pt x="6305" y="13357"/>
                </a:cubicBezTo>
                <a:cubicBezTo>
                  <a:pt x="6272" y="13323"/>
                  <a:pt x="6272" y="13323"/>
                  <a:pt x="6238" y="13323"/>
                </a:cubicBezTo>
                <a:cubicBezTo>
                  <a:pt x="6305" y="11489"/>
                  <a:pt x="7706" y="10255"/>
                  <a:pt x="9441" y="10088"/>
                </a:cubicBezTo>
                <a:close/>
                <a:moveTo>
                  <a:pt x="12405" y="0"/>
                </a:moveTo>
                <a:cubicBezTo>
                  <a:pt x="10464" y="0"/>
                  <a:pt x="8938" y="1351"/>
                  <a:pt x="8307" y="3149"/>
                </a:cubicBezTo>
                <a:cubicBezTo>
                  <a:pt x="7573" y="5284"/>
                  <a:pt x="8173" y="7419"/>
                  <a:pt x="9140" y="9321"/>
                </a:cubicBezTo>
                <a:cubicBezTo>
                  <a:pt x="7406" y="9354"/>
                  <a:pt x="5771" y="11122"/>
                  <a:pt x="5771" y="12923"/>
                </a:cubicBezTo>
                <a:cubicBezTo>
                  <a:pt x="5261" y="12649"/>
                  <a:pt x="4690" y="12521"/>
                  <a:pt x="4117" y="12521"/>
                </a:cubicBezTo>
                <a:cubicBezTo>
                  <a:pt x="2594" y="12521"/>
                  <a:pt x="1052" y="13431"/>
                  <a:pt x="568" y="14958"/>
                </a:cubicBezTo>
                <a:cubicBezTo>
                  <a:pt x="1" y="16759"/>
                  <a:pt x="1435" y="17593"/>
                  <a:pt x="2769" y="18460"/>
                </a:cubicBezTo>
                <a:cubicBezTo>
                  <a:pt x="4571" y="19595"/>
                  <a:pt x="6572" y="20495"/>
                  <a:pt x="8607" y="20962"/>
                </a:cubicBezTo>
                <a:cubicBezTo>
                  <a:pt x="8624" y="20964"/>
                  <a:pt x="8641" y="20965"/>
                  <a:pt x="8657" y="20965"/>
                </a:cubicBezTo>
                <a:cubicBezTo>
                  <a:pt x="8890" y="20965"/>
                  <a:pt x="9003" y="20751"/>
                  <a:pt x="8940" y="20595"/>
                </a:cubicBezTo>
                <a:lnTo>
                  <a:pt x="8974" y="20529"/>
                </a:lnTo>
                <a:cubicBezTo>
                  <a:pt x="10074" y="18360"/>
                  <a:pt x="11142" y="16292"/>
                  <a:pt x="12276" y="14157"/>
                </a:cubicBezTo>
                <a:cubicBezTo>
                  <a:pt x="13544" y="15792"/>
                  <a:pt x="14911" y="17293"/>
                  <a:pt x="16446" y="18594"/>
                </a:cubicBezTo>
                <a:cubicBezTo>
                  <a:pt x="16479" y="18661"/>
                  <a:pt x="16579" y="18761"/>
                  <a:pt x="16646" y="18761"/>
                </a:cubicBezTo>
                <a:lnTo>
                  <a:pt x="16779" y="18761"/>
                </a:lnTo>
                <a:cubicBezTo>
                  <a:pt x="16802" y="18765"/>
                  <a:pt x="16823" y="18767"/>
                  <a:pt x="16845" y="18767"/>
                </a:cubicBezTo>
                <a:cubicBezTo>
                  <a:pt x="16982" y="18767"/>
                  <a:pt x="17097" y="18681"/>
                  <a:pt x="17213" y="18594"/>
                </a:cubicBezTo>
                <a:lnTo>
                  <a:pt x="17280" y="18460"/>
                </a:lnTo>
                <a:cubicBezTo>
                  <a:pt x="17346" y="18360"/>
                  <a:pt x="17313" y="18194"/>
                  <a:pt x="17280" y="18127"/>
                </a:cubicBezTo>
                <a:cubicBezTo>
                  <a:pt x="18914" y="16759"/>
                  <a:pt x="23084" y="11789"/>
                  <a:pt x="23484" y="11289"/>
                </a:cubicBezTo>
                <a:cubicBezTo>
                  <a:pt x="24918" y="9621"/>
                  <a:pt x="27153" y="7286"/>
                  <a:pt x="26886" y="4851"/>
                </a:cubicBezTo>
                <a:cubicBezTo>
                  <a:pt x="26653" y="2983"/>
                  <a:pt x="24985" y="1515"/>
                  <a:pt x="23217" y="1181"/>
                </a:cubicBezTo>
                <a:cubicBezTo>
                  <a:pt x="22938" y="1132"/>
                  <a:pt x="22661" y="1109"/>
                  <a:pt x="22388" y="1109"/>
                </a:cubicBezTo>
                <a:cubicBezTo>
                  <a:pt x="20451" y="1109"/>
                  <a:pt x="18720" y="2296"/>
                  <a:pt x="17580" y="3817"/>
                </a:cubicBezTo>
                <a:cubicBezTo>
                  <a:pt x="16612" y="1915"/>
                  <a:pt x="15045" y="181"/>
                  <a:pt x="12743" y="14"/>
                </a:cubicBezTo>
                <a:cubicBezTo>
                  <a:pt x="12629" y="5"/>
                  <a:pt x="12517" y="0"/>
                  <a:pt x="12405" y="0"/>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8"/>
          <p:cNvSpPr/>
          <p:nvPr/>
        </p:nvSpPr>
        <p:spPr>
          <a:xfrm>
            <a:off x="8023688" y="754900"/>
            <a:ext cx="526820" cy="541630"/>
          </a:xfrm>
          <a:custGeom>
            <a:avLst/>
            <a:gdLst/>
            <a:ahLst/>
            <a:cxnLst/>
            <a:rect l="l" t="t" r="r" b="b"/>
            <a:pathLst>
              <a:path w="4165" h="4282" extrusionOk="0">
                <a:moveTo>
                  <a:pt x="3241" y="294"/>
                </a:moveTo>
                <a:cubicBezTo>
                  <a:pt x="3377" y="430"/>
                  <a:pt x="3543" y="566"/>
                  <a:pt x="3665" y="717"/>
                </a:cubicBezTo>
                <a:cubicBezTo>
                  <a:pt x="3710" y="793"/>
                  <a:pt x="3604" y="884"/>
                  <a:pt x="3528" y="975"/>
                </a:cubicBezTo>
                <a:cubicBezTo>
                  <a:pt x="3226" y="1338"/>
                  <a:pt x="2938" y="1702"/>
                  <a:pt x="2650" y="2050"/>
                </a:cubicBezTo>
                <a:cubicBezTo>
                  <a:pt x="2620" y="2110"/>
                  <a:pt x="2696" y="2231"/>
                  <a:pt x="2771" y="2307"/>
                </a:cubicBezTo>
                <a:cubicBezTo>
                  <a:pt x="3104" y="2610"/>
                  <a:pt x="3453" y="2928"/>
                  <a:pt x="3786" y="3231"/>
                </a:cubicBezTo>
                <a:cubicBezTo>
                  <a:pt x="3892" y="3306"/>
                  <a:pt x="3861" y="3337"/>
                  <a:pt x="3786" y="3397"/>
                </a:cubicBezTo>
                <a:cubicBezTo>
                  <a:pt x="3619" y="3518"/>
                  <a:pt x="3589" y="3791"/>
                  <a:pt x="3316" y="3791"/>
                </a:cubicBezTo>
                <a:cubicBezTo>
                  <a:pt x="3165" y="3745"/>
                  <a:pt x="3029" y="3715"/>
                  <a:pt x="2908" y="3488"/>
                </a:cubicBezTo>
                <a:cubicBezTo>
                  <a:pt x="2756" y="3155"/>
                  <a:pt x="2408" y="2943"/>
                  <a:pt x="2090" y="2731"/>
                </a:cubicBezTo>
                <a:cubicBezTo>
                  <a:pt x="2074" y="2721"/>
                  <a:pt x="2057" y="2717"/>
                  <a:pt x="2041" y="2717"/>
                </a:cubicBezTo>
                <a:cubicBezTo>
                  <a:pt x="1983" y="2717"/>
                  <a:pt x="1929" y="2771"/>
                  <a:pt x="1893" y="2807"/>
                </a:cubicBezTo>
                <a:cubicBezTo>
                  <a:pt x="1621" y="3231"/>
                  <a:pt x="1136" y="3518"/>
                  <a:pt x="939" y="3988"/>
                </a:cubicBezTo>
                <a:cubicBezTo>
                  <a:pt x="911" y="4026"/>
                  <a:pt x="877" y="4058"/>
                  <a:pt x="836" y="4058"/>
                </a:cubicBezTo>
                <a:cubicBezTo>
                  <a:pt x="812" y="4058"/>
                  <a:pt x="786" y="4046"/>
                  <a:pt x="758" y="4018"/>
                </a:cubicBezTo>
                <a:cubicBezTo>
                  <a:pt x="606" y="3897"/>
                  <a:pt x="455" y="3761"/>
                  <a:pt x="334" y="3609"/>
                </a:cubicBezTo>
                <a:cubicBezTo>
                  <a:pt x="213" y="3473"/>
                  <a:pt x="364" y="3321"/>
                  <a:pt x="425" y="3291"/>
                </a:cubicBezTo>
                <a:cubicBezTo>
                  <a:pt x="652" y="3140"/>
                  <a:pt x="652" y="2837"/>
                  <a:pt x="879" y="2701"/>
                </a:cubicBezTo>
                <a:cubicBezTo>
                  <a:pt x="1030" y="2610"/>
                  <a:pt x="1045" y="2413"/>
                  <a:pt x="1197" y="2322"/>
                </a:cubicBezTo>
                <a:cubicBezTo>
                  <a:pt x="1394" y="2201"/>
                  <a:pt x="1333" y="2004"/>
                  <a:pt x="1212" y="1898"/>
                </a:cubicBezTo>
                <a:cubicBezTo>
                  <a:pt x="939" y="1671"/>
                  <a:pt x="803" y="1323"/>
                  <a:pt x="425" y="1202"/>
                </a:cubicBezTo>
                <a:cubicBezTo>
                  <a:pt x="334" y="1187"/>
                  <a:pt x="258" y="960"/>
                  <a:pt x="425" y="839"/>
                </a:cubicBezTo>
                <a:cubicBezTo>
                  <a:pt x="515" y="793"/>
                  <a:pt x="606" y="733"/>
                  <a:pt x="667" y="611"/>
                </a:cubicBezTo>
                <a:cubicBezTo>
                  <a:pt x="710" y="540"/>
                  <a:pt x="739" y="428"/>
                  <a:pt x="818" y="428"/>
                </a:cubicBezTo>
                <a:cubicBezTo>
                  <a:pt x="823" y="428"/>
                  <a:pt x="828" y="429"/>
                  <a:pt x="833" y="430"/>
                </a:cubicBezTo>
                <a:cubicBezTo>
                  <a:pt x="909" y="445"/>
                  <a:pt x="985" y="566"/>
                  <a:pt x="1030" y="657"/>
                </a:cubicBezTo>
                <a:cubicBezTo>
                  <a:pt x="1242" y="1035"/>
                  <a:pt x="1575" y="1293"/>
                  <a:pt x="1878" y="1565"/>
                </a:cubicBezTo>
                <a:cubicBezTo>
                  <a:pt x="1903" y="1585"/>
                  <a:pt x="1928" y="1593"/>
                  <a:pt x="1953" y="1593"/>
                </a:cubicBezTo>
                <a:cubicBezTo>
                  <a:pt x="2061" y="1593"/>
                  <a:pt x="2159" y="1430"/>
                  <a:pt x="2196" y="1368"/>
                </a:cubicBezTo>
                <a:cubicBezTo>
                  <a:pt x="2499" y="990"/>
                  <a:pt x="2862" y="672"/>
                  <a:pt x="3210" y="339"/>
                </a:cubicBezTo>
                <a:lnTo>
                  <a:pt x="3241" y="294"/>
                </a:lnTo>
                <a:close/>
                <a:moveTo>
                  <a:pt x="3312" y="0"/>
                </a:moveTo>
                <a:cubicBezTo>
                  <a:pt x="3240" y="0"/>
                  <a:pt x="3166" y="42"/>
                  <a:pt x="3104" y="97"/>
                </a:cubicBezTo>
                <a:cubicBezTo>
                  <a:pt x="2786" y="400"/>
                  <a:pt x="2469" y="733"/>
                  <a:pt x="2196" y="1096"/>
                </a:cubicBezTo>
                <a:cubicBezTo>
                  <a:pt x="2119" y="1207"/>
                  <a:pt x="2036" y="1258"/>
                  <a:pt x="1954" y="1258"/>
                </a:cubicBezTo>
                <a:cubicBezTo>
                  <a:pt x="1858" y="1258"/>
                  <a:pt x="1763" y="1188"/>
                  <a:pt x="1681" y="1066"/>
                </a:cubicBezTo>
                <a:cubicBezTo>
                  <a:pt x="1560" y="854"/>
                  <a:pt x="1424" y="672"/>
                  <a:pt x="1288" y="475"/>
                </a:cubicBezTo>
                <a:cubicBezTo>
                  <a:pt x="1178" y="311"/>
                  <a:pt x="1041" y="223"/>
                  <a:pt x="909" y="223"/>
                </a:cubicBezTo>
                <a:cubicBezTo>
                  <a:pt x="823" y="223"/>
                  <a:pt x="739" y="261"/>
                  <a:pt x="667" y="339"/>
                </a:cubicBezTo>
                <a:cubicBezTo>
                  <a:pt x="531" y="460"/>
                  <a:pt x="425" y="581"/>
                  <a:pt x="334" y="733"/>
                </a:cubicBezTo>
                <a:cubicBezTo>
                  <a:pt x="198" y="945"/>
                  <a:pt x="1" y="1141"/>
                  <a:pt x="349" y="1399"/>
                </a:cubicBezTo>
                <a:cubicBezTo>
                  <a:pt x="606" y="1580"/>
                  <a:pt x="803" y="1868"/>
                  <a:pt x="1045" y="2095"/>
                </a:cubicBezTo>
                <a:cubicBezTo>
                  <a:pt x="1136" y="2171"/>
                  <a:pt x="1136" y="2156"/>
                  <a:pt x="1061" y="2247"/>
                </a:cubicBezTo>
                <a:cubicBezTo>
                  <a:pt x="803" y="2565"/>
                  <a:pt x="531" y="2867"/>
                  <a:pt x="304" y="3216"/>
                </a:cubicBezTo>
                <a:cubicBezTo>
                  <a:pt x="228" y="3321"/>
                  <a:pt x="61" y="3443"/>
                  <a:pt x="76" y="3624"/>
                </a:cubicBezTo>
                <a:cubicBezTo>
                  <a:pt x="31" y="3791"/>
                  <a:pt x="152" y="3851"/>
                  <a:pt x="213" y="3942"/>
                </a:cubicBezTo>
                <a:cubicBezTo>
                  <a:pt x="472" y="4164"/>
                  <a:pt x="608" y="4281"/>
                  <a:pt x="730" y="4281"/>
                </a:cubicBezTo>
                <a:cubicBezTo>
                  <a:pt x="859" y="4281"/>
                  <a:pt x="972" y="4153"/>
                  <a:pt x="1197" y="3882"/>
                </a:cubicBezTo>
                <a:cubicBezTo>
                  <a:pt x="1439" y="3579"/>
                  <a:pt x="1833" y="3427"/>
                  <a:pt x="1984" y="3034"/>
                </a:cubicBezTo>
                <a:cubicBezTo>
                  <a:pt x="2009" y="3008"/>
                  <a:pt x="2030" y="2988"/>
                  <a:pt x="2054" y="2988"/>
                </a:cubicBezTo>
                <a:cubicBezTo>
                  <a:pt x="2073" y="2988"/>
                  <a:pt x="2094" y="3001"/>
                  <a:pt x="2120" y="3034"/>
                </a:cubicBezTo>
                <a:cubicBezTo>
                  <a:pt x="2423" y="3458"/>
                  <a:pt x="2817" y="3761"/>
                  <a:pt x="3195" y="4094"/>
                </a:cubicBezTo>
                <a:cubicBezTo>
                  <a:pt x="3236" y="4134"/>
                  <a:pt x="3310" y="4188"/>
                  <a:pt x="3363" y="4188"/>
                </a:cubicBezTo>
                <a:cubicBezTo>
                  <a:pt x="3390" y="4188"/>
                  <a:pt x="3412" y="4174"/>
                  <a:pt x="3422" y="4139"/>
                </a:cubicBezTo>
                <a:cubicBezTo>
                  <a:pt x="3498" y="3988"/>
                  <a:pt x="3634" y="3927"/>
                  <a:pt x="3755" y="3851"/>
                </a:cubicBezTo>
                <a:cubicBezTo>
                  <a:pt x="4134" y="3564"/>
                  <a:pt x="4164" y="3306"/>
                  <a:pt x="3831" y="2988"/>
                </a:cubicBezTo>
                <a:cubicBezTo>
                  <a:pt x="3543" y="2731"/>
                  <a:pt x="3256" y="2504"/>
                  <a:pt x="2968" y="2262"/>
                </a:cubicBezTo>
                <a:cubicBezTo>
                  <a:pt x="2817" y="2125"/>
                  <a:pt x="2847" y="1944"/>
                  <a:pt x="2998" y="1898"/>
                </a:cubicBezTo>
                <a:cubicBezTo>
                  <a:pt x="3150" y="1868"/>
                  <a:pt x="3180" y="1777"/>
                  <a:pt x="3195" y="1671"/>
                </a:cubicBezTo>
                <a:cubicBezTo>
                  <a:pt x="3241" y="1535"/>
                  <a:pt x="3362" y="1414"/>
                  <a:pt x="3407" y="1399"/>
                </a:cubicBezTo>
                <a:cubicBezTo>
                  <a:pt x="3649" y="1293"/>
                  <a:pt x="3710" y="1035"/>
                  <a:pt x="3861" y="884"/>
                </a:cubicBezTo>
                <a:cubicBezTo>
                  <a:pt x="4058" y="717"/>
                  <a:pt x="3922" y="505"/>
                  <a:pt x="3771" y="400"/>
                </a:cubicBezTo>
                <a:cubicBezTo>
                  <a:pt x="3649" y="339"/>
                  <a:pt x="3559" y="233"/>
                  <a:pt x="3498" y="142"/>
                </a:cubicBezTo>
                <a:cubicBezTo>
                  <a:pt x="3446" y="39"/>
                  <a:pt x="3380" y="0"/>
                  <a:pt x="3312"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8"/>
          <p:cNvGrpSpPr/>
          <p:nvPr/>
        </p:nvGrpSpPr>
        <p:grpSpPr>
          <a:xfrm>
            <a:off x="524350" y="-5"/>
            <a:ext cx="894906" cy="1024649"/>
            <a:chOff x="5731825" y="4473182"/>
            <a:chExt cx="894906" cy="1024649"/>
          </a:xfrm>
        </p:grpSpPr>
        <p:sp>
          <p:nvSpPr>
            <p:cNvPr id="114" name="Google Shape;114;p8"/>
            <p:cNvSpPr/>
            <p:nvPr/>
          </p:nvSpPr>
          <p:spPr>
            <a:xfrm>
              <a:off x="5832430" y="4560965"/>
              <a:ext cx="773932" cy="847479"/>
            </a:xfrm>
            <a:custGeom>
              <a:avLst/>
              <a:gdLst/>
              <a:ahLst/>
              <a:cxnLst/>
              <a:rect l="l" t="t" r="r" b="b"/>
              <a:pathLst>
                <a:path w="8208" h="8988" extrusionOk="0">
                  <a:moveTo>
                    <a:pt x="5717" y="0"/>
                  </a:moveTo>
                  <a:cubicBezTo>
                    <a:pt x="5427" y="0"/>
                    <a:pt x="5149" y="154"/>
                    <a:pt x="5101" y="497"/>
                  </a:cubicBezTo>
                  <a:cubicBezTo>
                    <a:pt x="5008" y="1130"/>
                    <a:pt x="4931" y="1779"/>
                    <a:pt x="4853" y="2429"/>
                  </a:cubicBezTo>
                  <a:cubicBezTo>
                    <a:pt x="4765" y="2396"/>
                    <a:pt x="4672" y="2379"/>
                    <a:pt x="4581" y="2379"/>
                  </a:cubicBezTo>
                  <a:cubicBezTo>
                    <a:pt x="4326" y="2379"/>
                    <a:pt x="4091" y="2519"/>
                    <a:pt x="4034" y="2861"/>
                  </a:cubicBezTo>
                  <a:cubicBezTo>
                    <a:pt x="3880" y="3773"/>
                    <a:pt x="3710" y="4670"/>
                    <a:pt x="3493" y="5551"/>
                  </a:cubicBezTo>
                  <a:cubicBezTo>
                    <a:pt x="3416" y="4747"/>
                    <a:pt x="3401" y="3912"/>
                    <a:pt x="3169" y="3155"/>
                  </a:cubicBezTo>
                  <a:cubicBezTo>
                    <a:pt x="3069" y="2835"/>
                    <a:pt x="2796" y="2680"/>
                    <a:pt x="2519" y="2680"/>
                  </a:cubicBezTo>
                  <a:cubicBezTo>
                    <a:pt x="2408" y="2680"/>
                    <a:pt x="2296" y="2705"/>
                    <a:pt x="2195" y="2753"/>
                  </a:cubicBezTo>
                  <a:lnTo>
                    <a:pt x="2195" y="1733"/>
                  </a:lnTo>
                  <a:cubicBezTo>
                    <a:pt x="2195" y="1312"/>
                    <a:pt x="1821" y="1062"/>
                    <a:pt x="1471" y="1062"/>
                  </a:cubicBezTo>
                  <a:cubicBezTo>
                    <a:pt x="1255" y="1062"/>
                    <a:pt x="1049" y="1156"/>
                    <a:pt x="943" y="1362"/>
                  </a:cubicBezTo>
                  <a:cubicBezTo>
                    <a:pt x="870" y="1339"/>
                    <a:pt x="792" y="1327"/>
                    <a:pt x="713" y="1327"/>
                  </a:cubicBezTo>
                  <a:cubicBezTo>
                    <a:pt x="376" y="1327"/>
                    <a:pt x="31" y="1542"/>
                    <a:pt x="31" y="1980"/>
                  </a:cubicBezTo>
                  <a:cubicBezTo>
                    <a:pt x="16" y="2908"/>
                    <a:pt x="0" y="3820"/>
                    <a:pt x="0" y="4747"/>
                  </a:cubicBezTo>
                  <a:cubicBezTo>
                    <a:pt x="0" y="5141"/>
                    <a:pt x="369" y="5424"/>
                    <a:pt x="736" y="5424"/>
                  </a:cubicBezTo>
                  <a:cubicBezTo>
                    <a:pt x="800" y="5424"/>
                    <a:pt x="865" y="5415"/>
                    <a:pt x="928" y="5396"/>
                  </a:cubicBezTo>
                  <a:cubicBezTo>
                    <a:pt x="1020" y="5844"/>
                    <a:pt x="1252" y="6215"/>
                    <a:pt x="1654" y="6493"/>
                  </a:cubicBezTo>
                  <a:cubicBezTo>
                    <a:pt x="1773" y="6573"/>
                    <a:pt x="1893" y="6608"/>
                    <a:pt x="2008" y="6608"/>
                  </a:cubicBezTo>
                  <a:cubicBezTo>
                    <a:pt x="2116" y="6608"/>
                    <a:pt x="2221" y="6577"/>
                    <a:pt x="2319" y="6524"/>
                  </a:cubicBezTo>
                  <a:cubicBezTo>
                    <a:pt x="2411" y="7112"/>
                    <a:pt x="2597" y="7715"/>
                    <a:pt x="2968" y="8255"/>
                  </a:cubicBezTo>
                  <a:cubicBezTo>
                    <a:pt x="3126" y="8462"/>
                    <a:pt x="3352" y="8574"/>
                    <a:pt x="3569" y="8574"/>
                  </a:cubicBezTo>
                  <a:cubicBezTo>
                    <a:pt x="3627" y="8574"/>
                    <a:pt x="3685" y="8566"/>
                    <a:pt x="3741" y="8549"/>
                  </a:cubicBezTo>
                  <a:lnTo>
                    <a:pt x="3803" y="8657"/>
                  </a:lnTo>
                  <a:cubicBezTo>
                    <a:pt x="3943" y="8884"/>
                    <a:pt x="4155" y="8987"/>
                    <a:pt x="4368" y="8987"/>
                  </a:cubicBezTo>
                  <a:cubicBezTo>
                    <a:pt x="4646" y="8987"/>
                    <a:pt x="4925" y="8810"/>
                    <a:pt x="5039" y="8503"/>
                  </a:cubicBezTo>
                  <a:cubicBezTo>
                    <a:pt x="5178" y="8116"/>
                    <a:pt x="5302" y="7761"/>
                    <a:pt x="5410" y="7374"/>
                  </a:cubicBezTo>
                  <a:cubicBezTo>
                    <a:pt x="5420" y="7375"/>
                    <a:pt x="5429" y="7375"/>
                    <a:pt x="5439" y="7375"/>
                  </a:cubicBezTo>
                  <a:cubicBezTo>
                    <a:pt x="5738" y="7375"/>
                    <a:pt x="6032" y="7149"/>
                    <a:pt x="6136" y="6864"/>
                  </a:cubicBezTo>
                  <a:cubicBezTo>
                    <a:pt x="6291" y="6416"/>
                    <a:pt x="6445" y="5999"/>
                    <a:pt x="6600" y="5551"/>
                  </a:cubicBezTo>
                  <a:cubicBezTo>
                    <a:pt x="6690" y="5587"/>
                    <a:pt x="6787" y="5604"/>
                    <a:pt x="6884" y="5604"/>
                  </a:cubicBezTo>
                  <a:cubicBezTo>
                    <a:pt x="7119" y="5604"/>
                    <a:pt x="7354" y="5500"/>
                    <a:pt x="7496" y="5303"/>
                  </a:cubicBezTo>
                  <a:cubicBezTo>
                    <a:pt x="7836" y="4732"/>
                    <a:pt x="8053" y="4160"/>
                    <a:pt x="8146" y="3495"/>
                  </a:cubicBezTo>
                  <a:cubicBezTo>
                    <a:pt x="8207" y="3124"/>
                    <a:pt x="8037" y="2861"/>
                    <a:pt x="7806" y="2738"/>
                  </a:cubicBezTo>
                  <a:cubicBezTo>
                    <a:pt x="7821" y="2599"/>
                    <a:pt x="7821" y="2475"/>
                    <a:pt x="7836" y="2351"/>
                  </a:cubicBezTo>
                  <a:cubicBezTo>
                    <a:pt x="7883" y="1779"/>
                    <a:pt x="7790" y="1424"/>
                    <a:pt x="7326" y="1069"/>
                  </a:cubicBezTo>
                  <a:cubicBezTo>
                    <a:pt x="7229" y="1000"/>
                    <a:pt x="7115" y="969"/>
                    <a:pt x="7000" y="969"/>
                  </a:cubicBezTo>
                  <a:cubicBezTo>
                    <a:pt x="6751" y="969"/>
                    <a:pt x="6495" y="1114"/>
                    <a:pt x="6368" y="1347"/>
                  </a:cubicBezTo>
                  <a:cubicBezTo>
                    <a:pt x="6399" y="1115"/>
                    <a:pt x="6415" y="898"/>
                    <a:pt x="6430" y="667"/>
                  </a:cubicBezTo>
                  <a:cubicBezTo>
                    <a:pt x="6464" y="245"/>
                    <a:pt x="6081" y="0"/>
                    <a:pt x="57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8"/>
            <p:cNvSpPr/>
            <p:nvPr/>
          </p:nvSpPr>
          <p:spPr>
            <a:xfrm>
              <a:off x="5731825" y="4473182"/>
              <a:ext cx="894906" cy="1024649"/>
            </a:xfrm>
            <a:custGeom>
              <a:avLst/>
              <a:gdLst/>
              <a:ahLst/>
              <a:cxnLst/>
              <a:rect l="l" t="t" r="r" b="b"/>
              <a:pathLst>
                <a:path w="9491" h="10867" extrusionOk="0">
                  <a:moveTo>
                    <a:pt x="6926" y="528"/>
                  </a:moveTo>
                  <a:cubicBezTo>
                    <a:pt x="8293" y="528"/>
                    <a:pt x="8615" y="2778"/>
                    <a:pt x="8455" y="3870"/>
                  </a:cubicBezTo>
                  <a:cubicBezTo>
                    <a:pt x="8138" y="6123"/>
                    <a:pt x="7154" y="8243"/>
                    <a:pt x="6012" y="10186"/>
                  </a:cubicBezTo>
                  <a:lnTo>
                    <a:pt x="6012" y="10186"/>
                  </a:lnTo>
                  <a:cubicBezTo>
                    <a:pt x="4203" y="8572"/>
                    <a:pt x="2346" y="6754"/>
                    <a:pt x="1237" y="4612"/>
                  </a:cubicBezTo>
                  <a:cubicBezTo>
                    <a:pt x="944" y="4055"/>
                    <a:pt x="758" y="3452"/>
                    <a:pt x="743" y="2819"/>
                  </a:cubicBezTo>
                  <a:cubicBezTo>
                    <a:pt x="707" y="2061"/>
                    <a:pt x="1214" y="1368"/>
                    <a:pt x="1885" y="1368"/>
                  </a:cubicBezTo>
                  <a:cubicBezTo>
                    <a:pt x="2076" y="1368"/>
                    <a:pt x="2280" y="1425"/>
                    <a:pt x="2489" y="1551"/>
                  </a:cubicBezTo>
                  <a:cubicBezTo>
                    <a:pt x="3509" y="2170"/>
                    <a:pt x="3942" y="3282"/>
                    <a:pt x="4390" y="4318"/>
                  </a:cubicBezTo>
                  <a:cubicBezTo>
                    <a:pt x="4430" y="4421"/>
                    <a:pt x="4515" y="4465"/>
                    <a:pt x="4606" y="4465"/>
                  </a:cubicBezTo>
                  <a:cubicBezTo>
                    <a:pt x="4760" y="4465"/>
                    <a:pt x="4931" y="4338"/>
                    <a:pt x="4931" y="4163"/>
                  </a:cubicBezTo>
                  <a:cubicBezTo>
                    <a:pt x="4931" y="2989"/>
                    <a:pt x="4931" y="1319"/>
                    <a:pt x="6183" y="717"/>
                  </a:cubicBezTo>
                  <a:cubicBezTo>
                    <a:pt x="6460" y="586"/>
                    <a:pt x="6706" y="528"/>
                    <a:pt x="6926" y="528"/>
                  </a:cubicBezTo>
                  <a:close/>
                  <a:moveTo>
                    <a:pt x="6788" y="1"/>
                  </a:moveTo>
                  <a:cubicBezTo>
                    <a:pt x="6450" y="1"/>
                    <a:pt x="6107" y="90"/>
                    <a:pt x="5781" y="284"/>
                  </a:cubicBezTo>
                  <a:cubicBezTo>
                    <a:pt x="4819" y="859"/>
                    <a:pt x="4498" y="1878"/>
                    <a:pt x="4393" y="2920"/>
                  </a:cubicBezTo>
                  <a:lnTo>
                    <a:pt x="4393" y="2920"/>
                  </a:lnTo>
                  <a:cubicBezTo>
                    <a:pt x="3958" y="2051"/>
                    <a:pt x="3407" y="1247"/>
                    <a:pt x="2474" y="840"/>
                  </a:cubicBezTo>
                  <a:cubicBezTo>
                    <a:pt x="2271" y="752"/>
                    <a:pt x="2067" y="711"/>
                    <a:pt x="1870" y="711"/>
                  </a:cubicBezTo>
                  <a:cubicBezTo>
                    <a:pt x="999" y="711"/>
                    <a:pt x="244" y="1497"/>
                    <a:pt x="155" y="2417"/>
                  </a:cubicBezTo>
                  <a:cubicBezTo>
                    <a:pt x="1" y="3947"/>
                    <a:pt x="990" y="5338"/>
                    <a:pt x="1840" y="6482"/>
                  </a:cubicBezTo>
                  <a:cubicBezTo>
                    <a:pt x="3015" y="8089"/>
                    <a:pt x="4390" y="9480"/>
                    <a:pt x="5874" y="10763"/>
                  </a:cubicBezTo>
                  <a:cubicBezTo>
                    <a:pt x="5936" y="10836"/>
                    <a:pt x="6009" y="10866"/>
                    <a:pt x="6079" y="10866"/>
                  </a:cubicBezTo>
                  <a:cubicBezTo>
                    <a:pt x="6188" y="10866"/>
                    <a:pt x="6290" y="10795"/>
                    <a:pt x="6335" y="10701"/>
                  </a:cubicBezTo>
                  <a:lnTo>
                    <a:pt x="6335" y="10701"/>
                  </a:lnTo>
                  <a:cubicBezTo>
                    <a:pt x="6371" y="10677"/>
                    <a:pt x="6404" y="10641"/>
                    <a:pt x="6431" y="10593"/>
                  </a:cubicBezTo>
                  <a:cubicBezTo>
                    <a:pt x="7358" y="9032"/>
                    <a:pt x="8177" y="7378"/>
                    <a:pt x="8672" y="5616"/>
                  </a:cubicBezTo>
                  <a:cubicBezTo>
                    <a:pt x="9058" y="4225"/>
                    <a:pt x="9491" y="2432"/>
                    <a:pt x="8656" y="1103"/>
                  </a:cubicBezTo>
                  <a:cubicBezTo>
                    <a:pt x="8232" y="425"/>
                    <a:pt x="7525" y="1"/>
                    <a:pt x="6788" y="1"/>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solidFill>
          <a:schemeClr val="lt1"/>
        </a:solidFill>
        <a:effectLst/>
      </p:bgPr>
    </p:bg>
    <p:spTree>
      <p:nvGrpSpPr>
        <p:cNvPr id="1" name="Shape 116"/>
        <p:cNvGrpSpPr/>
        <p:nvPr/>
      </p:nvGrpSpPr>
      <p:grpSpPr>
        <a:xfrm>
          <a:off x="0" y="0"/>
          <a:ext cx="0" cy="0"/>
          <a:chOff x="0" y="0"/>
          <a:chExt cx="0" cy="0"/>
        </a:xfrm>
      </p:grpSpPr>
      <p:sp>
        <p:nvSpPr>
          <p:cNvPr id="117" name="Google Shape;117;p9"/>
          <p:cNvSpPr txBox="1">
            <a:spLocks noGrp="1"/>
          </p:cNvSpPr>
          <p:nvPr>
            <p:ph type="ctrTitle"/>
          </p:nvPr>
        </p:nvSpPr>
        <p:spPr>
          <a:xfrm>
            <a:off x="3082050" y="1564604"/>
            <a:ext cx="2979900" cy="113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10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r>
              <a:rPr lang="en-US" smtClean="0"/>
              <a:t>Click to edit Master title style</a:t>
            </a:r>
            <a:endParaRPr/>
          </a:p>
        </p:txBody>
      </p:sp>
      <p:sp>
        <p:nvSpPr>
          <p:cNvPr id="118" name="Google Shape;118;p9"/>
          <p:cNvSpPr txBox="1">
            <a:spLocks noGrp="1"/>
          </p:cNvSpPr>
          <p:nvPr>
            <p:ph type="subTitle" idx="1"/>
          </p:nvPr>
        </p:nvSpPr>
        <p:spPr>
          <a:xfrm>
            <a:off x="2689650" y="2783829"/>
            <a:ext cx="3764700" cy="79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latin typeface="Barlow"/>
                <a:ea typeface="Barlow"/>
                <a:cs typeface="Barlow"/>
                <a:sym typeface="Barlow"/>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aption">
  <p:cSld name="Caption">
    <p:bg>
      <p:bgPr>
        <a:solidFill>
          <a:schemeClr val="lt1"/>
        </a:solidFill>
        <a:effectLst/>
      </p:bgPr>
    </p:bg>
    <p:spTree>
      <p:nvGrpSpPr>
        <p:cNvPr id="1" name="Shape 119"/>
        <p:cNvGrpSpPr/>
        <p:nvPr/>
      </p:nvGrpSpPr>
      <p:grpSpPr>
        <a:xfrm>
          <a:off x="0" y="0"/>
          <a:ext cx="0" cy="0"/>
          <a:chOff x="0" y="0"/>
          <a:chExt cx="0" cy="0"/>
        </a:xfrm>
      </p:grpSpPr>
      <p:sp>
        <p:nvSpPr>
          <p:cNvPr id="120" name="Google Shape;120;p10"/>
          <p:cNvSpPr txBox="1">
            <a:spLocks noGrp="1"/>
          </p:cNvSpPr>
          <p:nvPr>
            <p:ph type="title"/>
          </p:nvPr>
        </p:nvSpPr>
        <p:spPr>
          <a:xfrm>
            <a:off x="5016150" y="1496375"/>
            <a:ext cx="3438300" cy="1462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a:solidFill>
                  <a:schemeClr val="dk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smtClean="0"/>
              <a:t>Click to edit Master title style</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lt1"/>
        </a:solidFill>
        <a:effectLst/>
      </p:bgPr>
    </p:bg>
    <p:spTree>
      <p:nvGrpSpPr>
        <p:cNvPr id="1" name="Shape 121"/>
        <p:cNvGrpSpPr/>
        <p:nvPr/>
      </p:nvGrpSpPr>
      <p:grpSpPr>
        <a:xfrm>
          <a:off x="0" y="0"/>
          <a:ext cx="0" cy="0"/>
          <a:chOff x="0" y="0"/>
          <a:chExt cx="0" cy="0"/>
        </a:xfrm>
      </p:grpSpPr>
      <p:sp>
        <p:nvSpPr>
          <p:cNvPr id="122" name="Google Shape;122;p11"/>
          <p:cNvSpPr txBox="1">
            <a:spLocks noGrp="1"/>
          </p:cNvSpPr>
          <p:nvPr>
            <p:ph type="title" hasCustomPrompt="1"/>
          </p:nvPr>
        </p:nvSpPr>
        <p:spPr>
          <a:xfrm>
            <a:off x="713250" y="1324600"/>
            <a:ext cx="77175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23" name="Google Shape;123;p11"/>
          <p:cNvSpPr txBox="1">
            <a:spLocks noGrp="1"/>
          </p:cNvSpPr>
          <p:nvPr>
            <p:ph type="body" idx="1"/>
          </p:nvPr>
        </p:nvSpPr>
        <p:spPr>
          <a:xfrm>
            <a:off x="713250" y="3370700"/>
            <a:ext cx="7717500" cy="4482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solidFill>
                  <a:schemeClr val="dk1"/>
                </a:solidFill>
                <a:latin typeface="Barlow"/>
                <a:ea typeface="Barlow"/>
                <a:cs typeface="Barlow"/>
                <a:sym typeface="Barlow"/>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pPr lvl="0"/>
            <a:r>
              <a:rPr lang="en-US" smtClean="0"/>
              <a:t>Click to edit Master text styles</a:t>
            </a:r>
          </a:p>
        </p:txBody>
      </p:sp>
      <p:sp>
        <p:nvSpPr>
          <p:cNvPr id="124" name="Google Shape;124;p11"/>
          <p:cNvSpPr txBox="1"/>
          <p:nvPr/>
        </p:nvSpPr>
        <p:spPr>
          <a:xfrm>
            <a:off x="2991700" y="1512225"/>
            <a:ext cx="5547900" cy="6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Poppins"/>
              <a:ea typeface="Poppins"/>
              <a:cs typeface="Poppins"/>
              <a:sym typeface="Poppins"/>
            </a:endParaRPr>
          </a:p>
        </p:txBody>
      </p:sp>
      <p:sp>
        <p:nvSpPr>
          <p:cNvPr id="125" name="Google Shape;125;p11"/>
          <p:cNvSpPr/>
          <p:nvPr/>
        </p:nvSpPr>
        <p:spPr>
          <a:xfrm>
            <a:off x="7733217" y="3932877"/>
            <a:ext cx="1296096" cy="845191"/>
          </a:xfrm>
          <a:custGeom>
            <a:avLst/>
            <a:gdLst/>
            <a:ahLst/>
            <a:cxnLst/>
            <a:rect l="l" t="t" r="r" b="b"/>
            <a:pathLst>
              <a:path w="10141" h="6613" extrusionOk="0">
                <a:moveTo>
                  <a:pt x="4689" y="581"/>
                </a:moveTo>
                <a:cubicBezTo>
                  <a:pt x="5301" y="581"/>
                  <a:pt x="5834" y="1062"/>
                  <a:pt x="6038" y="1698"/>
                </a:cubicBezTo>
                <a:cubicBezTo>
                  <a:pt x="6305" y="2398"/>
                  <a:pt x="6171" y="3199"/>
                  <a:pt x="6104" y="3933"/>
                </a:cubicBezTo>
                <a:cubicBezTo>
                  <a:pt x="6071" y="4116"/>
                  <a:pt x="6205" y="4208"/>
                  <a:pt x="6350" y="4208"/>
                </a:cubicBezTo>
                <a:cubicBezTo>
                  <a:pt x="6496" y="4208"/>
                  <a:pt x="6655" y="4116"/>
                  <a:pt x="6672" y="3933"/>
                </a:cubicBezTo>
                <a:lnTo>
                  <a:pt x="6672" y="3899"/>
                </a:lnTo>
                <a:cubicBezTo>
                  <a:pt x="7039" y="3614"/>
                  <a:pt x="7493" y="3440"/>
                  <a:pt x="7944" y="3440"/>
                </a:cubicBezTo>
                <a:cubicBezTo>
                  <a:pt x="8230" y="3440"/>
                  <a:pt x="8514" y="3510"/>
                  <a:pt x="8773" y="3666"/>
                </a:cubicBezTo>
                <a:cubicBezTo>
                  <a:pt x="9407" y="4133"/>
                  <a:pt x="9474" y="5100"/>
                  <a:pt x="9107" y="5801"/>
                </a:cubicBezTo>
                <a:cubicBezTo>
                  <a:pt x="9073" y="5867"/>
                  <a:pt x="9073" y="5934"/>
                  <a:pt x="9073" y="5967"/>
                </a:cubicBezTo>
                <a:cubicBezTo>
                  <a:pt x="9007" y="5934"/>
                  <a:pt x="8940" y="5901"/>
                  <a:pt x="8906" y="5901"/>
                </a:cubicBezTo>
                <a:cubicBezTo>
                  <a:pt x="7922" y="5838"/>
                  <a:pt x="6928" y="5813"/>
                  <a:pt x="5932" y="5813"/>
                </a:cubicBezTo>
                <a:cubicBezTo>
                  <a:pt x="4262" y="5813"/>
                  <a:pt x="2585" y="5884"/>
                  <a:pt x="934" y="5967"/>
                </a:cubicBezTo>
                <a:cubicBezTo>
                  <a:pt x="967" y="5934"/>
                  <a:pt x="967" y="5834"/>
                  <a:pt x="934" y="5767"/>
                </a:cubicBezTo>
                <a:cubicBezTo>
                  <a:pt x="567" y="5334"/>
                  <a:pt x="567" y="4566"/>
                  <a:pt x="1001" y="4166"/>
                </a:cubicBezTo>
                <a:cubicBezTo>
                  <a:pt x="1140" y="4055"/>
                  <a:pt x="1312" y="4006"/>
                  <a:pt x="1489" y="4006"/>
                </a:cubicBezTo>
                <a:cubicBezTo>
                  <a:pt x="1952" y="4006"/>
                  <a:pt x="2454" y="4342"/>
                  <a:pt x="2502" y="4800"/>
                </a:cubicBezTo>
                <a:cubicBezTo>
                  <a:pt x="2535" y="4983"/>
                  <a:pt x="2694" y="5075"/>
                  <a:pt x="2840" y="5075"/>
                </a:cubicBezTo>
                <a:cubicBezTo>
                  <a:pt x="2986" y="5075"/>
                  <a:pt x="3119" y="4983"/>
                  <a:pt x="3102" y="4800"/>
                </a:cubicBezTo>
                <a:cubicBezTo>
                  <a:pt x="3102" y="4733"/>
                  <a:pt x="3102" y="4667"/>
                  <a:pt x="3036" y="4633"/>
                </a:cubicBezTo>
                <a:lnTo>
                  <a:pt x="3036" y="4566"/>
                </a:lnTo>
                <a:cubicBezTo>
                  <a:pt x="3002" y="3232"/>
                  <a:pt x="2669" y="1464"/>
                  <a:pt x="4103" y="730"/>
                </a:cubicBezTo>
                <a:cubicBezTo>
                  <a:pt x="4301" y="627"/>
                  <a:pt x="4499" y="581"/>
                  <a:pt x="4689" y="581"/>
                </a:cubicBezTo>
                <a:close/>
                <a:moveTo>
                  <a:pt x="4671" y="1"/>
                </a:moveTo>
                <a:cubicBezTo>
                  <a:pt x="4562" y="1"/>
                  <a:pt x="4450" y="10"/>
                  <a:pt x="4337" y="30"/>
                </a:cubicBezTo>
                <a:cubicBezTo>
                  <a:pt x="2502" y="363"/>
                  <a:pt x="2268" y="2298"/>
                  <a:pt x="2502" y="3899"/>
                </a:cubicBezTo>
                <a:cubicBezTo>
                  <a:pt x="2231" y="3607"/>
                  <a:pt x="1842" y="3433"/>
                  <a:pt x="1442" y="3433"/>
                </a:cubicBezTo>
                <a:cubicBezTo>
                  <a:pt x="1202" y="3433"/>
                  <a:pt x="959" y="3495"/>
                  <a:pt x="734" y="3632"/>
                </a:cubicBezTo>
                <a:cubicBezTo>
                  <a:pt x="300" y="3899"/>
                  <a:pt x="67" y="4366"/>
                  <a:pt x="67" y="4867"/>
                </a:cubicBezTo>
                <a:cubicBezTo>
                  <a:pt x="0" y="5334"/>
                  <a:pt x="234" y="5734"/>
                  <a:pt x="634" y="6034"/>
                </a:cubicBezTo>
                <a:cubicBezTo>
                  <a:pt x="434" y="6101"/>
                  <a:pt x="467" y="6401"/>
                  <a:pt x="734" y="6434"/>
                </a:cubicBezTo>
                <a:cubicBezTo>
                  <a:pt x="2535" y="6523"/>
                  <a:pt x="4351" y="6612"/>
                  <a:pt x="6172" y="6612"/>
                </a:cubicBezTo>
                <a:cubicBezTo>
                  <a:pt x="7083" y="6612"/>
                  <a:pt x="7995" y="6590"/>
                  <a:pt x="8906" y="6535"/>
                </a:cubicBezTo>
                <a:cubicBezTo>
                  <a:pt x="9107" y="6535"/>
                  <a:pt x="9173" y="6368"/>
                  <a:pt x="9173" y="6168"/>
                </a:cubicBezTo>
                <a:cubicBezTo>
                  <a:pt x="9240" y="6218"/>
                  <a:pt x="9315" y="6251"/>
                  <a:pt x="9390" y="6251"/>
                </a:cubicBezTo>
                <a:cubicBezTo>
                  <a:pt x="9465" y="6251"/>
                  <a:pt x="9540" y="6218"/>
                  <a:pt x="9607" y="6134"/>
                </a:cubicBezTo>
                <a:cubicBezTo>
                  <a:pt x="10141" y="5134"/>
                  <a:pt x="9907" y="3799"/>
                  <a:pt x="8973" y="3232"/>
                </a:cubicBezTo>
                <a:cubicBezTo>
                  <a:pt x="8641" y="3011"/>
                  <a:pt x="8256" y="2902"/>
                  <a:pt x="7873" y="2902"/>
                </a:cubicBezTo>
                <a:cubicBezTo>
                  <a:pt x="7447" y="2902"/>
                  <a:pt x="7022" y="3036"/>
                  <a:pt x="6672" y="3299"/>
                </a:cubicBezTo>
                <a:cubicBezTo>
                  <a:pt x="6772" y="2432"/>
                  <a:pt x="6738" y="1564"/>
                  <a:pt x="6171" y="797"/>
                </a:cubicBezTo>
                <a:cubicBezTo>
                  <a:pt x="5830" y="314"/>
                  <a:pt x="5296" y="1"/>
                  <a:pt x="467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 name="Google Shape;126;p11"/>
          <p:cNvGrpSpPr/>
          <p:nvPr/>
        </p:nvGrpSpPr>
        <p:grpSpPr>
          <a:xfrm>
            <a:off x="257741" y="3809903"/>
            <a:ext cx="1296096" cy="1091138"/>
            <a:chOff x="284887" y="816125"/>
            <a:chExt cx="1051685" cy="885376"/>
          </a:xfrm>
        </p:grpSpPr>
        <p:sp>
          <p:nvSpPr>
            <p:cNvPr id="127" name="Google Shape;127;p11"/>
            <p:cNvSpPr/>
            <p:nvPr/>
          </p:nvSpPr>
          <p:spPr>
            <a:xfrm>
              <a:off x="575067" y="952593"/>
              <a:ext cx="471302" cy="504335"/>
            </a:xfrm>
            <a:custGeom>
              <a:avLst/>
              <a:gdLst/>
              <a:ahLst/>
              <a:cxnLst/>
              <a:rect l="l" t="t" r="r" b="b"/>
              <a:pathLst>
                <a:path w="3154" h="3375" extrusionOk="0">
                  <a:moveTo>
                    <a:pt x="1700" y="0"/>
                  </a:moveTo>
                  <a:cubicBezTo>
                    <a:pt x="1428" y="0"/>
                    <a:pt x="1165" y="138"/>
                    <a:pt x="1083" y="413"/>
                  </a:cubicBezTo>
                  <a:cubicBezTo>
                    <a:pt x="928" y="521"/>
                    <a:pt x="805" y="675"/>
                    <a:pt x="774" y="923"/>
                  </a:cubicBezTo>
                  <a:cubicBezTo>
                    <a:pt x="774" y="984"/>
                    <a:pt x="758" y="1046"/>
                    <a:pt x="758" y="1108"/>
                  </a:cubicBezTo>
                  <a:cubicBezTo>
                    <a:pt x="372" y="1154"/>
                    <a:pt x="1" y="1464"/>
                    <a:pt x="202" y="1912"/>
                  </a:cubicBezTo>
                  <a:cubicBezTo>
                    <a:pt x="279" y="2113"/>
                    <a:pt x="356" y="2314"/>
                    <a:pt x="341" y="2530"/>
                  </a:cubicBezTo>
                  <a:cubicBezTo>
                    <a:pt x="295" y="2855"/>
                    <a:pt x="387" y="3195"/>
                    <a:pt x="727" y="3318"/>
                  </a:cubicBezTo>
                  <a:cubicBezTo>
                    <a:pt x="811" y="3355"/>
                    <a:pt x="907" y="3374"/>
                    <a:pt x="1005" y="3374"/>
                  </a:cubicBezTo>
                  <a:cubicBezTo>
                    <a:pt x="1233" y="3374"/>
                    <a:pt x="1469" y="3272"/>
                    <a:pt x="1577" y="3056"/>
                  </a:cubicBezTo>
                  <a:cubicBezTo>
                    <a:pt x="1608" y="2978"/>
                    <a:pt x="1655" y="2901"/>
                    <a:pt x="1670" y="2824"/>
                  </a:cubicBezTo>
                  <a:lnTo>
                    <a:pt x="2072" y="2994"/>
                  </a:lnTo>
                  <a:cubicBezTo>
                    <a:pt x="2192" y="3047"/>
                    <a:pt x="2320" y="3077"/>
                    <a:pt x="2445" y="3077"/>
                  </a:cubicBezTo>
                  <a:cubicBezTo>
                    <a:pt x="2610" y="3077"/>
                    <a:pt x="2768" y="3024"/>
                    <a:pt x="2891" y="2901"/>
                  </a:cubicBezTo>
                  <a:cubicBezTo>
                    <a:pt x="3077" y="2731"/>
                    <a:pt x="3154" y="2345"/>
                    <a:pt x="2984" y="2113"/>
                  </a:cubicBezTo>
                  <a:cubicBezTo>
                    <a:pt x="2659" y="1665"/>
                    <a:pt x="2458" y="1201"/>
                    <a:pt x="2427" y="644"/>
                  </a:cubicBezTo>
                  <a:cubicBezTo>
                    <a:pt x="2393" y="215"/>
                    <a:pt x="2039" y="0"/>
                    <a:pt x="17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1"/>
            <p:cNvSpPr/>
            <p:nvPr/>
          </p:nvSpPr>
          <p:spPr>
            <a:xfrm>
              <a:off x="284887" y="816125"/>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11"/>
          <p:cNvGrpSpPr/>
          <p:nvPr/>
        </p:nvGrpSpPr>
        <p:grpSpPr>
          <a:xfrm>
            <a:off x="8076789" y="-441383"/>
            <a:ext cx="1498092" cy="1683390"/>
            <a:chOff x="8002575" y="2910228"/>
            <a:chExt cx="1215589" cy="1365944"/>
          </a:xfrm>
        </p:grpSpPr>
        <p:sp>
          <p:nvSpPr>
            <p:cNvPr id="130" name="Google Shape;130;p11"/>
            <p:cNvSpPr/>
            <p:nvPr/>
          </p:nvSpPr>
          <p:spPr>
            <a:xfrm>
              <a:off x="8002575" y="2913470"/>
              <a:ext cx="1163718" cy="1316235"/>
            </a:xfrm>
            <a:custGeom>
              <a:avLst/>
              <a:gdLst/>
              <a:ahLst/>
              <a:cxnLst/>
              <a:rect l="l" t="t" r="r" b="b"/>
              <a:pathLst>
                <a:path w="9692" h="10962" extrusionOk="0">
                  <a:moveTo>
                    <a:pt x="4736" y="1"/>
                  </a:moveTo>
                  <a:cubicBezTo>
                    <a:pt x="4664" y="1"/>
                    <a:pt x="4597" y="11"/>
                    <a:pt x="4560" y="36"/>
                  </a:cubicBezTo>
                  <a:cubicBezTo>
                    <a:pt x="2334" y="1318"/>
                    <a:pt x="2427" y="1504"/>
                    <a:pt x="217" y="2787"/>
                  </a:cubicBezTo>
                  <a:cubicBezTo>
                    <a:pt x="139" y="2849"/>
                    <a:pt x="186" y="2926"/>
                    <a:pt x="186" y="3019"/>
                  </a:cubicBezTo>
                  <a:cubicBezTo>
                    <a:pt x="186" y="5584"/>
                    <a:pt x="155" y="5584"/>
                    <a:pt x="0" y="8150"/>
                  </a:cubicBezTo>
                  <a:cubicBezTo>
                    <a:pt x="0" y="8243"/>
                    <a:pt x="108" y="8366"/>
                    <a:pt x="217" y="8428"/>
                  </a:cubicBezTo>
                  <a:cubicBezTo>
                    <a:pt x="2427" y="9711"/>
                    <a:pt x="2489" y="9618"/>
                    <a:pt x="4714" y="10901"/>
                  </a:cubicBezTo>
                  <a:cubicBezTo>
                    <a:pt x="4765" y="10931"/>
                    <a:pt x="4796" y="10962"/>
                    <a:pt x="4841" y="10962"/>
                  </a:cubicBezTo>
                  <a:cubicBezTo>
                    <a:pt x="4865" y="10962"/>
                    <a:pt x="4893" y="10953"/>
                    <a:pt x="4931" y="10932"/>
                  </a:cubicBezTo>
                  <a:cubicBezTo>
                    <a:pt x="7141" y="9634"/>
                    <a:pt x="7203" y="9711"/>
                    <a:pt x="9428" y="8444"/>
                  </a:cubicBezTo>
                  <a:cubicBezTo>
                    <a:pt x="9506" y="8382"/>
                    <a:pt x="9676" y="8243"/>
                    <a:pt x="9676" y="8150"/>
                  </a:cubicBezTo>
                  <a:cubicBezTo>
                    <a:pt x="9676" y="5584"/>
                    <a:pt x="9691" y="5584"/>
                    <a:pt x="9691" y="3019"/>
                  </a:cubicBezTo>
                  <a:cubicBezTo>
                    <a:pt x="9691" y="2910"/>
                    <a:pt x="9521" y="2787"/>
                    <a:pt x="9428" y="2725"/>
                  </a:cubicBezTo>
                  <a:cubicBezTo>
                    <a:pt x="7187" y="1427"/>
                    <a:pt x="7249" y="1334"/>
                    <a:pt x="5023" y="51"/>
                  </a:cubicBezTo>
                  <a:cubicBezTo>
                    <a:pt x="4968" y="23"/>
                    <a:pt x="4845" y="1"/>
                    <a:pt x="4736" y="1"/>
                  </a:cubicBezTo>
                  <a:close/>
                </a:path>
              </a:pathLst>
            </a:cu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1"/>
            <p:cNvSpPr/>
            <p:nvPr/>
          </p:nvSpPr>
          <p:spPr>
            <a:xfrm>
              <a:off x="8052644" y="2962459"/>
              <a:ext cx="1165519" cy="1313713"/>
            </a:xfrm>
            <a:custGeom>
              <a:avLst/>
              <a:gdLst/>
              <a:ahLst/>
              <a:cxnLst/>
              <a:rect l="l" t="t" r="r" b="b"/>
              <a:pathLst>
                <a:path w="9707" h="10941" extrusionOk="0">
                  <a:moveTo>
                    <a:pt x="4657" y="0"/>
                  </a:moveTo>
                  <a:cubicBezTo>
                    <a:pt x="4573" y="0"/>
                    <a:pt x="4494" y="9"/>
                    <a:pt x="4452" y="29"/>
                  </a:cubicBezTo>
                  <a:cubicBezTo>
                    <a:pt x="2242" y="1374"/>
                    <a:pt x="2350" y="1544"/>
                    <a:pt x="140" y="2858"/>
                  </a:cubicBezTo>
                  <a:cubicBezTo>
                    <a:pt x="62" y="2920"/>
                    <a:pt x="124" y="2997"/>
                    <a:pt x="124" y="3090"/>
                  </a:cubicBezTo>
                  <a:cubicBezTo>
                    <a:pt x="186" y="5640"/>
                    <a:pt x="124" y="5655"/>
                    <a:pt x="1" y="8221"/>
                  </a:cubicBezTo>
                  <a:cubicBezTo>
                    <a:pt x="16" y="8329"/>
                    <a:pt x="140" y="8437"/>
                    <a:pt x="232" y="8499"/>
                  </a:cubicBezTo>
                  <a:cubicBezTo>
                    <a:pt x="2504" y="9751"/>
                    <a:pt x="2551" y="9658"/>
                    <a:pt x="4792" y="10895"/>
                  </a:cubicBezTo>
                  <a:cubicBezTo>
                    <a:pt x="4841" y="10915"/>
                    <a:pt x="4878" y="10941"/>
                    <a:pt x="4923" y="10941"/>
                  </a:cubicBezTo>
                  <a:cubicBezTo>
                    <a:pt x="4948" y="10941"/>
                    <a:pt x="4975" y="10933"/>
                    <a:pt x="5008" y="10910"/>
                  </a:cubicBezTo>
                  <a:cubicBezTo>
                    <a:pt x="7188" y="9581"/>
                    <a:pt x="7249" y="9658"/>
                    <a:pt x="9459" y="8345"/>
                  </a:cubicBezTo>
                  <a:cubicBezTo>
                    <a:pt x="9537" y="8283"/>
                    <a:pt x="9707" y="8144"/>
                    <a:pt x="9707" y="8051"/>
                  </a:cubicBezTo>
                  <a:lnTo>
                    <a:pt x="9630" y="2920"/>
                  </a:lnTo>
                  <a:cubicBezTo>
                    <a:pt x="9630" y="2811"/>
                    <a:pt x="9459" y="2688"/>
                    <a:pt x="9351" y="2626"/>
                  </a:cubicBezTo>
                  <a:cubicBezTo>
                    <a:pt x="7110" y="1374"/>
                    <a:pt x="7157" y="1266"/>
                    <a:pt x="4916" y="29"/>
                  </a:cubicBezTo>
                  <a:cubicBezTo>
                    <a:pt x="4865" y="12"/>
                    <a:pt x="4758" y="0"/>
                    <a:pt x="4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1"/>
            <p:cNvSpPr/>
            <p:nvPr/>
          </p:nvSpPr>
          <p:spPr>
            <a:xfrm>
              <a:off x="8002575" y="2910228"/>
              <a:ext cx="1163718" cy="1323319"/>
            </a:xfrm>
            <a:custGeom>
              <a:avLst/>
              <a:gdLst/>
              <a:ahLst/>
              <a:cxnLst/>
              <a:rect l="l" t="t" r="r" b="b"/>
              <a:pathLst>
                <a:path w="9692" h="11021" fill="none" extrusionOk="0">
                  <a:moveTo>
                    <a:pt x="186" y="3046"/>
                  </a:moveTo>
                  <a:cubicBezTo>
                    <a:pt x="186" y="2953"/>
                    <a:pt x="139" y="2876"/>
                    <a:pt x="217" y="2814"/>
                  </a:cubicBezTo>
                  <a:cubicBezTo>
                    <a:pt x="2427" y="1531"/>
                    <a:pt x="2334" y="1345"/>
                    <a:pt x="4560" y="63"/>
                  </a:cubicBezTo>
                  <a:cubicBezTo>
                    <a:pt x="4652" y="1"/>
                    <a:pt x="4931" y="32"/>
                    <a:pt x="5023" y="78"/>
                  </a:cubicBezTo>
                  <a:cubicBezTo>
                    <a:pt x="7249" y="1361"/>
                    <a:pt x="7187" y="1454"/>
                    <a:pt x="9428" y="2752"/>
                  </a:cubicBezTo>
                  <a:cubicBezTo>
                    <a:pt x="9521" y="2814"/>
                    <a:pt x="9691" y="2937"/>
                    <a:pt x="9691" y="3046"/>
                  </a:cubicBezTo>
                  <a:cubicBezTo>
                    <a:pt x="9691" y="5611"/>
                    <a:pt x="9676" y="5611"/>
                    <a:pt x="9676" y="8177"/>
                  </a:cubicBezTo>
                  <a:cubicBezTo>
                    <a:pt x="9676" y="8270"/>
                    <a:pt x="9506" y="8409"/>
                    <a:pt x="9428" y="8471"/>
                  </a:cubicBezTo>
                  <a:cubicBezTo>
                    <a:pt x="7203" y="9738"/>
                    <a:pt x="7141" y="9661"/>
                    <a:pt x="4931" y="10959"/>
                  </a:cubicBezTo>
                  <a:cubicBezTo>
                    <a:pt x="4822" y="11021"/>
                    <a:pt x="4792" y="10974"/>
                    <a:pt x="4714" y="10928"/>
                  </a:cubicBezTo>
                  <a:cubicBezTo>
                    <a:pt x="2489" y="9645"/>
                    <a:pt x="2427" y="9738"/>
                    <a:pt x="217" y="8455"/>
                  </a:cubicBezTo>
                  <a:cubicBezTo>
                    <a:pt x="108" y="8393"/>
                    <a:pt x="0" y="8270"/>
                    <a:pt x="0" y="8177"/>
                  </a:cubicBezTo>
                  <a:cubicBezTo>
                    <a:pt x="155" y="5611"/>
                    <a:pt x="186" y="5611"/>
                    <a:pt x="186" y="3046"/>
                  </a:cubicBezTo>
                  <a:close/>
                </a:path>
              </a:pathLst>
            </a:custGeom>
            <a:noFill/>
            <a:ln w="38100"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1"/>
            <p:cNvSpPr/>
            <p:nvPr/>
          </p:nvSpPr>
          <p:spPr>
            <a:xfrm>
              <a:off x="8512873" y="4057151"/>
              <a:ext cx="141202" cy="39144"/>
            </a:xfrm>
            <a:custGeom>
              <a:avLst/>
              <a:gdLst/>
              <a:ahLst/>
              <a:cxnLst/>
              <a:rect l="l" t="t" r="r" b="b"/>
              <a:pathLst>
                <a:path w="1176" h="326" fill="none" extrusionOk="0">
                  <a:moveTo>
                    <a:pt x="1175" y="0"/>
                  </a:moveTo>
                  <a:cubicBezTo>
                    <a:pt x="1005" y="93"/>
                    <a:pt x="804" y="217"/>
                    <a:pt x="603" y="325"/>
                  </a:cubicBezTo>
                  <a:cubicBezTo>
                    <a:pt x="387" y="217"/>
                    <a:pt x="186" y="93"/>
                    <a:pt x="1" y="0"/>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1"/>
            <p:cNvSpPr/>
            <p:nvPr/>
          </p:nvSpPr>
          <p:spPr>
            <a:xfrm>
              <a:off x="8121324" y="3765737"/>
              <a:ext cx="68800" cy="120793"/>
            </a:xfrm>
            <a:custGeom>
              <a:avLst/>
              <a:gdLst/>
              <a:ahLst/>
              <a:cxnLst/>
              <a:rect l="l" t="t" r="r" b="b"/>
              <a:pathLst>
                <a:path w="573" h="1006" fill="none" extrusionOk="0">
                  <a:moveTo>
                    <a:pt x="572" y="1006"/>
                  </a:moveTo>
                  <a:cubicBezTo>
                    <a:pt x="402" y="897"/>
                    <a:pt x="201" y="789"/>
                    <a:pt x="0" y="665"/>
                  </a:cubicBezTo>
                  <a:cubicBezTo>
                    <a:pt x="16" y="418"/>
                    <a:pt x="31" y="202"/>
                    <a:pt x="31" y="1"/>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1"/>
            <p:cNvSpPr/>
            <p:nvPr/>
          </p:nvSpPr>
          <p:spPr>
            <a:xfrm>
              <a:off x="8141736" y="3275846"/>
              <a:ext cx="68800" cy="122594"/>
            </a:xfrm>
            <a:custGeom>
              <a:avLst/>
              <a:gdLst/>
              <a:ahLst/>
              <a:cxnLst/>
              <a:rect l="l" t="t" r="r" b="b"/>
              <a:pathLst>
                <a:path w="573" h="1021" fill="none" extrusionOk="0">
                  <a:moveTo>
                    <a:pt x="0" y="1021"/>
                  </a:moveTo>
                  <a:lnTo>
                    <a:pt x="0" y="341"/>
                  </a:lnTo>
                  <a:cubicBezTo>
                    <a:pt x="217" y="217"/>
                    <a:pt x="402" y="93"/>
                    <a:pt x="572" y="1"/>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1"/>
            <p:cNvSpPr/>
            <p:nvPr/>
          </p:nvSpPr>
          <p:spPr>
            <a:xfrm>
              <a:off x="8507350" y="3038344"/>
              <a:ext cx="139281" cy="42746"/>
            </a:xfrm>
            <a:custGeom>
              <a:avLst/>
              <a:gdLst/>
              <a:ahLst/>
              <a:cxnLst/>
              <a:rect l="l" t="t" r="r" b="b"/>
              <a:pathLst>
                <a:path w="1160" h="356" fill="none" extrusionOk="0">
                  <a:moveTo>
                    <a:pt x="0" y="356"/>
                  </a:moveTo>
                  <a:cubicBezTo>
                    <a:pt x="186" y="263"/>
                    <a:pt x="371" y="139"/>
                    <a:pt x="588" y="0"/>
                  </a:cubicBezTo>
                  <a:cubicBezTo>
                    <a:pt x="804" y="139"/>
                    <a:pt x="989" y="232"/>
                    <a:pt x="1159" y="356"/>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1"/>
            <p:cNvSpPr/>
            <p:nvPr/>
          </p:nvSpPr>
          <p:spPr>
            <a:xfrm>
              <a:off x="8980546" y="3285091"/>
              <a:ext cx="70601" cy="122594"/>
            </a:xfrm>
            <a:custGeom>
              <a:avLst/>
              <a:gdLst/>
              <a:ahLst/>
              <a:cxnLst/>
              <a:rect l="l" t="t" r="r" b="b"/>
              <a:pathLst>
                <a:path w="588" h="1021" fill="none" extrusionOk="0">
                  <a:moveTo>
                    <a:pt x="0" y="1"/>
                  </a:moveTo>
                  <a:cubicBezTo>
                    <a:pt x="186" y="94"/>
                    <a:pt x="371" y="217"/>
                    <a:pt x="588" y="341"/>
                  </a:cubicBezTo>
                  <a:lnTo>
                    <a:pt x="588" y="1021"/>
                  </a:ln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1"/>
            <p:cNvSpPr/>
            <p:nvPr/>
          </p:nvSpPr>
          <p:spPr>
            <a:xfrm>
              <a:off x="8978625" y="3762015"/>
              <a:ext cx="70721" cy="120793"/>
            </a:xfrm>
            <a:custGeom>
              <a:avLst/>
              <a:gdLst/>
              <a:ahLst/>
              <a:cxnLst/>
              <a:rect l="l" t="t" r="r" b="b"/>
              <a:pathLst>
                <a:path w="589" h="1006" fill="none" extrusionOk="0">
                  <a:moveTo>
                    <a:pt x="588" y="1"/>
                  </a:moveTo>
                  <a:lnTo>
                    <a:pt x="588" y="681"/>
                  </a:lnTo>
                  <a:cubicBezTo>
                    <a:pt x="372" y="805"/>
                    <a:pt x="171" y="913"/>
                    <a:pt x="1" y="1006"/>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3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1"/>
        </a:solidFill>
        <a:effectLst/>
      </p:bgPr>
    </p:bg>
    <p:spTree>
      <p:nvGrpSpPr>
        <p:cNvPr id="1" name="Shape 140"/>
        <p:cNvGrpSpPr/>
        <p:nvPr/>
      </p:nvGrpSpPr>
      <p:grpSpPr>
        <a:xfrm>
          <a:off x="0" y="0"/>
          <a:ext cx="0" cy="0"/>
          <a:chOff x="0" y="0"/>
          <a:chExt cx="0" cy="0"/>
        </a:xfrm>
      </p:grpSpPr>
      <p:sp>
        <p:nvSpPr>
          <p:cNvPr id="141" name="Google Shape;141;p13"/>
          <p:cNvSpPr txBox="1">
            <a:spLocks noGrp="1"/>
          </p:cNvSpPr>
          <p:nvPr>
            <p:ph type="title"/>
          </p:nvPr>
        </p:nvSpPr>
        <p:spPr>
          <a:xfrm>
            <a:off x="1484927" y="3646775"/>
            <a:ext cx="2290200" cy="325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2000">
                <a:solidFill>
                  <a:schemeClr val="dk1"/>
                </a:solidFill>
              </a:defRPr>
            </a:lvl1pPr>
            <a:lvl2pPr lvl="1"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9pPr>
          </a:lstStyle>
          <a:p>
            <a:r>
              <a:rPr lang="en-US" smtClean="0"/>
              <a:t>Click to edit Master title style</a:t>
            </a:r>
            <a:endParaRPr/>
          </a:p>
        </p:txBody>
      </p:sp>
      <p:sp>
        <p:nvSpPr>
          <p:cNvPr id="142" name="Google Shape;142;p13"/>
          <p:cNvSpPr txBox="1">
            <a:spLocks noGrp="1"/>
          </p:cNvSpPr>
          <p:nvPr>
            <p:ph type="title" idx="2" hasCustomPrompt="1"/>
          </p:nvPr>
        </p:nvSpPr>
        <p:spPr>
          <a:xfrm>
            <a:off x="2309177" y="1976925"/>
            <a:ext cx="641700" cy="29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Font typeface="Rozha One"/>
              <a:buNone/>
              <a:defRPr sz="2000">
                <a:latin typeface="Rozha One"/>
                <a:ea typeface="Rozha One"/>
                <a:cs typeface="Rozha One"/>
                <a:sym typeface="Rozha One"/>
              </a:defRPr>
            </a:lvl2pPr>
            <a:lvl3pPr lvl="2" algn="ctr" rtl="0">
              <a:spcBef>
                <a:spcPts val="0"/>
              </a:spcBef>
              <a:spcAft>
                <a:spcPts val="0"/>
              </a:spcAft>
              <a:buSzPts val="2000"/>
              <a:buFont typeface="Rozha One"/>
              <a:buNone/>
              <a:defRPr sz="2000">
                <a:latin typeface="Rozha One"/>
                <a:ea typeface="Rozha One"/>
                <a:cs typeface="Rozha One"/>
                <a:sym typeface="Rozha One"/>
              </a:defRPr>
            </a:lvl3pPr>
            <a:lvl4pPr lvl="3" algn="ctr" rtl="0">
              <a:spcBef>
                <a:spcPts val="0"/>
              </a:spcBef>
              <a:spcAft>
                <a:spcPts val="0"/>
              </a:spcAft>
              <a:buSzPts val="2000"/>
              <a:buFont typeface="Rozha One"/>
              <a:buNone/>
              <a:defRPr sz="2000">
                <a:latin typeface="Rozha One"/>
                <a:ea typeface="Rozha One"/>
                <a:cs typeface="Rozha One"/>
                <a:sym typeface="Rozha One"/>
              </a:defRPr>
            </a:lvl4pPr>
            <a:lvl5pPr lvl="4" algn="ctr" rtl="0">
              <a:spcBef>
                <a:spcPts val="0"/>
              </a:spcBef>
              <a:spcAft>
                <a:spcPts val="0"/>
              </a:spcAft>
              <a:buSzPts val="2000"/>
              <a:buFont typeface="Rozha One"/>
              <a:buNone/>
              <a:defRPr sz="2000">
                <a:latin typeface="Rozha One"/>
                <a:ea typeface="Rozha One"/>
                <a:cs typeface="Rozha One"/>
                <a:sym typeface="Rozha One"/>
              </a:defRPr>
            </a:lvl5pPr>
            <a:lvl6pPr lvl="5" algn="ctr" rtl="0">
              <a:spcBef>
                <a:spcPts val="0"/>
              </a:spcBef>
              <a:spcAft>
                <a:spcPts val="0"/>
              </a:spcAft>
              <a:buSzPts val="2000"/>
              <a:buFont typeface="Rozha One"/>
              <a:buNone/>
              <a:defRPr sz="2000">
                <a:latin typeface="Rozha One"/>
                <a:ea typeface="Rozha One"/>
                <a:cs typeface="Rozha One"/>
                <a:sym typeface="Rozha One"/>
              </a:defRPr>
            </a:lvl6pPr>
            <a:lvl7pPr lvl="6" algn="ctr" rtl="0">
              <a:spcBef>
                <a:spcPts val="0"/>
              </a:spcBef>
              <a:spcAft>
                <a:spcPts val="0"/>
              </a:spcAft>
              <a:buSzPts val="2000"/>
              <a:buFont typeface="Rozha One"/>
              <a:buNone/>
              <a:defRPr sz="2000">
                <a:latin typeface="Rozha One"/>
                <a:ea typeface="Rozha One"/>
                <a:cs typeface="Rozha One"/>
                <a:sym typeface="Rozha One"/>
              </a:defRPr>
            </a:lvl7pPr>
            <a:lvl8pPr lvl="7" algn="ctr" rtl="0">
              <a:spcBef>
                <a:spcPts val="0"/>
              </a:spcBef>
              <a:spcAft>
                <a:spcPts val="0"/>
              </a:spcAft>
              <a:buSzPts val="2000"/>
              <a:buFont typeface="Rozha One"/>
              <a:buNone/>
              <a:defRPr sz="2000">
                <a:latin typeface="Rozha One"/>
                <a:ea typeface="Rozha One"/>
                <a:cs typeface="Rozha One"/>
                <a:sym typeface="Rozha One"/>
              </a:defRPr>
            </a:lvl8pPr>
            <a:lvl9pPr lvl="8" algn="ctr" rtl="0">
              <a:spcBef>
                <a:spcPts val="0"/>
              </a:spcBef>
              <a:spcAft>
                <a:spcPts val="0"/>
              </a:spcAft>
              <a:buSzPts val="2000"/>
              <a:buFont typeface="Rozha One"/>
              <a:buNone/>
              <a:defRPr sz="2000">
                <a:latin typeface="Rozha One"/>
                <a:ea typeface="Rozha One"/>
                <a:cs typeface="Rozha One"/>
                <a:sym typeface="Rozha One"/>
              </a:defRPr>
            </a:lvl9pPr>
          </a:lstStyle>
          <a:p>
            <a:r>
              <a:t>xx%</a:t>
            </a:r>
          </a:p>
        </p:txBody>
      </p:sp>
      <p:sp>
        <p:nvSpPr>
          <p:cNvPr id="143" name="Google Shape;143;p13"/>
          <p:cNvSpPr txBox="1">
            <a:spLocks noGrp="1"/>
          </p:cNvSpPr>
          <p:nvPr>
            <p:ph type="title" idx="3" hasCustomPrompt="1"/>
          </p:nvPr>
        </p:nvSpPr>
        <p:spPr>
          <a:xfrm>
            <a:off x="2309177" y="3296251"/>
            <a:ext cx="641700" cy="290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000"/>
              <a:buNone/>
              <a:defRPr sz="2000">
                <a:solidFill>
                  <a:schemeClr val="dk1"/>
                </a:solidFill>
              </a:defRPr>
            </a:lvl1pPr>
            <a:lvl2pPr lvl="1"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9pPr>
          </a:lstStyle>
          <a:p>
            <a:r>
              <a:t>xx%</a:t>
            </a:r>
          </a:p>
        </p:txBody>
      </p:sp>
      <p:sp>
        <p:nvSpPr>
          <p:cNvPr id="144" name="Google Shape;144;p13"/>
          <p:cNvSpPr txBox="1">
            <a:spLocks noGrp="1"/>
          </p:cNvSpPr>
          <p:nvPr>
            <p:ph type="title" idx="4"/>
          </p:nvPr>
        </p:nvSpPr>
        <p:spPr>
          <a:xfrm>
            <a:off x="5405023" y="3646775"/>
            <a:ext cx="2217900" cy="325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2000">
                <a:solidFill>
                  <a:schemeClr val="dk1"/>
                </a:solidFill>
              </a:defRPr>
            </a:lvl1pPr>
            <a:lvl2pPr lvl="1"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9pPr>
          </a:lstStyle>
          <a:p>
            <a:r>
              <a:rPr lang="en-US" smtClean="0"/>
              <a:t>Click to edit Master title style</a:t>
            </a:r>
            <a:endParaRPr/>
          </a:p>
        </p:txBody>
      </p:sp>
      <p:sp>
        <p:nvSpPr>
          <p:cNvPr id="145" name="Google Shape;145;p13"/>
          <p:cNvSpPr txBox="1">
            <a:spLocks noGrp="1"/>
          </p:cNvSpPr>
          <p:nvPr>
            <p:ph type="title" idx="5"/>
          </p:nvPr>
        </p:nvSpPr>
        <p:spPr>
          <a:xfrm>
            <a:off x="1484927" y="2327475"/>
            <a:ext cx="2290200" cy="325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2000">
                <a:solidFill>
                  <a:schemeClr val="dk1"/>
                </a:solidFill>
              </a:defRPr>
            </a:lvl1pPr>
            <a:lvl2pPr lvl="1"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9pPr>
          </a:lstStyle>
          <a:p>
            <a:r>
              <a:rPr lang="en-US" smtClean="0"/>
              <a:t>Click to edit Master title style</a:t>
            </a:r>
            <a:endParaRPr/>
          </a:p>
        </p:txBody>
      </p:sp>
      <p:sp>
        <p:nvSpPr>
          <p:cNvPr id="146" name="Google Shape;146;p13"/>
          <p:cNvSpPr txBox="1">
            <a:spLocks noGrp="1"/>
          </p:cNvSpPr>
          <p:nvPr>
            <p:ph type="title" idx="6"/>
          </p:nvPr>
        </p:nvSpPr>
        <p:spPr>
          <a:xfrm>
            <a:off x="5405023" y="2327475"/>
            <a:ext cx="2217900" cy="325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2000">
                <a:solidFill>
                  <a:schemeClr val="dk1"/>
                </a:solidFill>
              </a:defRPr>
            </a:lvl1pPr>
            <a:lvl2pPr lvl="1"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9pPr>
          </a:lstStyle>
          <a:p>
            <a:r>
              <a:rPr lang="en-US" smtClean="0"/>
              <a:t>Click to edit Master title style</a:t>
            </a:r>
            <a:endParaRPr/>
          </a:p>
        </p:txBody>
      </p:sp>
      <p:sp>
        <p:nvSpPr>
          <p:cNvPr id="147" name="Google Shape;147;p13"/>
          <p:cNvSpPr txBox="1">
            <a:spLocks noGrp="1"/>
          </p:cNvSpPr>
          <p:nvPr>
            <p:ph type="title" idx="7" hasCustomPrompt="1"/>
          </p:nvPr>
        </p:nvSpPr>
        <p:spPr>
          <a:xfrm>
            <a:off x="6193123" y="1976925"/>
            <a:ext cx="641700" cy="29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Font typeface="Rozha One"/>
              <a:buNone/>
              <a:defRPr sz="2000">
                <a:latin typeface="Rozha One"/>
                <a:ea typeface="Rozha One"/>
                <a:cs typeface="Rozha One"/>
                <a:sym typeface="Rozha One"/>
              </a:defRPr>
            </a:lvl2pPr>
            <a:lvl3pPr lvl="2" algn="ctr" rtl="0">
              <a:spcBef>
                <a:spcPts val="0"/>
              </a:spcBef>
              <a:spcAft>
                <a:spcPts val="0"/>
              </a:spcAft>
              <a:buSzPts val="2000"/>
              <a:buFont typeface="Rozha One"/>
              <a:buNone/>
              <a:defRPr sz="2000">
                <a:latin typeface="Rozha One"/>
                <a:ea typeface="Rozha One"/>
                <a:cs typeface="Rozha One"/>
                <a:sym typeface="Rozha One"/>
              </a:defRPr>
            </a:lvl3pPr>
            <a:lvl4pPr lvl="3" algn="ctr" rtl="0">
              <a:spcBef>
                <a:spcPts val="0"/>
              </a:spcBef>
              <a:spcAft>
                <a:spcPts val="0"/>
              </a:spcAft>
              <a:buSzPts val="2000"/>
              <a:buFont typeface="Rozha One"/>
              <a:buNone/>
              <a:defRPr sz="2000">
                <a:latin typeface="Rozha One"/>
                <a:ea typeface="Rozha One"/>
                <a:cs typeface="Rozha One"/>
                <a:sym typeface="Rozha One"/>
              </a:defRPr>
            </a:lvl4pPr>
            <a:lvl5pPr lvl="4" algn="ctr" rtl="0">
              <a:spcBef>
                <a:spcPts val="0"/>
              </a:spcBef>
              <a:spcAft>
                <a:spcPts val="0"/>
              </a:spcAft>
              <a:buSzPts val="2000"/>
              <a:buFont typeface="Rozha One"/>
              <a:buNone/>
              <a:defRPr sz="2000">
                <a:latin typeface="Rozha One"/>
                <a:ea typeface="Rozha One"/>
                <a:cs typeface="Rozha One"/>
                <a:sym typeface="Rozha One"/>
              </a:defRPr>
            </a:lvl5pPr>
            <a:lvl6pPr lvl="5" algn="ctr" rtl="0">
              <a:spcBef>
                <a:spcPts val="0"/>
              </a:spcBef>
              <a:spcAft>
                <a:spcPts val="0"/>
              </a:spcAft>
              <a:buSzPts val="2000"/>
              <a:buFont typeface="Rozha One"/>
              <a:buNone/>
              <a:defRPr sz="2000">
                <a:latin typeface="Rozha One"/>
                <a:ea typeface="Rozha One"/>
                <a:cs typeface="Rozha One"/>
                <a:sym typeface="Rozha One"/>
              </a:defRPr>
            </a:lvl6pPr>
            <a:lvl7pPr lvl="6" algn="ctr" rtl="0">
              <a:spcBef>
                <a:spcPts val="0"/>
              </a:spcBef>
              <a:spcAft>
                <a:spcPts val="0"/>
              </a:spcAft>
              <a:buSzPts val="2000"/>
              <a:buFont typeface="Rozha One"/>
              <a:buNone/>
              <a:defRPr sz="2000">
                <a:latin typeface="Rozha One"/>
                <a:ea typeface="Rozha One"/>
                <a:cs typeface="Rozha One"/>
                <a:sym typeface="Rozha One"/>
              </a:defRPr>
            </a:lvl7pPr>
            <a:lvl8pPr lvl="7" algn="ctr" rtl="0">
              <a:spcBef>
                <a:spcPts val="0"/>
              </a:spcBef>
              <a:spcAft>
                <a:spcPts val="0"/>
              </a:spcAft>
              <a:buSzPts val="2000"/>
              <a:buFont typeface="Rozha One"/>
              <a:buNone/>
              <a:defRPr sz="2000">
                <a:latin typeface="Rozha One"/>
                <a:ea typeface="Rozha One"/>
                <a:cs typeface="Rozha One"/>
                <a:sym typeface="Rozha One"/>
              </a:defRPr>
            </a:lvl8pPr>
            <a:lvl9pPr lvl="8" algn="ctr" rtl="0">
              <a:spcBef>
                <a:spcPts val="0"/>
              </a:spcBef>
              <a:spcAft>
                <a:spcPts val="0"/>
              </a:spcAft>
              <a:buSzPts val="2000"/>
              <a:buFont typeface="Rozha One"/>
              <a:buNone/>
              <a:defRPr sz="2000">
                <a:latin typeface="Rozha One"/>
                <a:ea typeface="Rozha One"/>
                <a:cs typeface="Rozha One"/>
                <a:sym typeface="Rozha One"/>
              </a:defRPr>
            </a:lvl9pPr>
          </a:lstStyle>
          <a:p>
            <a:r>
              <a:t>xx%</a:t>
            </a:r>
          </a:p>
        </p:txBody>
      </p:sp>
      <p:sp>
        <p:nvSpPr>
          <p:cNvPr id="148" name="Google Shape;148;p13"/>
          <p:cNvSpPr txBox="1">
            <a:spLocks noGrp="1"/>
          </p:cNvSpPr>
          <p:nvPr>
            <p:ph type="title" idx="8" hasCustomPrompt="1"/>
          </p:nvPr>
        </p:nvSpPr>
        <p:spPr>
          <a:xfrm>
            <a:off x="6193123" y="3294472"/>
            <a:ext cx="641700" cy="290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000"/>
              <a:buNone/>
              <a:defRPr sz="2000">
                <a:solidFill>
                  <a:schemeClr val="dk1"/>
                </a:solidFill>
              </a:defRPr>
            </a:lvl1pPr>
            <a:lvl2pPr lvl="1"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2000"/>
              <a:buFont typeface="Rozha One"/>
              <a:buNone/>
              <a:defRPr sz="2000">
                <a:solidFill>
                  <a:schemeClr val="dk1"/>
                </a:solidFill>
                <a:latin typeface="Rozha One"/>
                <a:ea typeface="Rozha One"/>
                <a:cs typeface="Rozha One"/>
                <a:sym typeface="Rozha One"/>
              </a:defRPr>
            </a:lvl9pPr>
          </a:lstStyle>
          <a:p>
            <a:r>
              <a:t>xx%</a:t>
            </a:r>
          </a:p>
        </p:txBody>
      </p:sp>
      <p:sp>
        <p:nvSpPr>
          <p:cNvPr id="149" name="Google Shape;149;p13"/>
          <p:cNvSpPr txBox="1">
            <a:spLocks noGrp="1"/>
          </p:cNvSpPr>
          <p:nvPr>
            <p:ph type="subTitle" idx="1"/>
          </p:nvPr>
        </p:nvSpPr>
        <p:spPr>
          <a:xfrm>
            <a:off x="1403027" y="2673520"/>
            <a:ext cx="2454000" cy="23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800"/>
              <a:buNone/>
              <a:defRPr sz="14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r>
              <a:rPr lang="en-US" smtClean="0"/>
              <a:t>Click to edit Master subtitle style</a:t>
            </a:r>
            <a:endParaRPr/>
          </a:p>
        </p:txBody>
      </p:sp>
      <p:sp>
        <p:nvSpPr>
          <p:cNvPr id="150" name="Google Shape;150;p13"/>
          <p:cNvSpPr txBox="1">
            <a:spLocks noGrp="1"/>
          </p:cNvSpPr>
          <p:nvPr>
            <p:ph type="subTitle" idx="9"/>
          </p:nvPr>
        </p:nvSpPr>
        <p:spPr>
          <a:xfrm>
            <a:off x="5286973" y="2673520"/>
            <a:ext cx="2454000" cy="23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800"/>
              <a:buNone/>
              <a:defRPr sz="14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r>
              <a:rPr lang="en-US" smtClean="0"/>
              <a:t>Click to edit Master subtitle style</a:t>
            </a:r>
            <a:endParaRPr/>
          </a:p>
        </p:txBody>
      </p:sp>
      <p:sp>
        <p:nvSpPr>
          <p:cNvPr id="151" name="Google Shape;151;p13"/>
          <p:cNvSpPr txBox="1">
            <a:spLocks noGrp="1"/>
          </p:cNvSpPr>
          <p:nvPr>
            <p:ph type="subTitle" idx="13"/>
          </p:nvPr>
        </p:nvSpPr>
        <p:spPr>
          <a:xfrm>
            <a:off x="1403027" y="3992923"/>
            <a:ext cx="2454000" cy="23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800"/>
              <a:buNone/>
              <a:defRPr sz="14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r>
              <a:rPr lang="en-US" smtClean="0"/>
              <a:t>Click to edit Master subtitle style</a:t>
            </a:r>
            <a:endParaRPr/>
          </a:p>
        </p:txBody>
      </p:sp>
      <p:sp>
        <p:nvSpPr>
          <p:cNvPr id="152" name="Google Shape;152;p13"/>
          <p:cNvSpPr txBox="1">
            <a:spLocks noGrp="1"/>
          </p:cNvSpPr>
          <p:nvPr>
            <p:ph type="subTitle" idx="14"/>
          </p:nvPr>
        </p:nvSpPr>
        <p:spPr>
          <a:xfrm>
            <a:off x="5286973" y="3992923"/>
            <a:ext cx="2454000" cy="23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800"/>
              <a:buNone/>
              <a:defRPr sz="14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r>
              <a:rPr lang="en-US" smtClean="0"/>
              <a:t>Click to edit Master subtitle style</a:t>
            </a:r>
            <a:endParaRPr/>
          </a:p>
        </p:txBody>
      </p:sp>
      <p:sp>
        <p:nvSpPr>
          <p:cNvPr id="153" name="Google Shape;153;p13"/>
          <p:cNvSpPr txBox="1">
            <a:spLocks noGrp="1"/>
          </p:cNvSpPr>
          <p:nvPr>
            <p:ph type="title" idx="15"/>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2700">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
        <p:nvSpPr>
          <p:cNvPr id="154" name="Google Shape;154;p13"/>
          <p:cNvSpPr/>
          <p:nvPr/>
        </p:nvSpPr>
        <p:spPr>
          <a:xfrm>
            <a:off x="8617188" y="4436625"/>
            <a:ext cx="526820" cy="541630"/>
          </a:xfrm>
          <a:custGeom>
            <a:avLst/>
            <a:gdLst/>
            <a:ahLst/>
            <a:cxnLst/>
            <a:rect l="l" t="t" r="r" b="b"/>
            <a:pathLst>
              <a:path w="4165" h="4282" extrusionOk="0">
                <a:moveTo>
                  <a:pt x="3241" y="294"/>
                </a:moveTo>
                <a:cubicBezTo>
                  <a:pt x="3377" y="430"/>
                  <a:pt x="3543" y="566"/>
                  <a:pt x="3665" y="717"/>
                </a:cubicBezTo>
                <a:cubicBezTo>
                  <a:pt x="3710" y="793"/>
                  <a:pt x="3604" y="884"/>
                  <a:pt x="3528" y="975"/>
                </a:cubicBezTo>
                <a:cubicBezTo>
                  <a:pt x="3226" y="1338"/>
                  <a:pt x="2938" y="1702"/>
                  <a:pt x="2650" y="2050"/>
                </a:cubicBezTo>
                <a:cubicBezTo>
                  <a:pt x="2620" y="2110"/>
                  <a:pt x="2696" y="2231"/>
                  <a:pt x="2771" y="2307"/>
                </a:cubicBezTo>
                <a:cubicBezTo>
                  <a:pt x="3104" y="2610"/>
                  <a:pt x="3453" y="2928"/>
                  <a:pt x="3786" y="3231"/>
                </a:cubicBezTo>
                <a:cubicBezTo>
                  <a:pt x="3892" y="3306"/>
                  <a:pt x="3861" y="3337"/>
                  <a:pt x="3786" y="3397"/>
                </a:cubicBezTo>
                <a:cubicBezTo>
                  <a:pt x="3619" y="3518"/>
                  <a:pt x="3589" y="3791"/>
                  <a:pt x="3316" y="3791"/>
                </a:cubicBezTo>
                <a:cubicBezTo>
                  <a:pt x="3165" y="3745"/>
                  <a:pt x="3029" y="3715"/>
                  <a:pt x="2908" y="3488"/>
                </a:cubicBezTo>
                <a:cubicBezTo>
                  <a:pt x="2756" y="3155"/>
                  <a:pt x="2408" y="2943"/>
                  <a:pt x="2090" y="2731"/>
                </a:cubicBezTo>
                <a:cubicBezTo>
                  <a:pt x="2074" y="2721"/>
                  <a:pt x="2057" y="2717"/>
                  <a:pt x="2041" y="2717"/>
                </a:cubicBezTo>
                <a:cubicBezTo>
                  <a:pt x="1983" y="2717"/>
                  <a:pt x="1929" y="2771"/>
                  <a:pt x="1893" y="2807"/>
                </a:cubicBezTo>
                <a:cubicBezTo>
                  <a:pt x="1621" y="3231"/>
                  <a:pt x="1136" y="3518"/>
                  <a:pt x="939" y="3988"/>
                </a:cubicBezTo>
                <a:cubicBezTo>
                  <a:pt x="911" y="4026"/>
                  <a:pt x="877" y="4058"/>
                  <a:pt x="836" y="4058"/>
                </a:cubicBezTo>
                <a:cubicBezTo>
                  <a:pt x="812" y="4058"/>
                  <a:pt x="786" y="4046"/>
                  <a:pt x="758" y="4018"/>
                </a:cubicBezTo>
                <a:cubicBezTo>
                  <a:pt x="606" y="3897"/>
                  <a:pt x="455" y="3761"/>
                  <a:pt x="334" y="3609"/>
                </a:cubicBezTo>
                <a:cubicBezTo>
                  <a:pt x="213" y="3473"/>
                  <a:pt x="364" y="3321"/>
                  <a:pt x="425" y="3291"/>
                </a:cubicBezTo>
                <a:cubicBezTo>
                  <a:pt x="652" y="3140"/>
                  <a:pt x="652" y="2837"/>
                  <a:pt x="879" y="2701"/>
                </a:cubicBezTo>
                <a:cubicBezTo>
                  <a:pt x="1030" y="2610"/>
                  <a:pt x="1045" y="2413"/>
                  <a:pt x="1197" y="2322"/>
                </a:cubicBezTo>
                <a:cubicBezTo>
                  <a:pt x="1394" y="2201"/>
                  <a:pt x="1333" y="2004"/>
                  <a:pt x="1212" y="1898"/>
                </a:cubicBezTo>
                <a:cubicBezTo>
                  <a:pt x="939" y="1671"/>
                  <a:pt x="803" y="1323"/>
                  <a:pt x="425" y="1202"/>
                </a:cubicBezTo>
                <a:cubicBezTo>
                  <a:pt x="334" y="1187"/>
                  <a:pt x="258" y="960"/>
                  <a:pt x="425" y="839"/>
                </a:cubicBezTo>
                <a:cubicBezTo>
                  <a:pt x="515" y="793"/>
                  <a:pt x="606" y="733"/>
                  <a:pt x="667" y="611"/>
                </a:cubicBezTo>
                <a:cubicBezTo>
                  <a:pt x="710" y="540"/>
                  <a:pt x="739" y="428"/>
                  <a:pt x="818" y="428"/>
                </a:cubicBezTo>
                <a:cubicBezTo>
                  <a:pt x="823" y="428"/>
                  <a:pt x="828" y="429"/>
                  <a:pt x="833" y="430"/>
                </a:cubicBezTo>
                <a:cubicBezTo>
                  <a:pt x="909" y="445"/>
                  <a:pt x="985" y="566"/>
                  <a:pt x="1030" y="657"/>
                </a:cubicBezTo>
                <a:cubicBezTo>
                  <a:pt x="1242" y="1035"/>
                  <a:pt x="1575" y="1293"/>
                  <a:pt x="1878" y="1565"/>
                </a:cubicBezTo>
                <a:cubicBezTo>
                  <a:pt x="1903" y="1585"/>
                  <a:pt x="1928" y="1593"/>
                  <a:pt x="1953" y="1593"/>
                </a:cubicBezTo>
                <a:cubicBezTo>
                  <a:pt x="2061" y="1593"/>
                  <a:pt x="2159" y="1430"/>
                  <a:pt x="2196" y="1368"/>
                </a:cubicBezTo>
                <a:cubicBezTo>
                  <a:pt x="2499" y="990"/>
                  <a:pt x="2862" y="672"/>
                  <a:pt x="3210" y="339"/>
                </a:cubicBezTo>
                <a:lnTo>
                  <a:pt x="3241" y="294"/>
                </a:lnTo>
                <a:close/>
                <a:moveTo>
                  <a:pt x="3312" y="0"/>
                </a:moveTo>
                <a:cubicBezTo>
                  <a:pt x="3240" y="0"/>
                  <a:pt x="3166" y="42"/>
                  <a:pt x="3104" y="97"/>
                </a:cubicBezTo>
                <a:cubicBezTo>
                  <a:pt x="2786" y="400"/>
                  <a:pt x="2469" y="733"/>
                  <a:pt x="2196" y="1096"/>
                </a:cubicBezTo>
                <a:cubicBezTo>
                  <a:pt x="2119" y="1207"/>
                  <a:pt x="2036" y="1258"/>
                  <a:pt x="1954" y="1258"/>
                </a:cubicBezTo>
                <a:cubicBezTo>
                  <a:pt x="1858" y="1258"/>
                  <a:pt x="1763" y="1188"/>
                  <a:pt x="1681" y="1066"/>
                </a:cubicBezTo>
                <a:cubicBezTo>
                  <a:pt x="1560" y="854"/>
                  <a:pt x="1424" y="672"/>
                  <a:pt x="1288" y="475"/>
                </a:cubicBezTo>
                <a:cubicBezTo>
                  <a:pt x="1178" y="311"/>
                  <a:pt x="1041" y="223"/>
                  <a:pt x="909" y="223"/>
                </a:cubicBezTo>
                <a:cubicBezTo>
                  <a:pt x="823" y="223"/>
                  <a:pt x="739" y="261"/>
                  <a:pt x="667" y="339"/>
                </a:cubicBezTo>
                <a:cubicBezTo>
                  <a:pt x="531" y="460"/>
                  <a:pt x="425" y="581"/>
                  <a:pt x="334" y="733"/>
                </a:cubicBezTo>
                <a:cubicBezTo>
                  <a:pt x="198" y="945"/>
                  <a:pt x="1" y="1141"/>
                  <a:pt x="349" y="1399"/>
                </a:cubicBezTo>
                <a:cubicBezTo>
                  <a:pt x="606" y="1580"/>
                  <a:pt x="803" y="1868"/>
                  <a:pt x="1045" y="2095"/>
                </a:cubicBezTo>
                <a:cubicBezTo>
                  <a:pt x="1136" y="2171"/>
                  <a:pt x="1136" y="2156"/>
                  <a:pt x="1061" y="2247"/>
                </a:cubicBezTo>
                <a:cubicBezTo>
                  <a:pt x="803" y="2565"/>
                  <a:pt x="531" y="2867"/>
                  <a:pt x="304" y="3216"/>
                </a:cubicBezTo>
                <a:cubicBezTo>
                  <a:pt x="228" y="3321"/>
                  <a:pt x="61" y="3443"/>
                  <a:pt x="76" y="3624"/>
                </a:cubicBezTo>
                <a:cubicBezTo>
                  <a:pt x="31" y="3791"/>
                  <a:pt x="152" y="3851"/>
                  <a:pt x="213" y="3942"/>
                </a:cubicBezTo>
                <a:cubicBezTo>
                  <a:pt x="472" y="4164"/>
                  <a:pt x="608" y="4281"/>
                  <a:pt x="730" y="4281"/>
                </a:cubicBezTo>
                <a:cubicBezTo>
                  <a:pt x="859" y="4281"/>
                  <a:pt x="972" y="4153"/>
                  <a:pt x="1197" y="3882"/>
                </a:cubicBezTo>
                <a:cubicBezTo>
                  <a:pt x="1439" y="3579"/>
                  <a:pt x="1833" y="3427"/>
                  <a:pt x="1984" y="3034"/>
                </a:cubicBezTo>
                <a:cubicBezTo>
                  <a:pt x="2009" y="3008"/>
                  <a:pt x="2030" y="2988"/>
                  <a:pt x="2054" y="2988"/>
                </a:cubicBezTo>
                <a:cubicBezTo>
                  <a:pt x="2073" y="2988"/>
                  <a:pt x="2094" y="3001"/>
                  <a:pt x="2120" y="3034"/>
                </a:cubicBezTo>
                <a:cubicBezTo>
                  <a:pt x="2423" y="3458"/>
                  <a:pt x="2817" y="3761"/>
                  <a:pt x="3195" y="4094"/>
                </a:cubicBezTo>
                <a:cubicBezTo>
                  <a:pt x="3236" y="4134"/>
                  <a:pt x="3310" y="4188"/>
                  <a:pt x="3363" y="4188"/>
                </a:cubicBezTo>
                <a:cubicBezTo>
                  <a:pt x="3390" y="4188"/>
                  <a:pt x="3412" y="4174"/>
                  <a:pt x="3422" y="4139"/>
                </a:cubicBezTo>
                <a:cubicBezTo>
                  <a:pt x="3498" y="3988"/>
                  <a:pt x="3634" y="3927"/>
                  <a:pt x="3755" y="3851"/>
                </a:cubicBezTo>
                <a:cubicBezTo>
                  <a:pt x="4134" y="3564"/>
                  <a:pt x="4164" y="3306"/>
                  <a:pt x="3831" y="2988"/>
                </a:cubicBezTo>
                <a:cubicBezTo>
                  <a:pt x="3543" y="2731"/>
                  <a:pt x="3256" y="2504"/>
                  <a:pt x="2968" y="2262"/>
                </a:cubicBezTo>
                <a:cubicBezTo>
                  <a:pt x="2817" y="2125"/>
                  <a:pt x="2847" y="1944"/>
                  <a:pt x="2998" y="1898"/>
                </a:cubicBezTo>
                <a:cubicBezTo>
                  <a:pt x="3150" y="1868"/>
                  <a:pt x="3180" y="1777"/>
                  <a:pt x="3195" y="1671"/>
                </a:cubicBezTo>
                <a:cubicBezTo>
                  <a:pt x="3241" y="1535"/>
                  <a:pt x="3362" y="1414"/>
                  <a:pt x="3407" y="1399"/>
                </a:cubicBezTo>
                <a:cubicBezTo>
                  <a:pt x="3649" y="1293"/>
                  <a:pt x="3710" y="1035"/>
                  <a:pt x="3861" y="884"/>
                </a:cubicBezTo>
                <a:cubicBezTo>
                  <a:pt x="4058" y="717"/>
                  <a:pt x="3922" y="505"/>
                  <a:pt x="3771" y="400"/>
                </a:cubicBezTo>
                <a:cubicBezTo>
                  <a:pt x="3649" y="339"/>
                  <a:pt x="3559" y="233"/>
                  <a:pt x="3498" y="142"/>
                </a:cubicBezTo>
                <a:cubicBezTo>
                  <a:pt x="3446" y="39"/>
                  <a:pt x="3380" y="0"/>
                  <a:pt x="3312"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3"/>
          <p:cNvSpPr/>
          <p:nvPr/>
        </p:nvSpPr>
        <p:spPr>
          <a:xfrm>
            <a:off x="-140162" y="4531505"/>
            <a:ext cx="713657" cy="351893"/>
          </a:xfrm>
          <a:custGeom>
            <a:avLst/>
            <a:gdLst/>
            <a:ahLst/>
            <a:cxnLst/>
            <a:rect l="l" t="t" r="r" b="b"/>
            <a:pathLst>
              <a:path w="35523" h="17518" extrusionOk="0">
                <a:moveTo>
                  <a:pt x="3774" y="10775"/>
                </a:moveTo>
                <a:cubicBezTo>
                  <a:pt x="2619" y="10198"/>
                  <a:pt x="353" y="8285"/>
                  <a:pt x="100" y="9551"/>
                </a:cubicBezTo>
                <a:cubicBezTo>
                  <a:pt x="-700" y="13554"/>
                  <a:pt x="6631" y="19346"/>
                  <a:pt x="9897" y="16898"/>
                </a:cubicBezTo>
                <a:cubicBezTo>
                  <a:pt x="14519" y="13434"/>
                  <a:pt x="9580" y="3364"/>
                  <a:pt x="14387" y="162"/>
                </a:cubicBezTo>
                <a:cubicBezTo>
                  <a:pt x="15361" y="-487"/>
                  <a:pt x="16028" y="1919"/>
                  <a:pt x="16428" y="3019"/>
                </a:cubicBezTo>
                <a:cubicBezTo>
                  <a:pt x="17676" y="6450"/>
                  <a:pt x="17937" y="11459"/>
                  <a:pt x="21327" y="12816"/>
                </a:cubicBezTo>
                <a:cubicBezTo>
                  <a:pt x="23352" y="13627"/>
                  <a:pt x="26043" y="14435"/>
                  <a:pt x="27858" y="13225"/>
                </a:cubicBezTo>
                <a:cubicBezTo>
                  <a:pt x="30136" y="11706"/>
                  <a:pt x="34340" y="6953"/>
                  <a:pt x="35206" y="9551"/>
                </a:cubicBezTo>
                <a:cubicBezTo>
                  <a:pt x="37745" y="17172"/>
                  <a:pt x="18742" y="7827"/>
                  <a:pt x="11122" y="10367"/>
                </a:cubicBezTo>
              </a:path>
            </a:pathLst>
          </a:custGeom>
          <a:noFill/>
          <a:ln w="228600" cap="flat" cmpd="sng">
            <a:solidFill>
              <a:srgbClr val="88F175"/>
            </a:solidFill>
            <a:prstDash val="solid"/>
            <a:round/>
            <a:headEnd type="none" w="med" len="med"/>
            <a:tailEnd type="none" w="med" len="med"/>
          </a:ln>
        </p:spPr>
      </p:sp>
      <p:sp>
        <p:nvSpPr>
          <p:cNvPr id="156" name="Google Shape;156;p13"/>
          <p:cNvSpPr/>
          <p:nvPr/>
        </p:nvSpPr>
        <p:spPr>
          <a:xfrm>
            <a:off x="-306504" y="4276178"/>
            <a:ext cx="1059557" cy="690926"/>
          </a:xfrm>
          <a:custGeom>
            <a:avLst/>
            <a:gdLst/>
            <a:ahLst/>
            <a:cxnLst/>
            <a:rect l="l" t="t" r="r" b="b"/>
            <a:pathLst>
              <a:path w="10141" h="6613" extrusionOk="0">
                <a:moveTo>
                  <a:pt x="4689" y="581"/>
                </a:moveTo>
                <a:cubicBezTo>
                  <a:pt x="5301" y="581"/>
                  <a:pt x="5834" y="1062"/>
                  <a:pt x="6038" y="1698"/>
                </a:cubicBezTo>
                <a:cubicBezTo>
                  <a:pt x="6305" y="2398"/>
                  <a:pt x="6171" y="3199"/>
                  <a:pt x="6104" y="3933"/>
                </a:cubicBezTo>
                <a:cubicBezTo>
                  <a:pt x="6071" y="4116"/>
                  <a:pt x="6205" y="4208"/>
                  <a:pt x="6350" y="4208"/>
                </a:cubicBezTo>
                <a:cubicBezTo>
                  <a:pt x="6496" y="4208"/>
                  <a:pt x="6655" y="4116"/>
                  <a:pt x="6672" y="3933"/>
                </a:cubicBezTo>
                <a:lnTo>
                  <a:pt x="6672" y="3899"/>
                </a:lnTo>
                <a:cubicBezTo>
                  <a:pt x="7039" y="3614"/>
                  <a:pt x="7493" y="3440"/>
                  <a:pt x="7944" y="3440"/>
                </a:cubicBezTo>
                <a:cubicBezTo>
                  <a:pt x="8230" y="3440"/>
                  <a:pt x="8514" y="3510"/>
                  <a:pt x="8773" y="3666"/>
                </a:cubicBezTo>
                <a:cubicBezTo>
                  <a:pt x="9407" y="4133"/>
                  <a:pt x="9474" y="5100"/>
                  <a:pt x="9107" y="5801"/>
                </a:cubicBezTo>
                <a:cubicBezTo>
                  <a:pt x="9073" y="5867"/>
                  <a:pt x="9073" y="5934"/>
                  <a:pt x="9073" y="5967"/>
                </a:cubicBezTo>
                <a:cubicBezTo>
                  <a:pt x="9007" y="5934"/>
                  <a:pt x="8940" y="5901"/>
                  <a:pt x="8906" y="5901"/>
                </a:cubicBezTo>
                <a:cubicBezTo>
                  <a:pt x="7922" y="5838"/>
                  <a:pt x="6928" y="5813"/>
                  <a:pt x="5932" y="5813"/>
                </a:cubicBezTo>
                <a:cubicBezTo>
                  <a:pt x="4262" y="5813"/>
                  <a:pt x="2585" y="5884"/>
                  <a:pt x="934" y="5967"/>
                </a:cubicBezTo>
                <a:cubicBezTo>
                  <a:pt x="967" y="5934"/>
                  <a:pt x="967" y="5834"/>
                  <a:pt x="934" y="5767"/>
                </a:cubicBezTo>
                <a:cubicBezTo>
                  <a:pt x="567" y="5334"/>
                  <a:pt x="567" y="4566"/>
                  <a:pt x="1001" y="4166"/>
                </a:cubicBezTo>
                <a:cubicBezTo>
                  <a:pt x="1140" y="4055"/>
                  <a:pt x="1312" y="4006"/>
                  <a:pt x="1489" y="4006"/>
                </a:cubicBezTo>
                <a:cubicBezTo>
                  <a:pt x="1952" y="4006"/>
                  <a:pt x="2454" y="4342"/>
                  <a:pt x="2502" y="4800"/>
                </a:cubicBezTo>
                <a:cubicBezTo>
                  <a:pt x="2535" y="4983"/>
                  <a:pt x="2694" y="5075"/>
                  <a:pt x="2840" y="5075"/>
                </a:cubicBezTo>
                <a:cubicBezTo>
                  <a:pt x="2986" y="5075"/>
                  <a:pt x="3119" y="4983"/>
                  <a:pt x="3102" y="4800"/>
                </a:cubicBezTo>
                <a:cubicBezTo>
                  <a:pt x="3102" y="4733"/>
                  <a:pt x="3102" y="4667"/>
                  <a:pt x="3036" y="4633"/>
                </a:cubicBezTo>
                <a:lnTo>
                  <a:pt x="3036" y="4566"/>
                </a:lnTo>
                <a:cubicBezTo>
                  <a:pt x="3002" y="3232"/>
                  <a:pt x="2669" y="1464"/>
                  <a:pt x="4103" y="730"/>
                </a:cubicBezTo>
                <a:cubicBezTo>
                  <a:pt x="4301" y="627"/>
                  <a:pt x="4499" y="581"/>
                  <a:pt x="4689" y="581"/>
                </a:cubicBezTo>
                <a:close/>
                <a:moveTo>
                  <a:pt x="4671" y="1"/>
                </a:moveTo>
                <a:cubicBezTo>
                  <a:pt x="4562" y="1"/>
                  <a:pt x="4450" y="10"/>
                  <a:pt x="4337" y="30"/>
                </a:cubicBezTo>
                <a:cubicBezTo>
                  <a:pt x="2502" y="363"/>
                  <a:pt x="2268" y="2298"/>
                  <a:pt x="2502" y="3899"/>
                </a:cubicBezTo>
                <a:cubicBezTo>
                  <a:pt x="2231" y="3607"/>
                  <a:pt x="1842" y="3433"/>
                  <a:pt x="1442" y="3433"/>
                </a:cubicBezTo>
                <a:cubicBezTo>
                  <a:pt x="1202" y="3433"/>
                  <a:pt x="959" y="3495"/>
                  <a:pt x="734" y="3632"/>
                </a:cubicBezTo>
                <a:cubicBezTo>
                  <a:pt x="300" y="3899"/>
                  <a:pt x="67" y="4366"/>
                  <a:pt x="67" y="4867"/>
                </a:cubicBezTo>
                <a:cubicBezTo>
                  <a:pt x="0" y="5334"/>
                  <a:pt x="234" y="5734"/>
                  <a:pt x="634" y="6034"/>
                </a:cubicBezTo>
                <a:cubicBezTo>
                  <a:pt x="434" y="6101"/>
                  <a:pt x="467" y="6401"/>
                  <a:pt x="734" y="6434"/>
                </a:cubicBezTo>
                <a:cubicBezTo>
                  <a:pt x="2535" y="6523"/>
                  <a:pt x="4351" y="6612"/>
                  <a:pt x="6172" y="6612"/>
                </a:cubicBezTo>
                <a:cubicBezTo>
                  <a:pt x="7083" y="6612"/>
                  <a:pt x="7995" y="6590"/>
                  <a:pt x="8906" y="6535"/>
                </a:cubicBezTo>
                <a:cubicBezTo>
                  <a:pt x="9107" y="6535"/>
                  <a:pt x="9173" y="6368"/>
                  <a:pt x="9173" y="6168"/>
                </a:cubicBezTo>
                <a:cubicBezTo>
                  <a:pt x="9240" y="6218"/>
                  <a:pt x="9315" y="6251"/>
                  <a:pt x="9390" y="6251"/>
                </a:cubicBezTo>
                <a:cubicBezTo>
                  <a:pt x="9465" y="6251"/>
                  <a:pt x="9540" y="6218"/>
                  <a:pt x="9607" y="6134"/>
                </a:cubicBezTo>
                <a:cubicBezTo>
                  <a:pt x="10141" y="5134"/>
                  <a:pt x="9907" y="3799"/>
                  <a:pt x="8973" y="3232"/>
                </a:cubicBezTo>
                <a:cubicBezTo>
                  <a:pt x="8641" y="3011"/>
                  <a:pt x="8256" y="2902"/>
                  <a:pt x="7873" y="2902"/>
                </a:cubicBezTo>
                <a:cubicBezTo>
                  <a:pt x="7447" y="2902"/>
                  <a:pt x="7022" y="3036"/>
                  <a:pt x="6672" y="3299"/>
                </a:cubicBezTo>
                <a:cubicBezTo>
                  <a:pt x="6772" y="2432"/>
                  <a:pt x="6738" y="1564"/>
                  <a:pt x="6171" y="797"/>
                </a:cubicBezTo>
                <a:cubicBezTo>
                  <a:pt x="5830" y="314"/>
                  <a:pt x="5296" y="1"/>
                  <a:pt x="467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3"/>
          <p:cNvSpPr/>
          <p:nvPr/>
        </p:nvSpPr>
        <p:spPr>
          <a:xfrm rot="-1191907">
            <a:off x="7951326" y="-199526"/>
            <a:ext cx="1480996" cy="1769325"/>
          </a:xfrm>
          <a:custGeom>
            <a:avLst/>
            <a:gdLst/>
            <a:ahLst/>
            <a:cxnLst/>
            <a:rect l="l" t="t" r="r" b="b"/>
            <a:pathLst>
              <a:path w="18214" h="21760" extrusionOk="0">
                <a:moveTo>
                  <a:pt x="7097" y="9137"/>
                </a:moveTo>
                <a:cubicBezTo>
                  <a:pt x="7930" y="9137"/>
                  <a:pt x="8824" y="9338"/>
                  <a:pt x="9707" y="9507"/>
                </a:cubicBezTo>
                <a:cubicBezTo>
                  <a:pt x="8806" y="11508"/>
                  <a:pt x="8440" y="13710"/>
                  <a:pt x="8673" y="15978"/>
                </a:cubicBezTo>
                <a:cubicBezTo>
                  <a:pt x="8273" y="16012"/>
                  <a:pt x="7839" y="16012"/>
                  <a:pt x="7439" y="16045"/>
                </a:cubicBezTo>
                <a:cubicBezTo>
                  <a:pt x="7272" y="14811"/>
                  <a:pt x="6972" y="13610"/>
                  <a:pt x="6605" y="12376"/>
                </a:cubicBezTo>
                <a:cubicBezTo>
                  <a:pt x="6505" y="12109"/>
                  <a:pt x="5838" y="10674"/>
                  <a:pt x="5304" y="9607"/>
                </a:cubicBezTo>
                <a:cubicBezTo>
                  <a:pt x="5843" y="9258"/>
                  <a:pt x="6452" y="9137"/>
                  <a:pt x="7097" y="9137"/>
                </a:cubicBezTo>
                <a:close/>
                <a:moveTo>
                  <a:pt x="8155" y="807"/>
                </a:moveTo>
                <a:cubicBezTo>
                  <a:pt x="8439" y="807"/>
                  <a:pt x="8723" y="817"/>
                  <a:pt x="9007" y="834"/>
                </a:cubicBezTo>
                <a:cubicBezTo>
                  <a:pt x="14477" y="1001"/>
                  <a:pt x="18213" y="6271"/>
                  <a:pt x="14044" y="10674"/>
                </a:cubicBezTo>
                <a:cubicBezTo>
                  <a:pt x="12776" y="12042"/>
                  <a:pt x="9040" y="13476"/>
                  <a:pt x="10007" y="15845"/>
                </a:cubicBezTo>
                <a:lnTo>
                  <a:pt x="9007" y="15978"/>
                </a:lnTo>
                <a:cubicBezTo>
                  <a:pt x="8973" y="13710"/>
                  <a:pt x="9374" y="11575"/>
                  <a:pt x="10274" y="9640"/>
                </a:cubicBezTo>
                <a:cubicBezTo>
                  <a:pt x="10374" y="9674"/>
                  <a:pt x="10508" y="9674"/>
                  <a:pt x="10674" y="9707"/>
                </a:cubicBezTo>
                <a:cubicBezTo>
                  <a:pt x="10888" y="9741"/>
                  <a:pt x="11091" y="9760"/>
                  <a:pt x="11283" y="9760"/>
                </a:cubicBezTo>
                <a:cubicBezTo>
                  <a:pt x="12026" y="9760"/>
                  <a:pt x="12612" y="9481"/>
                  <a:pt x="13009" y="8740"/>
                </a:cubicBezTo>
                <a:cubicBezTo>
                  <a:pt x="13124" y="8557"/>
                  <a:pt x="12940" y="8374"/>
                  <a:pt x="12759" y="8374"/>
                </a:cubicBezTo>
                <a:cubicBezTo>
                  <a:pt x="12677" y="8374"/>
                  <a:pt x="12595" y="8412"/>
                  <a:pt x="12542" y="8506"/>
                </a:cubicBezTo>
                <a:cubicBezTo>
                  <a:pt x="12220" y="9052"/>
                  <a:pt x="11695" y="9229"/>
                  <a:pt x="11104" y="9229"/>
                </a:cubicBezTo>
                <a:cubicBezTo>
                  <a:pt x="10900" y="9229"/>
                  <a:pt x="10688" y="9208"/>
                  <a:pt x="10474" y="9173"/>
                </a:cubicBezTo>
                <a:cubicBezTo>
                  <a:pt x="10775" y="8540"/>
                  <a:pt x="11108" y="7973"/>
                  <a:pt x="11508" y="7372"/>
                </a:cubicBezTo>
                <a:cubicBezTo>
                  <a:pt x="11643" y="7170"/>
                  <a:pt x="11491" y="6999"/>
                  <a:pt x="11307" y="6999"/>
                </a:cubicBezTo>
                <a:cubicBezTo>
                  <a:pt x="11216" y="6999"/>
                  <a:pt x="11118" y="7040"/>
                  <a:pt x="11041" y="7139"/>
                </a:cubicBezTo>
                <a:cubicBezTo>
                  <a:pt x="10641" y="7739"/>
                  <a:pt x="10207" y="8406"/>
                  <a:pt x="9941" y="9073"/>
                </a:cubicBezTo>
                <a:cubicBezTo>
                  <a:pt x="9340" y="8907"/>
                  <a:pt x="8806" y="8740"/>
                  <a:pt x="8306" y="8673"/>
                </a:cubicBezTo>
                <a:cubicBezTo>
                  <a:pt x="8011" y="8622"/>
                  <a:pt x="7720" y="8595"/>
                  <a:pt x="7431" y="8595"/>
                </a:cubicBezTo>
                <a:cubicBezTo>
                  <a:pt x="6969" y="8595"/>
                  <a:pt x="6510" y="8663"/>
                  <a:pt x="6038" y="8806"/>
                </a:cubicBezTo>
                <a:cubicBezTo>
                  <a:pt x="5671" y="8907"/>
                  <a:pt x="5337" y="9073"/>
                  <a:pt x="5037" y="9307"/>
                </a:cubicBezTo>
                <a:cubicBezTo>
                  <a:pt x="4970" y="9140"/>
                  <a:pt x="4870" y="8973"/>
                  <a:pt x="4804" y="8840"/>
                </a:cubicBezTo>
                <a:cubicBezTo>
                  <a:pt x="4837" y="8840"/>
                  <a:pt x="4837" y="8806"/>
                  <a:pt x="4870" y="8806"/>
                </a:cubicBezTo>
                <a:cubicBezTo>
                  <a:pt x="5004" y="8706"/>
                  <a:pt x="5037" y="8540"/>
                  <a:pt x="4970" y="8406"/>
                </a:cubicBezTo>
                <a:cubicBezTo>
                  <a:pt x="4837" y="8173"/>
                  <a:pt x="4770" y="8139"/>
                  <a:pt x="4470" y="8073"/>
                </a:cubicBezTo>
                <a:cubicBezTo>
                  <a:pt x="4337" y="8073"/>
                  <a:pt x="4203" y="8173"/>
                  <a:pt x="4170" y="8306"/>
                </a:cubicBezTo>
                <a:cubicBezTo>
                  <a:pt x="4036" y="8740"/>
                  <a:pt x="4270" y="9240"/>
                  <a:pt x="4503" y="9707"/>
                </a:cubicBezTo>
                <a:cubicBezTo>
                  <a:pt x="4203" y="10041"/>
                  <a:pt x="3970" y="10408"/>
                  <a:pt x="3803" y="10875"/>
                </a:cubicBezTo>
                <a:cubicBezTo>
                  <a:pt x="3735" y="10987"/>
                  <a:pt x="3850" y="11085"/>
                  <a:pt x="3963" y="11085"/>
                </a:cubicBezTo>
                <a:cubicBezTo>
                  <a:pt x="4017" y="11085"/>
                  <a:pt x="4071" y="11062"/>
                  <a:pt x="4103" y="11008"/>
                </a:cubicBezTo>
                <a:cubicBezTo>
                  <a:pt x="4303" y="10641"/>
                  <a:pt x="4503" y="10341"/>
                  <a:pt x="4770" y="10074"/>
                </a:cubicBezTo>
                <a:cubicBezTo>
                  <a:pt x="5004" y="10474"/>
                  <a:pt x="5271" y="10841"/>
                  <a:pt x="5371" y="11141"/>
                </a:cubicBezTo>
                <a:cubicBezTo>
                  <a:pt x="6138" y="12743"/>
                  <a:pt x="6605" y="14410"/>
                  <a:pt x="6972" y="16178"/>
                </a:cubicBezTo>
                <a:lnTo>
                  <a:pt x="6138" y="16178"/>
                </a:lnTo>
                <a:cubicBezTo>
                  <a:pt x="6271" y="15511"/>
                  <a:pt x="6105" y="14911"/>
                  <a:pt x="5537" y="14344"/>
                </a:cubicBezTo>
                <a:cubicBezTo>
                  <a:pt x="4970" y="13710"/>
                  <a:pt x="4003" y="13376"/>
                  <a:pt x="3303" y="12876"/>
                </a:cubicBezTo>
                <a:cubicBezTo>
                  <a:pt x="2369" y="12209"/>
                  <a:pt x="1768" y="11342"/>
                  <a:pt x="1334" y="10308"/>
                </a:cubicBezTo>
                <a:cubicBezTo>
                  <a:pt x="467" y="8139"/>
                  <a:pt x="801" y="5671"/>
                  <a:pt x="2002" y="3703"/>
                </a:cubicBezTo>
                <a:cubicBezTo>
                  <a:pt x="3345" y="1493"/>
                  <a:pt x="5731" y="807"/>
                  <a:pt x="8155" y="807"/>
                </a:cubicBezTo>
                <a:close/>
                <a:moveTo>
                  <a:pt x="10174" y="16312"/>
                </a:moveTo>
                <a:cubicBezTo>
                  <a:pt x="10174" y="16345"/>
                  <a:pt x="10207" y="16379"/>
                  <a:pt x="10207" y="16445"/>
                </a:cubicBezTo>
                <a:cubicBezTo>
                  <a:pt x="10641" y="16912"/>
                  <a:pt x="10441" y="17212"/>
                  <a:pt x="10007" y="17446"/>
                </a:cubicBezTo>
                <a:cubicBezTo>
                  <a:pt x="9941" y="17446"/>
                  <a:pt x="9807" y="17479"/>
                  <a:pt x="9774" y="17513"/>
                </a:cubicBezTo>
                <a:cubicBezTo>
                  <a:pt x="9107" y="17780"/>
                  <a:pt x="8139" y="17813"/>
                  <a:pt x="7939" y="17813"/>
                </a:cubicBezTo>
                <a:cubicBezTo>
                  <a:pt x="7717" y="17813"/>
                  <a:pt x="7465" y="17828"/>
                  <a:pt x="7223" y="17828"/>
                </a:cubicBezTo>
                <a:cubicBezTo>
                  <a:pt x="7102" y="17828"/>
                  <a:pt x="6983" y="17824"/>
                  <a:pt x="6872" y="17813"/>
                </a:cubicBezTo>
                <a:cubicBezTo>
                  <a:pt x="6338" y="17713"/>
                  <a:pt x="5271" y="16912"/>
                  <a:pt x="5804" y="16479"/>
                </a:cubicBezTo>
                <a:lnTo>
                  <a:pt x="5804" y="16479"/>
                </a:lnTo>
                <a:cubicBezTo>
                  <a:pt x="5827" y="16490"/>
                  <a:pt x="5856" y="16497"/>
                  <a:pt x="5890" y="16497"/>
                </a:cubicBezTo>
                <a:cubicBezTo>
                  <a:pt x="5956" y="16497"/>
                  <a:pt x="6038" y="16468"/>
                  <a:pt x="6105" y="16379"/>
                </a:cubicBezTo>
                <a:cubicBezTo>
                  <a:pt x="6678" y="16479"/>
                  <a:pt x="7258" y="16524"/>
                  <a:pt x="7842" y="16524"/>
                </a:cubicBezTo>
                <a:cubicBezTo>
                  <a:pt x="8615" y="16524"/>
                  <a:pt x="9395" y="16445"/>
                  <a:pt x="10174" y="16312"/>
                </a:cubicBezTo>
                <a:close/>
                <a:moveTo>
                  <a:pt x="9874" y="18013"/>
                </a:moveTo>
                <a:lnTo>
                  <a:pt x="9874" y="18013"/>
                </a:lnTo>
                <a:cubicBezTo>
                  <a:pt x="10308" y="19014"/>
                  <a:pt x="9173" y="19814"/>
                  <a:pt x="8273" y="19814"/>
                </a:cubicBezTo>
                <a:cubicBezTo>
                  <a:pt x="7806" y="19814"/>
                  <a:pt x="7339" y="19714"/>
                  <a:pt x="6872" y="19547"/>
                </a:cubicBezTo>
                <a:cubicBezTo>
                  <a:pt x="6638" y="19481"/>
                  <a:pt x="6438" y="19381"/>
                  <a:pt x="6205" y="19281"/>
                </a:cubicBezTo>
                <a:cubicBezTo>
                  <a:pt x="5604" y="18847"/>
                  <a:pt x="5537" y="18447"/>
                  <a:pt x="6038" y="18046"/>
                </a:cubicBezTo>
                <a:lnTo>
                  <a:pt x="6038" y="18046"/>
                </a:lnTo>
                <a:cubicBezTo>
                  <a:pt x="6338" y="18180"/>
                  <a:pt x="6672" y="18280"/>
                  <a:pt x="6972" y="18313"/>
                </a:cubicBezTo>
                <a:cubicBezTo>
                  <a:pt x="7211" y="18333"/>
                  <a:pt x="7492" y="18347"/>
                  <a:pt x="7791" y="18347"/>
                </a:cubicBezTo>
                <a:cubicBezTo>
                  <a:pt x="8492" y="18347"/>
                  <a:pt x="9289" y="18270"/>
                  <a:pt x="9874" y="18013"/>
                </a:cubicBezTo>
                <a:close/>
                <a:moveTo>
                  <a:pt x="8440" y="0"/>
                </a:moveTo>
                <a:cubicBezTo>
                  <a:pt x="4370" y="0"/>
                  <a:pt x="1201" y="1868"/>
                  <a:pt x="334" y="6038"/>
                </a:cubicBezTo>
                <a:cubicBezTo>
                  <a:pt x="0" y="7739"/>
                  <a:pt x="167" y="9540"/>
                  <a:pt x="1001" y="11075"/>
                </a:cubicBezTo>
                <a:cubicBezTo>
                  <a:pt x="1368" y="11809"/>
                  <a:pt x="1868" y="12476"/>
                  <a:pt x="2469" y="12976"/>
                </a:cubicBezTo>
                <a:cubicBezTo>
                  <a:pt x="3436" y="13843"/>
                  <a:pt x="6004" y="14544"/>
                  <a:pt x="5671" y="16245"/>
                </a:cubicBezTo>
                <a:cubicBezTo>
                  <a:pt x="5371" y="16479"/>
                  <a:pt x="5204" y="16846"/>
                  <a:pt x="5304" y="17246"/>
                </a:cubicBezTo>
                <a:cubicBezTo>
                  <a:pt x="5337" y="17546"/>
                  <a:pt x="5471" y="17746"/>
                  <a:pt x="5638" y="17913"/>
                </a:cubicBezTo>
                <a:cubicBezTo>
                  <a:pt x="5337" y="18146"/>
                  <a:pt x="5171" y="18513"/>
                  <a:pt x="5271" y="18914"/>
                </a:cubicBezTo>
                <a:cubicBezTo>
                  <a:pt x="5471" y="19848"/>
                  <a:pt x="6672" y="20148"/>
                  <a:pt x="7439" y="20248"/>
                </a:cubicBezTo>
                <a:cubicBezTo>
                  <a:pt x="7694" y="20294"/>
                  <a:pt x="7958" y="20325"/>
                  <a:pt x="8220" y="20325"/>
                </a:cubicBezTo>
                <a:cubicBezTo>
                  <a:pt x="8710" y="20325"/>
                  <a:pt x="9194" y="20219"/>
                  <a:pt x="9607" y="19914"/>
                </a:cubicBezTo>
                <a:lnTo>
                  <a:pt x="9607" y="19914"/>
                </a:lnTo>
                <a:cubicBezTo>
                  <a:pt x="9198" y="20884"/>
                  <a:pt x="8390" y="21338"/>
                  <a:pt x="7592" y="21338"/>
                </a:cubicBezTo>
                <a:cubicBezTo>
                  <a:pt x="6633" y="21338"/>
                  <a:pt x="5689" y="20682"/>
                  <a:pt x="5471" y="19481"/>
                </a:cubicBezTo>
                <a:cubicBezTo>
                  <a:pt x="5455" y="19418"/>
                  <a:pt x="5395" y="19385"/>
                  <a:pt x="5335" y="19385"/>
                </a:cubicBezTo>
                <a:cubicBezTo>
                  <a:pt x="5269" y="19385"/>
                  <a:pt x="5204" y="19426"/>
                  <a:pt x="5204" y="19514"/>
                </a:cubicBezTo>
                <a:cubicBezTo>
                  <a:pt x="5294" y="20981"/>
                  <a:pt x="6456" y="21759"/>
                  <a:pt x="7628" y="21759"/>
                </a:cubicBezTo>
                <a:cubicBezTo>
                  <a:pt x="8614" y="21759"/>
                  <a:pt x="9608" y="21207"/>
                  <a:pt x="9974" y="20048"/>
                </a:cubicBezTo>
                <a:cubicBezTo>
                  <a:pt x="10007" y="19881"/>
                  <a:pt x="9874" y="19814"/>
                  <a:pt x="9774" y="19814"/>
                </a:cubicBezTo>
                <a:cubicBezTo>
                  <a:pt x="9807" y="19748"/>
                  <a:pt x="9874" y="19714"/>
                  <a:pt x="9941" y="19648"/>
                </a:cubicBezTo>
                <a:cubicBezTo>
                  <a:pt x="10341" y="19147"/>
                  <a:pt x="10508" y="18513"/>
                  <a:pt x="10274" y="17913"/>
                </a:cubicBezTo>
                <a:cubicBezTo>
                  <a:pt x="10841" y="17513"/>
                  <a:pt x="11008" y="16812"/>
                  <a:pt x="10541" y="16245"/>
                </a:cubicBezTo>
                <a:cubicBezTo>
                  <a:pt x="10708" y="16178"/>
                  <a:pt x="10808" y="15978"/>
                  <a:pt x="10674" y="15811"/>
                </a:cubicBezTo>
                <a:cubicBezTo>
                  <a:pt x="9941" y="14344"/>
                  <a:pt x="14511" y="11475"/>
                  <a:pt x="15344" y="10308"/>
                </a:cubicBezTo>
                <a:cubicBezTo>
                  <a:pt x="16345" y="8840"/>
                  <a:pt x="16879" y="7305"/>
                  <a:pt x="16612" y="5671"/>
                </a:cubicBezTo>
                <a:cubicBezTo>
                  <a:pt x="15978" y="1801"/>
                  <a:pt x="11975" y="0"/>
                  <a:pt x="8440" y="0"/>
                </a:cubicBezTo>
                <a:close/>
              </a:path>
            </a:pathLst>
          </a:custGeom>
          <a:solidFill>
            <a:srgbClr val="1D1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 name="Google Shape;158;p13"/>
          <p:cNvGrpSpPr/>
          <p:nvPr/>
        </p:nvGrpSpPr>
        <p:grpSpPr>
          <a:xfrm>
            <a:off x="105525" y="-398497"/>
            <a:ext cx="1215589" cy="1365944"/>
            <a:chOff x="8002575" y="2910228"/>
            <a:chExt cx="1215589" cy="1365944"/>
          </a:xfrm>
        </p:grpSpPr>
        <p:sp>
          <p:nvSpPr>
            <p:cNvPr id="159" name="Google Shape;159;p13"/>
            <p:cNvSpPr/>
            <p:nvPr/>
          </p:nvSpPr>
          <p:spPr>
            <a:xfrm>
              <a:off x="8002575" y="2913470"/>
              <a:ext cx="1163718" cy="1316235"/>
            </a:xfrm>
            <a:custGeom>
              <a:avLst/>
              <a:gdLst/>
              <a:ahLst/>
              <a:cxnLst/>
              <a:rect l="l" t="t" r="r" b="b"/>
              <a:pathLst>
                <a:path w="9692" h="10962" extrusionOk="0">
                  <a:moveTo>
                    <a:pt x="4736" y="1"/>
                  </a:moveTo>
                  <a:cubicBezTo>
                    <a:pt x="4664" y="1"/>
                    <a:pt x="4597" y="11"/>
                    <a:pt x="4560" y="36"/>
                  </a:cubicBezTo>
                  <a:cubicBezTo>
                    <a:pt x="2334" y="1318"/>
                    <a:pt x="2427" y="1504"/>
                    <a:pt x="217" y="2787"/>
                  </a:cubicBezTo>
                  <a:cubicBezTo>
                    <a:pt x="139" y="2849"/>
                    <a:pt x="186" y="2926"/>
                    <a:pt x="186" y="3019"/>
                  </a:cubicBezTo>
                  <a:cubicBezTo>
                    <a:pt x="186" y="5584"/>
                    <a:pt x="155" y="5584"/>
                    <a:pt x="0" y="8150"/>
                  </a:cubicBezTo>
                  <a:cubicBezTo>
                    <a:pt x="0" y="8243"/>
                    <a:pt x="108" y="8366"/>
                    <a:pt x="217" y="8428"/>
                  </a:cubicBezTo>
                  <a:cubicBezTo>
                    <a:pt x="2427" y="9711"/>
                    <a:pt x="2489" y="9618"/>
                    <a:pt x="4714" y="10901"/>
                  </a:cubicBezTo>
                  <a:cubicBezTo>
                    <a:pt x="4765" y="10931"/>
                    <a:pt x="4796" y="10962"/>
                    <a:pt x="4841" y="10962"/>
                  </a:cubicBezTo>
                  <a:cubicBezTo>
                    <a:pt x="4865" y="10962"/>
                    <a:pt x="4893" y="10953"/>
                    <a:pt x="4931" y="10932"/>
                  </a:cubicBezTo>
                  <a:cubicBezTo>
                    <a:pt x="7141" y="9634"/>
                    <a:pt x="7203" y="9711"/>
                    <a:pt x="9428" y="8444"/>
                  </a:cubicBezTo>
                  <a:cubicBezTo>
                    <a:pt x="9506" y="8382"/>
                    <a:pt x="9676" y="8243"/>
                    <a:pt x="9676" y="8150"/>
                  </a:cubicBezTo>
                  <a:cubicBezTo>
                    <a:pt x="9676" y="5584"/>
                    <a:pt x="9691" y="5584"/>
                    <a:pt x="9691" y="3019"/>
                  </a:cubicBezTo>
                  <a:cubicBezTo>
                    <a:pt x="9691" y="2910"/>
                    <a:pt x="9521" y="2787"/>
                    <a:pt x="9428" y="2725"/>
                  </a:cubicBezTo>
                  <a:cubicBezTo>
                    <a:pt x="7187" y="1427"/>
                    <a:pt x="7249" y="1334"/>
                    <a:pt x="5023" y="51"/>
                  </a:cubicBezTo>
                  <a:cubicBezTo>
                    <a:pt x="4968" y="23"/>
                    <a:pt x="4845" y="1"/>
                    <a:pt x="4736" y="1"/>
                  </a:cubicBezTo>
                  <a:close/>
                </a:path>
              </a:pathLst>
            </a:cu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3"/>
            <p:cNvSpPr/>
            <p:nvPr/>
          </p:nvSpPr>
          <p:spPr>
            <a:xfrm>
              <a:off x="8052644" y="2962459"/>
              <a:ext cx="1165519" cy="1313713"/>
            </a:xfrm>
            <a:custGeom>
              <a:avLst/>
              <a:gdLst/>
              <a:ahLst/>
              <a:cxnLst/>
              <a:rect l="l" t="t" r="r" b="b"/>
              <a:pathLst>
                <a:path w="9707" h="10941" extrusionOk="0">
                  <a:moveTo>
                    <a:pt x="4657" y="0"/>
                  </a:moveTo>
                  <a:cubicBezTo>
                    <a:pt x="4573" y="0"/>
                    <a:pt x="4494" y="9"/>
                    <a:pt x="4452" y="29"/>
                  </a:cubicBezTo>
                  <a:cubicBezTo>
                    <a:pt x="2242" y="1374"/>
                    <a:pt x="2350" y="1544"/>
                    <a:pt x="140" y="2858"/>
                  </a:cubicBezTo>
                  <a:cubicBezTo>
                    <a:pt x="62" y="2920"/>
                    <a:pt x="124" y="2997"/>
                    <a:pt x="124" y="3090"/>
                  </a:cubicBezTo>
                  <a:cubicBezTo>
                    <a:pt x="186" y="5640"/>
                    <a:pt x="124" y="5655"/>
                    <a:pt x="1" y="8221"/>
                  </a:cubicBezTo>
                  <a:cubicBezTo>
                    <a:pt x="16" y="8329"/>
                    <a:pt x="140" y="8437"/>
                    <a:pt x="232" y="8499"/>
                  </a:cubicBezTo>
                  <a:cubicBezTo>
                    <a:pt x="2504" y="9751"/>
                    <a:pt x="2551" y="9658"/>
                    <a:pt x="4792" y="10895"/>
                  </a:cubicBezTo>
                  <a:cubicBezTo>
                    <a:pt x="4841" y="10915"/>
                    <a:pt x="4878" y="10941"/>
                    <a:pt x="4923" y="10941"/>
                  </a:cubicBezTo>
                  <a:cubicBezTo>
                    <a:pt x="4948" y="10941"/>
                    <a:pt x="4975" y="10933"/>
                    <a:pt x="5008" y="10910"/>
                  </a:cubicBezTo>
                  <a:cubicBezTo>
                    <a:pt x="7188" y="9581"/>
                    <a:pt x="7249" y="9658"/>
                    <a:pt x="9459" y="8345"/>
                  </a:cubicBezTo>
                  <a:cubicBezTo>
                    <a:pt x="9537" y="8283"/>
                    <a:pt x="9707" y="8144"/>
                    <a:pt x="9707" y="8051"/>
                  </a:cubicBezTo>
                  <a:lnTo>
                    <a:pt x="9630" y="2920"/>
                  </a:lnTo>
                  <a:cubicBezTo>
                    <a:pt x="9630" y="2811"/>
                    <a:pt x="9459" y="2688"/>
                    <a:pt x="9351" y="2626"/>
                  </a:cubicBezTo>
                  <a:cubicBezTo>
                    <a:pt x="7110" y="1374"/>
                    <a:pt x="7157" y="1266"/>
                    <a:pt x="4916" y="29"/>
                  </a:cubicBezTo>
                  <a:cubicBezTo>
                    <a:pt x="4865" y="12"/>
                    <a:pt x="4758" y="0"/>
                    <a:pt x="4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3"/>
            <p:cNvSpPr/>
            <p:nvPr/>
          </p:nvSpPr>
          <p:spPr>
            <a:xfrm>
              <a:off x="8002575" y="2910228"/>
              <a:ext cx="1163718" cy="1323319"/>
            </a:xfrm>
            <a:custGeom>
              <a:avLst/>
              <a:gdLst/>
              <a:ahLst/>
              <a:cxnLst/>
              <a:rect l="l" t="t" r="r" b="b"/>
              <a:pathLst>
                <a:path w="9692" h="11021" fill="none" extrusionOk="0">
                  <a:moveTo>
                    <a:pt x="186" y="3046"/>
                  </a:moveTo>
                  <a:cubicBezTo>
                    <a:pt x="186" y="2953"/>
                    <a:pt x="139" y="2876"/>
                    <a:pt x="217" y="2814"/>
                  </a:cubicBezTo>
                  <a:cubicBezTo>
                    <a:pt x="2427" y="1531"/>
                    <a:pt x="2334" y="1345"/>
                    <a:pt x="4560" y="63"/>
                  </a:cubicBezTo>
                  <a:cubicBezTo>
                    <a:pt x="4652" y="1"/>
                    <a:pt x="4931" y="32"/>
                    <a:pt x="5023" y="78"/>
                  </a:cubicBezTo>
                  <a:cubicBezTo>
                    <a:pt x="7249" y="1361"/>
                    <a:pt x="7187" y="1454"/>
                    <a:pt x="9428" y="2752"/>
                  </a:cubicBezTo>
                  <a:cubicBezTo>
                    <a:pt x="9521" y="2814"/>
                    <a:pt x="9691" y="2937"/>
                    <a:pt x="9691" y="3046"/>
                  </a:cubicBezTo>
                  <a:cubicBezTo>
                    <a:pt x="9691" y="5611"/>
                    <a:pt x="9676" y="5611"/>
                    <a:pt x="9676" y="8177"/>
                  </a:cubicBezTo>
                  <a:cubicBezTo>
                    <a:pt x="9676" y="8270"/>
                    <a:pt x="9506" y="8409"/>
                    <a:pt x="9428" y="8471"/>
                  </a:cubicBezTo>
                  <a:cubicBezTo>
                    <a:pt x="7203" y="9738"/>
                    <a:pt x="7141" y="9661"/>
                    <a:pt x="4931" y="10959"/>
                  </a:cubicBezTo>
                  <a:cubicBezTo>
                    <a:pt x="4822" y="11021"/>
                    <a:pt x="4792" y="10974"/>
                    <a:pt x="4714" y="10928"/>
                  </a:cubicBezTo>
                  <a:cubicBezTo>
                    <a:pt x="2489" y="9645"/>
                    <a:pt x="2427" y="9738"/>
                    <a:pt x="217" y="8455"/>
                  </a:cubicBezTo>
                  <a:cubicBezTo>
                    <a:pt x="108" y="8393"/>
                    <a:pt x="0" y="8270"/>
                    <a:pt x="0" y="8177"/>
                  </a:cubicBezTo>
                  <a:cubicBezTo>
                    <a:pt x="155" y="5611"/>
                    <a:pt x="186" y="5611"/>
                    <a:pt x="186" y="3046"/>
                  </a:cubicBezTo>
                  <a:close/>
                </a:path>
              </a:pathLst>
            </a:custGeom>
            <a:noFill/>
            <a:ln w="38100"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3"/>
            <p:cNvSpPr/>
            <p:nvPr/>
          </p:nvSpPr>
          <p:spPr>
            <a:xfrm>
              <a:off x="8512873" y="4057151"/>
              <a:ext cx="141202" cy="39144"/>
            </a:xfrm>
            <a:custGeom>
              <a:avLst/>
              <a:gdLst/>
              <a:ahLst/>
              <a:cxnLst/>
              <a:rect l="l" t="t" r="r" b="b"/>
              <a:pathLst>
                <a:path w="1176" h="326" fill="none" extrusionOk="0">
                  <a:moveTo>
                    <a:pt x="1175" y="0"/>
                  </a:moveTo>
                  <a:cubicBezTo>
                    <a:pt x="1005" y="93"/>
                    <a:pt x="804" y="217"/>
                    <a:pt x="603" y="325"/>
                  </a:cubicBezTo>
                  <a:cubicBezTo>
                    <a:pt x="387" y="217"/>
                    <a:pt x="186" y="93"/>
                    <a:pt x="1" y="0"/>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3"/>
            <p:cNvSpPr/>
            <p:nvPr/>
          </p:nvSpPr>
          <p:spPr>
            <a:xfrm>
              <a:off x="8121324" y="3765737"/>
              <a:ext cx="68800" cy="120793"/>
            </a:xfrm>
            <a:custGeom>
              <a:avLst/>
              <a:gdLst/>
              <a:ahLst/>
              <a:cxnLst/>
              <a:rect l="l" t="t" r="r" b="b"/>
              <a:pathLst>
                <a:path w="573" h="1006" fill="none" extrusionOk="0">
                  <a:moveTo>
                    <a:pt x="572" y="1006"/>
                  </a:moveTo>
                  <a:cubicBezTo>
                    <a:pt x="402" y="897"/>
                    <a:pt x="201" y="789"/>
                    <a:pt x="0" y="665"/>
                  </a:cubicBezTo>
                  <a:cubicBezTo>
                    <a:pt x="16" y="418"/>
                    <a:pt x="31" y="202"/>
                    <a:pt x="31" y="1"/>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3"/>
            <p:cNvSpPr/>
            <p:nvPr/>
          </p:nvSpPr>
          <p:spPr>
            <a:xfrm>
              <a:off x="8141736" y="3275846"/>
              <a:ext cx="68800" cy="122594"/>
            </a:xfrm>
            <a:custGeom>
              <a:avLst/>
              <a:gdLst/>
              <a:ahLst/>
              <a:cxnLst/>
              <a:rect l="l" t="t" r="r" b="b"/>
              <a:pathLst>
                <a:path w="573" h="1021" fill="none" extrusionOk="0">
                  <a:moveTo>
                    <a:pt x="0" y="1021"/>
                  </a:moveTo>
                  <a:lnTo>
                    <a:pt x="0" y="341"/>
                  </a:lnTo>
                  <a:cubicBezTo>
                    <a:pt x="217" y="217"/>
                    <a:pt x="402" y="93"/>
                    <a:pt x="572" y="1"/>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3"/>
            <p:cNvSpPr/>
            <p:nvPr/>
          </p:nvSpPr>
          <p:spPr>
            <a:xfrm>
              <a:off x="8507350" y="3038344"/>
              <a:ext cx="139281" cy="42746"/>
            </a:xfrm>
            <a:custGeom>
              <a:avLst/>
              <a:gdLst/>
              <a:ahLst/>
              <a:cxnLst/>
              <a:rect l="l" t="t" r="r" b="b"/>
              <a:pathLst>
                <a:path w="1160" h="356" fill="none" extrusionOk="0">
                  <a:moveTo>
                    <a:pt x="0" y="356"/>
                  </a:moveTo>
                  <a:cubicBezTo>
                    <a:pt x="186" y="263"/>
                    <a:pt x="371" y="139"/>
                    <a:pt x="588" y="0"/>
                  </a:cubicBezTo>
                  <a:cubicBezTo>
                    <a:pt x="804" y="139"/>
                    <a:pt x="989" y="232"/>
                    <a:pt x="1159" y="356"/>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3"/>
            <p:cNvSpPr/>
            <p:nvPr/>
          </p:nvSpPr>
          <p:spPr>
            <a:xfrm>
              <a:off x="8980546" y="3285091"/>
              <a:ext cx="70601" cy="122594"/>
            </a:xfrm>
            <a:custGeom>
              <a:avLst/>
              <a:gdLst/>
              <a:ahLst/>
              <a:cxnLst/>
              <a:rect l="l" t="t" r="r" b="b"/>
              <a:pathLst>
                <a:path w="588" h="1021" fill="none" extrusionOk="0">
                  <a:moveTo>
                    <a:pt x="0" y="1"/>
                  </a:moveTo>
                  <a:cubicBezTo>
                    <a:pt x="186" y="94"/>
                    <a:pt x="371" y="217"/>
                    <a:pt x="588" y="341"/>
                  </a:cubicBezTo>
                  <a:lnTo>
                    <a:pt x="588" y="1021"/>
                  </a:ln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3"/>
            <p:cNvSpPr/>
            <p:nvPr/>
          </p:nvSpPr>
          <p:spPr>
            <a:xfrm>
              <a:off x="8978625" y="3762015"/>
              <a:ext cx="70721" cy="120793"/>
            </a:xfrm>
            <a:custGeom>
              <a:avLst/>
              <a:gdLst/>
              <a:ahLst/>
              <a:cxnLst/>
              <a:rect l="l" t="t" r="r" b="b"/>
              <a:pathLst>
                <a:path w="589" h="1006" fill="none" extrusionOk="0">
                  <a:moveTo>
                    <a:pt x="588" y="1"/>
                  </a:moveTo>
                  <a:lnTo>
                    <a:pt x="588" y="681"/>
                  </a:lnTo>
                  <a:cubicBezTo>
                    <a:pt x="372" y="805"/>
                    <a:pt x="171" y="913"/>
                    <a:pt x="1" y="1006"/>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68"/>
        <p:cNvGrpSpPr/>
        <p:nvPr/>
      </p:nvGrpSpPr>
      <p:grpSpPr>
        <a:xfrm>
          <a:off x="0" y="0"/>
          <a:ext cx="0" cy="0"/>
          <a:chOff x="0" y="0"/>
          <a:chExt cx="0" cy="0"/>
        </a:xfrm>
      </p:grpSpPr>
      <p:sp>
        <p:nvSpPr>
          <p:cNvPr id="169" name="Google Shape;169;p14"/>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r>
              <a:rPr lang="en-US" smtClean="0"/>
              <a:t>Click to edit Master title style</a:t>
            </a:r>
            <a:endParaRPr/>
          </a:p>
        </p:txBody>
      </p:sp>
      <p:sp>
        <p:nvSpPr>
          <p:cNvPr id="170" name="Google Shape;170;p14"/>
          <p:cNvSpPr/>
          <p:nvPr/>
        </p:nvSpPr>
        <p:spPr>
          <a:xfrm>
            <a:off x="-169825" y="4123246"/>
            <a:ext cx="1051672" cy="685801"/>
          </a:xfrm>
          <a:custGeom>
            <a:avLst/>
            <a:gdLst/>
            <a:ahLst/>
            <a:cxnLst/>
            <a:rect l="l" t="t" r="r" b="b"/>
            <a:pathLst>
              <a:path w="10141" h="6613" extrusionOk="0">
                <a:moveTo>
                  <a:pt x="4689" y="581"/>
                </a:moveTo>
                <a:cubicBezTo>
                  <a:pt x="5301" y="581"/>
                  <a:pt x="5834" y="1062"/>
                  <a:pt x="6038" y="1698"/>
                </a:cubicBezTo>
                <a:cubicBezTo>
                  <a:pt x="6305" y="2398"/>
                  <a:pt x="6171" y="3199"/>
                  <a:pt x="6104" y="3933"/>
                </a:cubicBezTo>
                <a:cubicBezTo>
                  <a:pt x="6071" y="4116"/>
                  <a:pt x="6205" y="4208"/>
                  <a:pt x="6350" y="4208"/>
                </a:cubicBezTo>
                <a:cubicBezTo>
                  <a:pt x="6496" y="4208"/>
                  <a:pt x="6655" y="4116"/>
                  <a:pt x="6672" y="3933"/>
                </a:cubicBezTo>
                <a:lnTo>
                  <a:pt x="6672" y="3899"/>
                </a:lnTo>
                <a:cubicBezTo>
                  <a:pt x="7039" y="3614"/>
                  <a:pt x="7493" y="3440"/>
                  <a:pt x="7944" y="3440"/>
                </a:cubicBezTo>
                <a:cubicBezTo>
                  <a:pt x="8230" y="3440"/>
                  <a:pt x="8514" y="3510"/>
                  <a:pt x="8773" y="3666"/>
                </a:cubicBezTo>
                <a:cubicBezTo>
                  <a:pt x="9407" y="4133"/>
                  <a:pt x="9474" y="5100"/>
                  <a:pt x="9107" y="5801"/>
                </a:cubicBezTo>
                <a:cubicBezTo>
                  <a:pt x="9073" y="5867"/>
                  <a:pt x="9073" y="5934"/>
                  <a:pt x="9073" y="5967"/>
                </a:cubicBezTo>
                <a:cubicBezTo>
                  <a:pt x="9007" y="5934"/>
                  <a:pt x="8940" y="5901"/>
                  <a:pt x="8906" y="5901"/>
                </a:cubicBezTo>
                <a:cubicBezTo>
                  <a:pt x="7922" y="5838"/>
                  <a:pt x="6928" y="5813"/>
                  <a:pt x="5932" y="5813"/>
                </a:cubicBezTo>
                <a:cubicBezTo>
                  <a:pt x="4262" y="5813"/>
                  <a:pt x="2585" y="5884"/>
                  <a:pt x="934" y="5967"/>
                </a:cubicBezTo>
                <a:cubicBezTo>
                  <a:pt x="967" y="5934"/>
                  <a:pt x="967" y="5834"/>
                  <a:pt x="934" y="5767"/>
                </a:cubicBezTo>
                <a:cubicBezTo>
                  <a:pt x="567" y="5334"/>
                  <a:pt x="567" y="4566"/>
                  <a:pt x="1001" y="4166"/>
                </a:cubicBezTo>
                <a:cubicBezTo>
                  <a:pt x="1140" y="4055"/>
                  <a:pt x="1312" y="4006"/>
                  <a:pt x="1489" y="4006"/>
                </a:cubicBezTo>
                <a:cubicBezTo>
                  <a:pt x="1952" y="4006"/>
                  <a:pt x="2454" y="4342"/>
                  <a:pt x="2502" y="4800"/>
                </a:cubicBezTo>
                <a:cubicBezTo>
                  <a:pt x="2535" y="4983"/>
                  <a:pt x="2694" y="5075"/>
                  <a:pt x="2840" y="5075"/>
                </a:cubicBezTo>
                <a:cubicBezTo>
                  <a:pt x="2986" y="5075"/>
                  <a:pt x="3119" y="4983"/>
                  <a:pt x="3102" y="4800"/>
                </a:cubicBezTo>
                <a:cubicBezTo>
                  <a:pt x="3102" y="4733"/>
                  <a:pt x="3102" y="4667"/>
                  <a:pt x="3036" y="4633"/>
                </a:cubicBezTo>
                <a:lnTo>
                  <a:pt x="3036" y="4566"/>
                </a:lnTo>
                <a:cubicBezTo>
                  <a:pt x="3002" y="3232"/>
                  <a:pt x="2669" y="1464"/>
                  <a:pt x="4103" y="730"/>
                </a:cubicBezTo>
                <a:cubicBezTo>
                  <a:pt x="4301" y="627"/>
                  <a:pt x="4499" y="581"/>
                  <a:pt x="4689" y="581"/>
                </a:cubicBezTo>
                <a:close/>
                <a:moveTo>
                  <a:pt x="4671" y="1"/>
                </a:moveTo>
                <a:cubicBezTo>
                  <a:pt x="4562" y="1"/>
                  <a:pt x="4450" y="10"/>
                  <a:pt x="4337" y="30"/>
                </a:cubicBezTo>
                <a:cubicBezTo>
                  <a:pt x="2502" y="363"/>
                  <a:pt x="2268" y="2298"/>
                  <a:pt x="2502" y="3899"/>
                </a:cubicBezTo>
                <a:cubicBezTo>
                  <a:pt x="2231" y="3607"/>
                  <a:pt x="1842" y="3433"/>
                  <a:pt x="1442" y="3433"/>
                </a:cubicBezTo>
                <a:cubicBezTo>
                  <a:pt x="1202" y="3433"/>
                  <a:pt x="959" y="3495"/>
                  <a:pt x="734" y="3632"/>
                </a:cubicBezTo>
                <a:cubicBezTo>
                  <a:pt x="300" y="3899"/>
                  <a:pt x="67" y="4366"/>
                  <a:pt x="67" y="4867"/>
                </a:cubicBezTo>
                <a:cubicBezTo>
                  <a:pt x="0" y="5334"/>
                  <a:pt x="234" y="5734"/>
                  <a:pt x="634" y="6034"/>
                </a:cubicBezTo>
                <a:cubicBezTo>
                  <a:pt x="434" y="6101"/>
                  <a:pt x="467" y="6401"/>
                  <a:pt x="734" y="6434"/>
                </a:cubicBezTo>
                <a:cubicBezTo>
                  <a:pt x="2535" y="6523"/>
                  <a:pt x="4351" y="6612"/>
                  <a:pt x="6172" y="6612"/>
                </a:cubicBezTo>
                <a:cubicBezTo>
                  <a:pt x="7083" y="6612"/>
                  <a:pt x="7995" y="6590"/>
                  <a:pt x="8906" y="6535"/>
                </a:cubicBezTo>
                <a:cubicBezTo>
                  <a:pt x="9107" y="6535"/>
                  <a:pt x="9173" y="6368"/>
                  <a:pt x="9173" y="6168"/>
                </a:cubicBezTo>
                <a:cubicBezTo>
                  <a:pt x="9240" y="6218"/>
                  <a:pt x="9315" y="6251"/>
                  <a:pt x="9390" y="6251"/>
                </a:cubicBezTo>
                <a:cubicBezTo>
                  <a:pt x="9465" y="6251"/>
                  <a:pt x="9540" y="6218"/>
                  <a:pt x="9607" y="6134"/>
                </a:cubicBezTo>
                <a:cubicBezTo>
                  <a:pt x="10141" y="5134"/>
                  <a:pt x="9907" y="3799"/>
                  <a:pt x="8973" y="3232"/>
                </a:cubicBezTo>
                <a:cubicBezTo>
                  <a:pt x="8641" y="3011"/>
                  <a:pt x="8256" y="2902"/>
                  <a:pt x="7873" y="2902"/>
                </a:cubicBezTo>
                <a:cubicBezTo>
                  <a:pt x="7447" y="2902"/>
                  <a:pt x="7022" y="3036"/>
                  <a:pt x="6672" y="3299"/>
                </a:cubicBezTo>
                <a:cubicBezTo>
                  <a:pt x="6772" y="2432"/>
                  <a:pt x="6738" y="1564"/>
                  <a:pt x="6171" y="797"/>
                </a:cubicBezTo>
                <a:cubicBezTo>
                  <a:pt x="5830" y="314"/>
                  <a:pt x="5296" y="1"/>
                  <a:pt x="467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 name="Google Shape;171;p14"/>
          <p:cNvGrpSpPr/>
          <p:nvPr/>
        </p:nvGrpSpPr>
        <p:grpSpPr>
          <a:xfrm>
            <a:off x="8307050" y="-529272"/>
            <a:ext cx="1215589" cy="1365944"/>
            <a:chOff x="8002575" y="2910228"/>
            <a:chExt cx="1215589" cy="1365944"/>
          </a:xfrm>
        </p:grpSpPr>
        <p:sp>
          <p:nvSpPr>
            <p:cNvPr id="172" name="Google Shape;172;p14"/>
            <p:cNvSpPr/>
            <p:nvPr/>
          </p:nvSpPr>
          <p:spPr>
            <a:xfrm>
              <a:off x="8002575" y="2913470"/>
              <a:ext cx="1163718" cy="1316235"/>
            </a:xfrm>
            <a:custGeom>
              <a:avLst/>
              <a:gdLst/>
              <a:ahLst/>
              <a:cxnLst/>
              <a:rect l="l" t="t" r="r" b="b"/>
              <a:pathLst>
                <a:path w="9692" h="10962" extrusionOk="0">
                  <a:moveTo>
                    <a:pt x="4736" y="1"/>
                  </a:moveTo>
                  <a:cubicBezTo>
                    <a:pt x="4664" y="1"/>
                    <a:pt x="4597" y="11"/>
                    <a:pt x="4560" y="36"/>
                  </a:cubicBezTo>
                  <a:cubicBezTo>
                    <a:pt x="2334" y="1318"/>
                    <a:pt x="2427" y="1504"/>
                    <a:pt x="217" y="2787"/>
                  </a:cubicBezTo>
                  <a:cubicBezTo>
                    <a:pt x="139" y="2849"/>
                    <a:pt x="186" y="2926"/>
                    <a:pt x="186" y="3019"/>
                  </a:cubicBezTo>
                  <a:cubicBezTo>
                    <a:pt x="186" y="5584"/>
                    <a:pt x="155" y="5584"/>
                    <a:pt x="0" y="8150"/>
                  </a:cubicBezTo>
                  <a:cubicBezTo>
                    <a:pt x="0" y="8243"/>
                    <a:pt x="108" y="8366"/>
                    <a:pt x="217" y="8428"/>
                  </a:cubicBezTo>
                  <a:cubicBezTo>
                    <a:pt x="2427" y="9711"/>
                    <a:pt x="2489" y="9618"/>
                    <a:pt x="4714" y="10901"/>
                  </a:cubicBezTo>
                  <a:cubicBezTo>
                    <a:pt x="4765" y="10931"/>
                    <a:pt x="4796" y="10962"/>
                    <a:pt x="4841" y="10962"/>
                  </a:cubicBezTo>
                  <a:cubicBezTo>
                    <a:pt x="4865" y="10962"/>
                    <a:pt x="4893" y="10953"/>
                    <a:pt x="4931" y="10932"/>
                  </a:cubicBezTo>
                  <a:cubicBezTo>
                    <a:pt x="7141" y="9634"/>
                    <a:pt x="7203" y="9711"/>
                    <a:pt x="9428" y="8444"/>
                  </a:cubicBezTo>
                  <a:cubicBezTo>
                    <a:pt x="9506" y="8382"/>
                    <a:pt x="9676" y="8243"/>
                    <a:pt x="9676" y="8150"/>
                  </a:cubicBezTo>
                  <a:cubicBezTo>
                    <a:pt x="9676" y="5584"/>
                    <a:pt x="9691" y="5584"/>
                    <a:pt x="9691" y="3019"/>
                  </a:cubicBezTo>
                  <a:cubicBezTo>
                    <a:pt x="9691" y="2910"/>
                    <a:pt x="9521" y="2787"/>
                    <a:pt x="9428" y="2725"/>
                  </a:cubicBezTo>
                  <a:cubicBezTo>
                    <a:pt x="7187" y="1427"/>
                    <a:pt x="7249" y="1334"/>
                    <a:pt x="5023" y="51"/>
                  </a:cubicBezTo>
                  <a:cubicBezTo>
                    <a:pt x="4968" y="23"/>
                    <a:pt x="4845" y="1"/>
                    <a:pt x="4736" y="1"/>
                  </a:cubicBezTo>
                  <a:close/>
                </a:path>
              </a:pathLst>
            </a:cu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4"/>
            <p:cNvSpPr/>
            <p:nvPr/>
          </p:nvSpPr>
          <p:spPr>
            <a:xfrm>
              <a:off x="8052644" y="2962459"/>
              <a:ext cx="1165519" cy="1313713"/>
            </a:xfrm>
            <a:custGeom>
              <a:avLst/>
              <a:gdLst/>
              <a:ahLst/>
              <a:cxnLst/>
              <a:rect l="l" t="t" r="r" b="b"/>
              <a:pathLst>
                <a:path w="9707" h="10941" extrusionOk="0">
                  <a:moveTo>
                    <a:pt x="4657" y="0"/>
                  </a:moveTo>
                  <a:cubicBezTo>
                    <a:pt x="4573" y="0"/>
                    <a:pt x="4494" y="9"/>
                    <a:pt x="4452" y="29"/>
                  </a:cubicBezTo>
                  <a:cubicBezTo>
                    <a:pt x="2242" y="1374"/>
                    <a:pt x="2350" y="1544"/>
                    <a:pt x="140" y="2858"/>
                  </a:cubicBezTo>
                  <a:cubicBezTo>
                    <a:pt x="62" y="2920"/>
                    <a:pt x="124" y="2997"/>
                    <a:pt x="124" y="3090"/>
                  </a:cubicBezTo>
                  <a:cubicBezTo>
                    <a:pt x="186" y="5640"/>
                    <a:pt x="124" y="5655"/>
                    <a:pt x="1" y="8221"/>
                  </a:cubicBezTo>
                  <a:cubicBezTo>
                    <a:pt x="16" y="8329"/>
                    <a:pt x="140" y="8437"/>
                    <a:pt x="232" y="8499"/>
                  </a:cubicBezTo>
                  <a:cubicBezTo>
                    <a:pt x="2504" y="9751"/>
                    <a:pt x="2551" y="9658"/>
                    <a:pt x="4792" y="10895"/>
                  </a:cubicBezTo>
                  <a:cubicBezTo>
                    <a:pt x="4841" y="10915"/>
                    <a:pt x="4878" y="10941"/>
                    <a:pt x="4923" y="10941"/>
                  </a:cubicBezTo>
                  <a:cubicBezTo>
                    <a:pt x="4948" y="10941"/>
                    <a:pt x="4975" y="10933"/>
                    <a:pt x="5008" y="10910"/>
                  </a:cubicBezTo>
                  <a:cubicBezTo>
                    <a:pt x="7188" y="9581"/>
                    <a:pt x="7249" y="9658"/>
                    <a:pt x="9459" y="8345"/>
                  </a:cubicBezTo>
                  <a:cubicBezTo>
                    <a:pt x="9537" y="8283"/>
                    <a:pt x="9707" y="8144"/>
                    <a:pt x="9707" y="8051"/>
                  </a:cubicBezTo>
                  <a:lnTo>
                    <a:pt x="9630" y="2920"/>
                  </a:lnTo>
                  <a:cubicBezTo>
                    <a:pt x="9630" y="2811"/>
                    <a:pt x="9459" y="2688"/>
                    <a:pt x="9351" y="2626"/>
                  </a:cubicBezTo>
                  <a:cubicBezTo>
                    <a:pt x="7110" y="1374"/>
                    <a:pt x="7157" y="1266"/>
                    <a:pt x="4916" y="29"/>
                  </a:cubicBezTo>
                  <a:cubicBezTo>
                    <a:pt x="4865" y="12"/>
                    <a:pt x="4758" y="0"/>
                    <a:pt x="4657" y="0"/>
                  </a:cubicBezTo>
                  <a:close/>
                </a:path>
              </a:pathLst>
            </a:custGeom>
            <a:solidFill>
              <a:srgbClr val="88F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4"/>
            <p:cNvSpPr/>
            <p:nvPr/>
          </p:nvSpPr>
          <p:spPr>
            <a:xfrm>
              <a:off x="8002575" y="2910228"/>
              <a:ext cx="1163718" cy="1323319"/>
            </a:xfrm>
            <a:custGeom>
              <a:avLst/>
              <a:gdLst/>
              <a:ahLst/>
              <a:cxnLst/>
              <a:rect l="l" t="t" r="r" b="b"/>
              <a:pathLst>
                <a:path w="9692" h="11021" fill="none" extrusionOk="0">
                  <a:moveTo>
                    <a:pt x="186" y="3046"/>
                  </a:moveTo>
                  <a:cubicBezTo>
                    <a:pt x="186" y="2953"/>
                    <a:pt x="139" y="2876"/>
                    <a:pt x="217" y="2814"/>
                  </a:cubicBezTo>
                  <a:cubicBezTo>
                    <a:pt x="2427" y="1531"/>
                    <a:pt x="2334" y="1345"/>
                    <a:pt x="4560" y="63"/>
                  </a:cubicBezTo>
                  <a:cubicBezTo>
                    <a:pt x="4652" y="1"/>
                    <a:pt x="4931" y="32"/>
                    <a:pt x="5023" y="78"/>
                  </a:cubicBezTo>
                  <a:cubicBezTo>
                    <a:pt x="7249" y="1361"/>
                    <a:pt x="7187" y="1454"/>
                    <a:pt x="9428" y="2752"/>
                  </a:cubicBezTo>
                  <a:cubicBezTo>
                    <a:pt x="9521" y="2814"/>
                    <a:pt x="9691" y="2937"/>
                    <a:pt x="9691" y="3046"/>
                  </a:cubicBezTo>
                  <a:cubicBezTo>
                    <a:pt x="9691" y="5611"/>
                    <a:pt x="9676" y="5611"/>
                    <a:pt x="9676" y="8177"/>
                  </a:cubicBezTo>
                  <a:cubicBezTo>
                    <a:pt x="9676" y="8270"/>
                    <a:pt x="9506" y="8409"/>
                    <a:pt x="9428" y="8471"/>
                  </a:cubicBezTo>
                  <a:cubicBezTo>
                    <a:pt x="7203" y="9738"/>
                    <a:pt x="7141" y="9661"/>
                    <a:pt x="4931" y="10959"/>
                  </a:cubicBezTo>
                  <a:cubicBezTo>
                    <a:pt x="4822" y="11021"/>
                    <a:pt x="4792" y="10974"/>
                    <a:pt x="4714" y="10928"/>
                  </a:cubicBezTo>
                  <a:cubicBezTo>
                    <a:pt x="2489" y="9645"/>
                    <a:pt x="2427" y="9738"/>
                    <a:pt x="217" y="8455"/>
                  </a:cubicBezTo>
                  <a:cubicBezTo>
                    <a:pt x="108" y="8393"/>
                    <a:pt x="0" y="8270"/>
                    <a:pt x="0" y="8177"/>
                  </a:cubicBezTo>
                  <a:cubicBezTo>
                    <a:pt x="155" y="5611"/>
                    <a:pt x="186" y="5611"/>
                    <a:pt x="186" y="3046"/>
                  </a:cubicBezTo>
                  <a:close/>
                </a:path>
              </a:pathLst>
            </a:custGeom>
            <a:noFill/>
            <a:ln w="38100"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4"/>
            <p:cNvSpPr/>
            <p:nvPr/>
          </p:nvSpPr>
          <p:spPr>
            <a:xfrm>
              <a:off x="8512873" y="4057151"/>
              <a:ext cx="141202" cy="39144"/>
            </a:xfrm>
            <a:custGeom>
              <a:avLst/>
              <a:gdLst/>
              <a:ahLst/>
              <a:cxnLst/>
              <a:rect l="l" t="t" r="r" b="b"/>
              <a:pathLst>
                <a:path w="1176" h="326" fill="none" extrusionOk="0">
                  <a:moveTo>
                    <a:pt x="1175" y="0"/>
                  </a:moveTo>
                  <a:cubicBezTo>
                    <a:pt x="1005" y="93"/>
                    <a:pt x="804" y="217"/>
                    <a:pt x="603" y="325"/>
                  </a:cubicBezTo>
                  <a:cubicBezTo>
                    <a:pt x="387" y="217"/>
                    <a:pt x="186" y="93"/>
                    <a:pt x="1" y="0"/>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4"/>
            <p:cNvSpPr/>
            <p:nvPr/>
          </p:nvSpPr>
          <p:spPr>
            <a:xfrm>
              <a:off x="8121324" y="3765737"/>
              <a:ext cx="68800" cy="120793"/>
            </a:xfrm>
            <a:custGeom>
              <a:avLst/>
              <a:gdLst/>
              <a:ahLst/>
              <a:cxnLst/>
              <a:rect l="l" t="t" r="r" b="b"/>
              <a:pathLst>
                <a:path w="573" h="1006" fill="none" extrusionOk="0">
                  <a:moveTo>
                    <a:pt x="572" y="1006"/>
                  </a:moveTo>
                  <a:cubicBezTo>
                    <a:pt x="402" y="897"/>
                    <a:pt x="201" y="789"/>
                    <a:pt x="0" y="665"/>
                  </a:cubicBezTo>
                  <a:cubicBezTo>
                    <a:pt x="16" y="418"/>
                    <a:pt x="31" y="202"/>
                    <a:pt x="31" y="1"/>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4"/>
            <p:cNvSpPr/>
            <p:nvPr/>
          </p:nvSpPr>
          <p:spPr>
            <a:xfrm>
              <a:off x="8141736" y="3275846"/>
              <a:ext cx="68800" cy="122594"/>
            </a:xfrm>
            <a:custGeom>
              <a:avLst/>
              <a:gdLst/>
              <a:ahLst/>
              <a:cxnLst/>
              <a:rect l="l" t="t" r="r" b="b"/>
              <a:pathLst>
                <a:path w="573" h="1021" fill="none" extrusionOk="0">
                  <a:moveTo>
                    <a:pt x="0" y="1021"/>
                  </a:moveTo>
                  <a:lnTo>
                    <a:pt x="0" y="341"/>
                  </a:lnTo>
                  <a:cubicBezTo>
                    <a:pt x="217" y="217"/>
                    <a:pt x="402" y="93"/>
                    <a:pt x="572" y="1"/>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4"/>
            <p:cNvSpPr/>
            <p:nvPr/>
          </p:nvSpPr>
          <p:spPr>
            <a:xfrm>
              <a:off x="8507350" y="3038344"/>
              <a:ext cx="139281" cy="42746"/>
            </a:xfrm>
            <a:custGeom>
              <a:avLst/>
              <a:gdLst/>
              <a:ahLst/>
              <a:cxnLst/>
              <a:rect l="l" t="t" r="r" b="b"/>
              <a:pathLst>
                <a:path w="1160" h="356" fill="none" extrusionOk="0">
                  <a:moveTo>
                    <a:pt x="0" y="356"/>
                  </a:moveTo>
                  <a:cubicBezTo>
                    <a:pt x="186" y="263"/>
                    <a:pt x="371" y="139"/>
                    <a:pt x="588" y="0"/>
                  </a:cubicBezTo>
                  <a:cubicBezTo>
                    <a:pt x="804" y="139"/>
                    <a:pt x="989" y="232"/>
                    <a:pt x="1159" y="356"/>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4"/>
            <p:cNvSpPr/>
            <p:nvPr/>
          </p:nvSpPr>
          <p:spPr>
            <a:xfrm>
              <a:off x="8980546" y="3285091"/>
              <a:ext cx="70601" cy="122594"/>
            </a:xfrm>
            <a:custGeom>
              <a:avLst/>
              <a:gdLst/>
              <a:ahLst/>
              <a:cxnLst/>
              <a:rect l="l" t="t" r="r" b="b"/>
              <a:pathLst>
                <a:path w="588" h="1021" fill="none" extrusionOk="0">
                  <a:moveTo>
                    <a:pt x="0" y="1"/>
                  </a:moveTo>
                  <a:cubicBezTo>
                    <a:pt x="186" y="94"/>
                    <a:pt x="371" y="217"/>
                    <a:pt x="588" y="341"/>
                  </a:cubicBezTo>
                  <a:lnTo>
                    <a:pt x="588" y="1021"/>
                  </a:ln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4"/>
            <p:cNvSpPr/>
            <p:nvPr/>
          </p:nvSpPr>
          <p:spPr>
            <a:xfrm>
              <a:off x="8978625" y="3762015"/>
              <a:ext cx="70721" cy="120793"/>
            </a:xfrm>
            <a:custGeom>
              <a:avLst/>
              <a:gdLst/>
              <a:ahLst/>
              <a:cxnLst/>
              <a:rect l="l" t="t" r="r" b="b"/>
              <a:pathLst>
                <a:path w="589" h="1006" fill="none" extrusionOk="0">
                  <a:moveTo>
                    <a:pt x="588" y="1"/>
                  </a:moveTo>
                  <a:lnTo>
                    <a:pt x="588" y="681"/>
                  </a:lnTo>
                  <a:cubicBezTo>
                    <a:pt x="372" y="805"/>
                    <a:pt x="171" y="913"/>
                    <a:pt x="1" y="1006"/>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1" name="Google Shape;181;p14"/>
          <p:cNvSpPr/>
          <p:nvPr/>
        </p:nvSpPr>
        <p:spPr>
          <a:xfrm rot="-1582263">
            <a:off x="-201675" y="-277910"/>
            <a:ext cx="734753" cy="1339114"/>
          </a:xfrm>
          <a:custGeom>
            <a:avLst/>
            <a:gdLst/>
            <a:ahLst/>
            <a:cxnLst/>
            <a:rect l="l" t="t" r="r" b="b"/>
            <a:pathLst>
              <a:path w="5549" h="10113" extrusionOk="0">
                <a:moveTo>
                  <a:pt x="3207" y="0"/>
                </a:moveTo>
                <a:cubicBezTo>
                  <a:pt x="2393" y="0"/>
                  <a:pt x="1505" y="185"/>
                  <a:pt x="1051" y="581"/>
                </a:cubicBezTo>
                <a:cubicBezTo>
                  <a:pt x="263" y="1292"/>
                  <a:pt x="773" y="3054"/>
                  <a:pt x="850" y="3966"/>
                </a:cubicBezTo>
                <a:cubicBezTo>
                  <a:pt x="896" y="4770"/>
                  <a:pt x="958" y="5604"/>
                  <a:pt x="1020" y="6423"/>
                </a:cubicBezTo>
                <a:cubicBezTo>
                  <a:pt x="1051" y="6856"/>
                  <a:pt x="974" y="7505"/>
                  <a:pt x="1345" y="7830"/>
                </a:cubicBezTo>
                <a:cubicBezTo>
                  <a:pt x="1547" y="8002"/>
                  <a:pt x="1856" y="8081"/>
                  <a:pt x="2181" y="8081"/>
                </a:cubicBezTo>
                <a:cubicBezTo>
                  <a:pt x="2702" y="8081"/>
                  <a:pt x="3265" y="7879"/>
                  <a:pt x="3493" y="7536"/>
                </a:cubicBezTo>
                <a:cubicBezTo>
                  <a:pt x="3818" y="7042"/>
                  <a:pt x="3679" y="6269"/>
                  <a:pt x="3679" y="5697"/>
                </a:cubicBezTo>
                <a:cubicBezTo>
                  <a:pt x="3709" y="4692"/>
                  <a:pt x="3725" y="3688"/>
                  <a:pt x="3740" y="2714"/>
                </a:cubicBezTo>
                <a:cubicBezTo>
                  <a:pt x="3740" y="2528"/>
                  <a:pt x="3597" y="2436"/>
                  <a:pt x="3454" y="2436"/>
                </a:cubicBezTo>
                <a:cubicBezTo>
                  <a:pt x="3311" y="2436"/>
                  <a:pt x="3168" y="2528"/>
                  <a:pt x="3168" y="2714"/>
                </a:cubicBezTo>
                <a:cubicBezTo>
                  <a:pt x="3138" y="3827"/>
                  <a:pt x="3122" y="4970"/>
                  <a:pt x="3107" y="6083"/>
                </a:cubicBezTo>
                <a:cubicBezTo>
                  <a:pt x="3092" y="6613"/>
                  <a:pt x="3051" y="7475"/>
                  <a:pt x="2418" y="7475"/>
                </a:cubicBezTo>
                <a:cubicBezTo>
                  <a:pt x="2368" y="7475"/>
                  <a:pt x="2314" y="7470"/>
                  <a:pt x="2257" y="7459"/>
                </a:cubicBezTo>
                <a:cubicBezTo>
                  <a:pt x="1484" y="7320"/>
                  <a:pt x="1592" y="6238"/>
                  <a:pt x="1546" y="5666"/>
                </a:cubicBezTo>
                <a:cubicBezTo>
                  <a:pt x="1453" y="4522"/>
                  <a:pt x="1391" y="3409"/>
                  <a:pt x="1298" y="2266"/>
                </a:cubicBezTo>
                <a:cubicBezTo>
                  <a:pt x="1267" y="1740"/>
                  <a:pt x="1206" y="1678"/>
                  <a:pt x="1499" y="1246"/>
                </a:cubicBezTo>
                <a:cubicBezTo>
                  <a:pt x="1793" y="797"/>
                  <a:pt x="1839" y="828"/>
                  <a:pt x="2334" y="736"/>
                </a:cubicBezTo>
                <a:cubicBezTo>
                  <a:pt x="2643" y="674"/>
                  <a:pt x="2952" y="643"/>
                  <a:pt x="3261" y="627"/>
                </a:cubicBezTo>
                <a:cubicBezTo>
                  <a:pt x="3379" y="621"/>
                  <a:pt x="3486" y="615"/>
                  <a:pt x="3584" y="615"/>
                </a:cubicBezTo>
                <a:cubicBezTo>
                  <a:pt x="3935" y="615"/>
                  <a:pt x="4172" y="692"/>
                  <a:pt x="4389" y="1091"/>
                </a:cubicBezTo>
                <a:cubicBezTo>
                  <a:pt x="4915" y="1972"/>
                  <a:pt x="4529" y="3610"/>
                  <a:pt x="4513" y="4661"/>
                </a:cubicBezTo>
                <a:cubicBezTo>
                  <a:pt x="4467" y="5774"/>
                  <a:pt x="4436" y="6902"/>
                  <a:pt x="4389" y="8046"/>
                </a:cubicBezTo>
                <a:cubicBezTo>
                  <a:pt x="4389" y="8232"/>
                  <a:pt x="4389" y="8463"/>
                  <a:pt x="4343" y="8664"/>
                </a:cubicBezTo>
                <a:cubicBezTo>
                  <a:pt x="4158" y="9236"/>
                  <a:pt x="3648" y="9314"/>
                  <a:pt x="3138" y="9391"/>
                </a:cubicBezTo>
                <a:cubicBezTo>
                  <a:pt x="2763" y="9451"/>
                  <a:pt x="2219" y="9559"/>
                  <a:pt x="1778" y="9559"/>
                </a:cubicBezTo>
                <a:cubicBezTo>
                  <a:pt x="1655" y="9559"/>
                  <a:pt x="1539" y="9550"/>
                  <a:pt x="1437" y="9530"/>
                </a:cubicBezTo>
                <a:cubicBezTo>
                  <a:pt x="618" y="9360"/>
                  <a:pt x="711" y="8664"/>
                  <a:pt x="696" y="7969"/>
                </a:cubicBezTo>
                <a:cubicBezTo>
                  <a:pt x="665" y="7366"/>
                  <a:pt x="649" y="6763"/>
                  <a:pt x="634" y="6191"/>
                </a:cubicBezTo>
                <a:cubicBezTo>
                  <a:pt x="602" y="5994"/>
                  <a:pt x="438" y="5898"/>
                  <a:pt x="284" y="5898"/>
                </a:cubicBezTo>
                <a:cubicBezTo>
                  <a:pt x="137" y="5898"/>
                  <a:pt x="0" y="5987"/>
                  <a:pt x="0" y="6161"/>
                </a:cubicBezTo>
                <a:cubicBezTo>
                  <a:pt x="16" y="6933"/>
                  <a:pt x="31" y="7706"/>
                  <a:pt x="77" y="8479"/>
                </a:cubicBezTo>
                <a:cubicBezTo>
                  <a:pt x="93" y="8927"/>
                  <a:pt x="31" y="9468"/>
                  <a:pt x="340" y="9839"/>
                </a:cubicBezTo>
                <a:cubicBezTo>
                  <a:pt x="537" y="10064"/>
                  <a:pt x="797" y="10113"/>
                  <a:pt x="1067" y="10113"/>
                </a:cubicBezTo>
                <a:cubicBezTo>
                  <a:pt x="1242" y="10113"/>
                  <a:pt x="1422" y="10092"/>
                  <a:pt x="1592" y="10086"/>
                </a:cubicBezTo>
                <a:cubicBezTo>
                  <a:pt x="2318" y="10055"/>
                  <a:pt x="3107" y="10055"/>
                  <a:pt x="3818" y="9916"/>
                </a:cubicBezTo>
                <a:cubicBezTo>
                  <a:pt x="4776" y="9715"/>
                  <a:pt x="4915" y="8912"/>
                  <a:pt x="4961" y="8046"/>
                </a:cubicBezTo>
                <a:cubicBezTo>
                  <a:pt x="5039" y="6361"/>
                  <a:pt x="5070" y="4661"/>
                  <a:pt x="5147" y="2977"/>
                </a:cubicBezTo>
                <a:cubicBezTo>
                  <a:pt x="5193" y="2049"/>
                  <a:pt x="5549" y="643"/>
                  <a:pt x="4482" y="195"/>
                </a:cubicBezTo>
                <a:cubicBezTo>
                  <a:pt x="4157" y="67"/>
                  <a:pt x="3696" y="0"/>
                  <a:pt x="3207" y="0"/>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82"/>
        <p:cNvGrpSpPr/>
        <p:nvPr/>
      </p:nvGrpSpPr>
      <p:grpSpPr>
        <a:xfrm>
          <a:off x="0" y="0"/>
          <a:ext cx="0" cy="0"/>
          <a:chOff x="0" y="0"/>
          <a:chExt cx="0" cy="0"/>
        </a:xfrm>
      </p:grpSpPr>
      <p:sp>
        <p:nvSpPr>
          <p:cNvPr id="183" name="Google Shape;183;p15"/>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r>
              <a:rPr lang="en-US" smtClean="0"/>
              <a:t>Click to edit Master title style</a:t>
            </a:r>
            <a:endParaRPr/>
          </a:p>
        </p:txBody>
      </p:sp>
      <p:grpSp>
        <p:nvGrpSpPr>
          <p:cNvPr id="184" name="Google Shape;184;p15"/>
          <p:cNvGrpSpPr/>
          <p:nvPr/>
        </p:nvGrpSpPr>
        <p:grpSpPr>
          <a:xfrm>
            <a:off x="-129377" y="-59064"/>
            <a:ext cx="1612942" cy="1603031"/>
            <a:chOff x="7247681" y="291521"/>
            <a:chExt cx="1169985" cy="1162796"/>
          </a:xfrm>
        </p:grpSpPr>
        <p:sp>
          <p:nvSpPr>
            <p:cNvPr id="185" name="Google Shape;185;p15"/>
            <p:cNvSpPr/>
            <p:nvPr/>
          </p:nvSpPr>
          <p:spPr>
            <a:xfrm rot="864690">
              <a:off x="7512340" y="570251"/>
              <a:ext cx="668831" cy="639301"/>
            </a:xfrm>
            <a:custGeom>
              <a:avLst/>
              <a:gdLst/>
              <a:ahLst/>
              <a:cxnLst/>
              <a:rect l="l" t="t" r="r" b="b"/>
              <a:pathLst>
                <a:path w="5164" h="4936" extrusionOk="0">
                  <a:moveTo>
                    <a:pt x="2538" y="193"/>
                  </a:moveTo>
                  <a:cubicBezTo>
                    <a:pt x="3326" y="193"/>
                    <a:pt x="4118" y="580"/>
                    <a:pt x="4468" y="1195"/>
                  </a:cubicBezTo>
                  <a:cubicBezTo>
                    <a:pt x="4854" y="1875"/>
                    <a:pt x="4653" y="2756"/>
                    <a:pt x="4004" y="3251"/>
                  </a:cubicBezTo>
                  <a:cubicBezTo>
                    <a:pt x="3834" y="3390"/>
                    <a:pt x="3757" y="3467"/>
                    <a:pt x="3679" y="3560"/>
                  </a:cubicBezTo>
                  <a:lnTo>
                    <a:pt x="3463" y="3776"/>
                  </a:lnTo>
                  <a:cubicBezTo>
                    <a:pt x="3185" y="4039"/>
                    <a:pt x="3061" y="4332"/>
                    <a:pt x="3092" y="4595"/>
                  </a:cubicBezTo>
                  <a:cubicBezTo>
                    <a:pt x="2691" y="4664"/>
                    <a:pt x="2239" y="4721"/>
                    <a:pt x="1794" y="4721"/>
                  </a:cubicBezTo>
                  <a:cubicBezTo>
                    <a:pt x="1743" y="4721"/>
                    <a:pt x="1691" y="4720"/>
                    <a:pt x="1639" y="4719"/>
                  </a:cubicBezTo>
                  <a:cubicBezTo>
                    <a:pt x="1747" y="4271"/>
                    <a:pt x="1608" y="3931"/>
                    <a:pt x="1284" y="3668"/>
                  </a:cubicBezTo>
                  <a:cubicBezTo>
                    <a:pt x="573" y="3189"/>
                    <a:pt x="233" y="2354"/>
                    <a:pt x="449" y="1643"/>
                  </a:cubicBezTo>
                  <a:cubicBezTo>
                    <a:pt x="665" y="901"/>
                    <a:pt x="1407" y="314"/>
                    <a:pt x="2288" y="206"/>
                  </a:cubicBezTo>
                  <a:cubicBezTo>
                    <a:pt x="2371" y="197"/>
                    <a:pt x="2455" y="193"/>
                    <a:pt x="2538" y="193"/>
                  </a:cubicBezTo>
                  <a:close/>
                  <a:moveTo>
                    <a:pt x="2599" y="1"/>
                  </a:moveTo>
                  <a:cubicBezTo>
                    <a:pt x="2495" y="1"/>
                    <a:pt x="2391" y="7"/>
                    <a:pt x="2288" y="20"/>
                  </a:cubicBezTo>
                  <a:cubicBezTo>
                    <a:pt x="1315" y="128"/>
                    <a:pt x="464" y="793"/>
                    <a:pt x="233" y="1597"/>
                  </a:cubicBezTo>
                  <a:cubicBezTo>
                    <a:pt x="1" y="2400"/>
                    <a:pt x="372" y="3297"/>
                    <a:pt x="1145" y="3822"/>
                  </a:cubicBezTo>
                  <a:cubicBezTo>
                    <a:pt x="1438" y="4039"/>
                    <a:pt x="1515" y="4348"/>
                    <a:pt x="1392" y="4765"/>
                  </a:cubicBezTo>
                  <a:lnTo>
                    <a:pt x="1361" y="4889"/>
                  </a:lnTo>
                  <a:lnTo>
                    <a:pt x="1485" y="4904"/>
                  </a:lnTo>
                  <a:cubicBezTo>
                    <a:pt x="1608" y="4935"/>
                    <a:pt x="1747" y="4935"/>
                    <a:pt x="1856" y="4935"/>
                  </a:cubicBezTo>
                  <a:cubicBezTo>
                    <a:pt x="2335" y="4935"/>
                    <a:pt x="2845" y="4858"/>
                    <a:pt x="3293" y="4750"/>
                  </a:cubicBezTo>
                  <a:lnTo>
                    <a:pt x="3417" y="4734"/>
                  </a:lnTo>
                  <a:lnTo>
                    <a:pt x="3386" y="4626"/>
                  </a:lnTo>
                  <a:cubicBezTo>
                    <a:pt x="3308" y="4410"/>
                    <a:pt x="3401" y="4132"/>
                    <a:pt x="3679" y="3884"/>
                  </a:cubicBezTo>
                  <a:cubicBezTo>
                    <a:pt x="3772" y="3807"/>
                    <a:pt x="3834" y="3730"/>
                    <a:pt x="3880" y="3668"/>
                  </a:cubicBezTo>
                  <a:cubicBezTo>
                    <a:pt x="3988" y="3591"/>
                    <a:pt x="4035" y="3513"/>
                    <a:pt x="4189" y="3405"/>
                  </a:cubicBezTo>
                  <a:cubicBezTo>
                    <a:pt x="4931" y="2849"/>
                    <a:pt x="5163" y="1860"/>
                    <a:pt x="4715" y="1102"/>
                  </a:cubicBezTo>
                  <a:cubicBezTo>
                    <a:pt x="4342" y="453"/>
                    <a:pt x="3474" y="1"/>
                    <a:pt x="259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5"/>
            <p:cNvSpPr/>
            <p:nvPr/>
          </p:nvSpPr>
          <p:spPr>
            <a:xfrm rot="864690">
              <a:off x="7511905" y="1138016"/>
              <a:ext cx="434533" cy="266419"/>
            </a:xfrm>
            <a:custGeom>
              <a:avLst/>
              <a:gdLst/>
              <a:ahLst/>
              <a:cxnLst/>
              <a:rect l="l" t="t" r="r" b="b"/>
              <a:pathLst>
                <a:path w="3355" h="2057" extrusionOk="0">
                  <a:moveTo>
                    <a:pt x="3122" y="295"/>
                  </a:moveTo>
                  <a:lnTo>
                    <a:pt x="3076" y="990"/>
                  </a:lnTo>
                  <a:cubicBezTo>
                    <a:pt x="3045" y="1237"/>
                    <a:pt x="3029" y="1516"/>
                    <a:pt x="3014" y="1763"/>
                  </a:cubicBezTo>
                  <a:cubicBezTo>
                    <a:pt x="2592" y="1827"/>
                    <a:pt x="2076" y="1864"/>
                    <a:pt x="1527" y="1864"/>
                  </a:cubicBezTo>
                  <a:cubicBezTo>
                    <a:pt x="1152" y="1864"/>
                    <a:pt x="760" y="1847"/>
                    <a:pt x="371" y="1809"/>
                  </a:cubicBezTo>
                  <a:cubicBezTo>
                    <a:pt x="387" y="1299"/>
                    <a:pt x="371" y="820"/>
                    <a:pt x="294" y="326"/>
                  </a:cubicBezTo>
                  <a:lnTo>
                    <a:pt x="294" y="326"/>
                  </a:lnTo>
                  <a:cubicBezTo>
                    <a:pt x="747" y="415"/>
                    <a:pt x="1204" y="461"/>
                    <a:pt x="1659" y="461"/>
                  </a:cubicBezTo>
                  <a:cubicBezTo>
                    <a:pt x="2151" y="461"/>
                    <a:pt x="2641" y="407"/>
                    <a:pt x="3122" y="295"/>
                  </a:cubicBezTo>
                  <a:close/>
                  <a:moveTo>
                    <a:pt x="3354" y="1"/>
                  </a:moveTo>
                  <a:lnTo>
                    <a:pt x="3199" y="47"/>
                  </a:lnTo>
                  <a:cubicBezTo>
                    <a:pt x="2696" y="175"/>
                    <a:pt x="2173" y="237"/>
                    <a:pt x="1645" y="237"/>
                  </a:cubicBezTo>
                  <a:cubicBezTo>
                    <a:pt x="1152" y="237"/>
                    <a:pt x="656" y="183"/>
                    <a:pt x="170" y="78"/>
                  </a:cubicBezTo>
                  <a:lnTo>
                    <a:pt x="0" y="47"/>
                  </a:lnTo>
                  <a:lnTo>
                    <a:pt x="16" y="202"/>
                  </a:lnTo>
                  <a:cubicBezTo>
                    <a:pt x="108" y="743"/>
                    <a:pt x="155" y="1284"/>
                    <a:pt x="108" y="1856"/>
                  </a:cubicBezTo>
                  <a:lnTo>
                    <a:pt x="108" y="1964"/>
                  </a:lnTo>
                  <a:lnTo>
                    <a:pt x="232" y="1979"/>
                  </a:lnTo>
                  <a:cubicBezTo>
                    <a:pt x="696" y="2041"/>
                    <a:pt x="1159" y="2057"/>
                    <a:pt x="1608" y="2057"/>
                  </a:cubicBezTo>
                  <a:cubicBezTo>
                    <a:pt x="2179" y="2057"/>
                    <a:pt x="2720" y="2010"/>
                    <a:pt x="3153" y="1917"/>
                  </a:cubicBezTo>
                  <a:lnTo>
                    <a:pt x="3246" y="1902"/>
                  </a:lnTo>
                  <a:lnTo>
                    <a:pt x="3246" y="1825"/>
                  </a:lnTo>
                  <a:cubicBezTo>
                    <a:pt x="3246" y="1547"/>
                    <a:pt x="3277" y="1253"/>
                    <a:pt x="3308" y="990"/>
                  </a:cubicBezTo>
                  <a:cubicBezTo>
                    <a:pt x="3323" y="712"/>
                    <a:pt x="3354" y="434"/>
                    <a:pt x="3354" y="140"/>
                  </a:cubicBezTo>
                  <a:lnTo>
                    <a:pt x="33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5"/>
            <p:cNvSpPr/>
            <p:nvPr/>
          </p:nvSpPr>
          <p:spPr>
            <a:xfrm rot="864690">
              <a:off x="7587199" y="1226855"/>
              <a:ext cx="300352" cy="48828"/>
            </a:xfrm>
            <a:custGeom>
              <a:avLst/>
              <a:gdLst/>
              <a:ahLst/>
              <a:cxnLst/>
              <a:rect l="l" t="t" r="r" b="b"/>
              <a:pathLst>
                <a:path w="2319" h="377" extrusionOk="0">
                  <a:moveTo>
                    <a:pt x="125" y="0"/>
                  </a:moveTo>
                  <a:cubicBezTo>
                    <a:pt x="75" y="0"/>
                    <a:pt x="27" y="21"/>
                    <a:pt x="16" y="68"/>
                  </a:cubicBezTo>
                  <a:cubicBezTo>
                    <a:pt x="0" y="130"/>
                    <a:pt x="31" y="176"/>
                    <a:pt x="93" y="207"/>
                  </a:cubicBezTo>
                  <a:cubicBezTo>
                    <a:pt x="495" y="315"/>
                    <a:pt x="927" y="377"/>
                    <a:pt x="1376" y="377"/>
                  </a:cubicBezTo>
                  <a:cubicBezTo>
                    <a:pt x="1654" y="377"/>
                    <a:pt x="1932" y="361"/>
                    <a:pt x="2195" y="300"/>
                  </a:cubicBezTo>
                  <a:cubicBezTo>
                    <a:pt x="2272" y="300"/>
                    <a:pt x="2318" y="238"/>
                    <a:pt x="2303" y="176"/>
                  </a:cubicBezTo>
                  <a:cubicBezTo>
                    <a:pt x="2303" y="136"/>
                    <a:pt x="2245" y="96"/>
                    <a:pt x="2189" y="96"/>
                  </a:cubicBezTo>
                  <a:cubicBezTo>
                    <a:pt x="2181" y="96"/>
                    <a:pt x="2172" y="97"/>
                    <a:pt x="2164" y="99"/>
                  </a:cubicBezTo>
                  <a:cubicBezTo>
                    <a:pt x="1892" y="156"/>
                    <a:pt x="1615" y="184"/>
                    <a:pt x="1339" y="184"/>
                  </a:cubicBezTo>
                  <a:cubicBezTo>
                    <a:pt x="941" y="184"/>
                    <a:pt x="545" y="125"/>
                    <a:pt x="170" y="6"/>
                  </a:cubicBezTo>
                  <a:cubicBezTo>
                    <a:pt x="156" y="2"/>
                    <a:pt x="140" y="0"/>
                    <a:pt x="12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5"/>
            <p:cNvSpPr/>
            <p:nvPr/>
          </p:nvSpPr>
          <p:spPr>
            <a:xfrm rot="864690">
              <a:off x="7597803" y="1296128"/>
              <a:ext cx="250358" cy="46238"/>
            </a:xfrm>
            <a:custGeom>
              <a:avLst/>
              <a:gdLst/>
              <a:ahLst/>
              <a:cxnLst/>
              <a:rect l="l" t="t" r="r" b="b"/>
              <a:pathLst>
                <a:path w="1933" h="357" extrusionOk="0">
                  <a:moveTo>
                    <a:pt x="170" y="1"/>
                  </a:moveTo>
                  <a:cubicBezTo>
                    <a:pt x="93" y="1"/>
                    <a:pt x="31" y="16"/>
                    <a:pt x="16" y="78"/>
                  </a:cubicBezTo>
                  <a:cubicBezTo>
                    <a:pt x="0" y="140"/>
                    <a:pt x="31" y="202"/>
                    <a:pt x="93" y="217"/>
                  </a:cubicBezTo>
                  <a:cubicBezTo>
                    <a:pt x="433" y="310"/>
                    <a:pt x="789" y="356"/>
                    <a:pt x="1160" y="356"/>
                  </a:cubicBezTo>
                  <a:cubicBezTo>
                    <a:pt x="1361" y="356"/>
                    <a:pt x="1577" y="356"/>
                    <a:pt x="1809" y="279"/>
                  </a:cubicBezTo>
                  <a:cubicBezTo>
                    <a:pt x="1871" y="279"/>
                    <a:pt x="1932" y="217"/>
                    <a:pt x="1902" y="155"/>
                  </a:cubicBezTo>
                  <a:cubicBezTo>
                    <a:pt x="1902" y="104"/>
                    <a:pt x="1848" y="74"/>
                    <a:pt x="1804" y="74"/>
                  </a:cubicBezTo>
                  <a:cubicBezTo>
                    <a:pt x="1795" y="74"/>
                    <a:pt x="1786" y="76"/>
                    <a:pt x="1778" y="78"/>
                  </a:cubicBezTo>
                  <a:cubicBezTo>
                    <a:pt x="1572" y="108"/>
                    <a:pt x="1362" y="124"/>
                    <a:pt x="1151" y="124"/>
                  </a:cubicBezTo>
                  <a:cubicBezTo>
                    <a:pt x="822" y="124"/>
                    <a:pt x="490" y="86"/>
                    <a:pt x="17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5"/>
            <p:cNvSpPr/>
            <p:nvPr/>
          </p:nvSpPr>
          <p:spPr>
            <a:xfrm rot="864690">
              <a:off x="7754418" y="777788"/>
              <a:ext cx="92217" cy="407075"/>
            </a:xfrm>
            <a:custGeom>
              <a:avLst/>
              <a:gdLst/>
              <a:ahLst/>
              <a:cxnLst/>
              <a:rect l="l" t="t" r="r" b="b"/>
              <a:pathLst>
                <a:path w="712" h="3143" extrusionOk="0">
                  <a:moveTo>
                    <a:pt x="447" y="0"/>
                  </a:moveTo>
                  <a:cubicBezTo>
                    <a:pt x="416" y="0"/>
                    <a:pt x="383" y="15"/>
                    <a:pt x="356" y="51"/>
                  </a:cubicBezTo>
                  <a:cubicBezTo>
                    <a:pt x="186" y="330"/>
                    <a:pt x="263" y="654"/>
                    <a:pt x="325" y="886"/>
                  </a:cubicBezTo>
                  <a:lnTo>
                    <a:pt x="356" y="1025"/>
                  </a:lnTo>
                  <a:cubicBezTo>
                    <a:pt x="418" y="1226"/>
                    <a:pt x="480" y="1427"/>
                    <a:pt x="464" y="1612"/>
                  </a:cubicBezTo>
                  <a:cubicBezTo>
                    <a:pt x="433" y="1767"/>
                    <a:pt x="340" y="1922"/>
                    <a:pt x="263" y="2076"/>
                  </a:cubicBezTo>
                  <a:cubicBezTo>
                    <a:pt x="232" y="2153"/>
                    <a:pt x="186" y="2215"/>
                    <a:pt x="155" y="2293"/>
                  </a:cubicBezTo>
                  <a:cubicBezTo>
                    <a:pt x="0" y="2602"/>
                    <a:pt x="0" y="2911"/>
                    <a:pt x="170" y="3112"/>
                  </a:cubicBezTo>
                  <a:cubicBezTo>
                    <a:pt x="186" y="3127"/>
                    <a:pt x="232" y="3143"/>
                    <a:pt x="263" y="3143"/>
                  </a:cubicBezTo>
                  <a:cubicBezTo>
                    <a:pt x="294" y="3143"/>
                    <a:pt x="311" y="3136"/>
                    <a:pt x="324" y="3136"/>
                  </a:cubicBezTo>
                  <a:cubicBezTo>
                    <a:pt x="330" y="3136"/>
                    <a:pt x="335" y="3137"/>
                    <a:pt x="340" y="3143"/>
                  </a:cubicBezTo>
                  <a:cubicBezTo>
                    <a:pt x="387" y="3127"/>
                    <a:pt x="402" y="3050"/>
                    <a:pt x="356" y="3003"/>
                  </a:cubicBezTo>
                  <a:cubicBezTo>
                    <a:pt x="186" y="2818"/>
                    <a:pt x="279" y="2540"/>
                    <a:pt x="356" y="2385"/>
                  </a:cubicBezTo>
                  <a:cubicBezTo>
                    <a:pt x="387" y="2339"/>
                    <a:pt x="418" y="2262"/>
                    <a:pt x="464" y="2200"/>
                  </a:cubicBezTo>
                  <a:cubicBezTo>
                    <a:pt x="557" y="2030"/>
                    <a:pt x="650" y="1844"/>
                    <a:pt x="665" y="1659"/>
                  </a:cubicBezTo>
                  <a:cubicBezTo>
                    <a:pt x="711" y="1427"/>
                    <a:pt x="650" y="1195"/>
                    <a:pt x="572" y="979"/>
                  </a:cubicBezTo>
                  <a:lnTo>
                    <a:pt x="541" y="840"/>
                  </a:lnTo>
                  <a:cubicBezTo>
                    <a:pt x="480" y="654"/>
                    <a:pt x="418" y="361"/>
                    <a:pt x="557" y="144"/>
                  </a:cubicBezTo>
                  <a:cubicBezTo>
                    <a:pt x="588" y="113"/>
                    <a:pt x="572" y="36"/>
                    <a:pt x="510" y="21"/>
                  </a:cubicBezTo>
                  <a:cubicBezTo>
                    <a:pt x="491" y="8"/>
                    <a:pt x="469" y="0"/>
                    <a:pt x="44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5"/>
            <p:cNvSpPr/>
            <p:nvPr/>
          </p:nvSpPr>
          <p:spPr>
            <a:xfrm rot="864690">
              <a:off x="7974980" y="291837"/>
              <a:ext cx="34193" cy="250358"/>
            </a:xfrm>
            <a:custGeom>
              <a:avLst/>
              <a:gdLst/>
              <a:ahLst/>
              <a:cxnLst/>
              <a:rect l="l" t="t" r="r" b="b"/>
              <a:pathLst>
                <a:path w="264" h="1933" extrusionOk="0">
                  <a:moveTo>
                    <a:pt x="155" y="0"/>
                  </a:moveTo>
                  <a:cubicBezTo>
                    <a:pt x="93" y="0"/>
                    <a:pt x="47" y="31"/>
                    <a:pt x="47" y="93"/>
                  </a:cubicBezTo>
                  <a:lnTo>
                    <a:pt x="0" y="1840"/>
                  </a:lnTo>
                  <a:cubicBezTo>
                    <a:pt x="0" y="1886"/>
                    <a:pt x="47" y="1932"/>
                    <a:pt x="124" y="1932"/>
                  </a:cubicBezTo>
                  <a:cubicBezTo>
                    <a:pt x="201" y="1932"/>
                    <a:pt x="232" y="1886"/>
                    <a:pt x="232" y="1840"/>
                  </a:cubicBezTo>
                  <a:lnTo>
                    <a:pt x="263" y="93"/>
                  </a:lnTo>
                  <a:cubicBezTo>
                    <a:pt x="263" y="31"/>
                    <a:pt x="217" y="0"/>
                    <a:pt x="15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5"/>
            <p:cNvSpPr/>
            <p:nvPr/>
          </p:nvSpPr>
          <p:spPr>
            <a:xfrm rot="864690">
              <a:off x="8201277" y="909226"/>
              <a:ext cx="216295" cy="28105"/>
            </a:xfrm>
            <a:custGeom>
              <a:avLst/>
              <a:gdLst/>
              <a:ahLst/>
              <a:cxnLst/>
              <a:rect l="l" t="t" r="r" b="b"/>
              <a:pathLst>
                <a:path w="1670" h="217" extrusionOk="0">
                  <a:moveTo>
                    <a:pt x="1546" y="0"/>
                  </a:moveTo>
                  <a:lnTo>
                    <a:pt x="124" y="16"/>
                  </a:lnTo>
                  <a:cubicBezTo>
                    <a:pt x="62" y="16"/>
                    <a:pt x="0" y="62"/>
                    <a:pt x="0" y="124"/>
                  </a:cubicBezTo>
                  <a:cubicBezTo>
                    <a:pt x="0" y="170"/>
                    <a:pt x="62" y="217"/>
                    <a:pt x="124" y="217"/>
                  </a:cubicBezTo>
                  <a:lnTo>
                    <a:pt x="1546" y="201"/>
                  </a:lnTo>
                  <a:cubicBezTo>
                    <a:pt x="1608" y="201"/>
                    <a:pt x="1669" y="155"/>
                    <a:pt x="1669" y="93"/>
                  </a:cubicBezTo>
                  <a:cubicBezTo>
                    <a:pt x="1669" y="31"/>
                    <a:pt x="1608" y="0"/>
                    <a:pt x="154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5"/>
            <p:cNvSpPr/>
            <p:nvPr/>
          </p:nvSpPr>
          <p:spPr>
            <a:xfrm rot="864690">
              <a:off x="7251065" y="636179"/>
              <a:ext cx="312527" cy="66702"/>
            </a:xfrm>
            <a:custGeom>
              <a:avLst/>
              <a:gdLst/>
              <a:ahLst/>
              <a:cxnLst/>
              <a:rect l="l" t="t" r="r" b="b"/>
              <a:pathLst>
                <a:path w="2413" h="515" extrusionOk="0">
                  <a:moveTo>
                    <a:pt x="124" y="0"/>
                  </a:moveTo>
                  <a:cubicBezTo>
                    <a:pt x="74" y="0"/>
                    <a:pt x="29" y="30"/>
                    <a:pt x="16" y="82"/>
                  </a:cubicBezTo>
                  <a:cubicBezTo>
                    <a:pt x="1" y="143"/>
                    <a:pt x="63" y="205"/>
                    <a:pt x="109" y="205"/>
                  </a:cubicBezTo>
                  <a:lnTo>
                    <a:pt x="2258" y="514"/>
                  </a:lnTo>
                  <a:lnTo>
                    <a:pt x="2273" y="514"/>
                  </a:lnTo>
                  <a:cubicBezTo>
                    <a:pt x="2335" y="514"/>
                    <a:pt x="2397" y="483"/>
                    <a:pt x="2397" y="437"/>
                  </a:cubicBezTo>
                  <a:cubicBezTo>
                    <a:pt x="2412" y="375"/>
                    <a:pt x="2350" y="313"/>
                    <a:pt x="2304" y="313"/>
                  </a:cubicBezTo>
                  <a:lnTo>
                    <a:pt x="156" y="4"/>
                  </a:lnTo>
                  <a:cubicBezTo>
                    <a:pt x="145" y="2"/>
                    <a:pt x="134" y="0"/>
                    <a:pt x="12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5"/>
            <p:cNvSpPr/>
            <p:nvPr/>
          </p:nvSpPr>
          <p:spPr>
            <a:xfrm rot="864690">
              <a:off x="8164843" y="589260"/>
              <a:ext cx="92217" cy="114753"/>
            </a:xfrm>
            <a:custGeom>
              <a:avLst/>
              <a:gdLst/>
              <a:ahLst/>
              <a:cxnLst/>
              <a:rect l="l" t="t" r="r" b="b"/>
              <a:pathLst>
                <a:path w="712" h="886" extrusionOk="0">
                  <a:moveTo>
                    <a:pt x="567" y="0"/>
                  </a:moveTo>
                  <a:cubicBezTo>
                    <a:pt x="534" y="0"/>
                    <a:pt x="503" y="12"/>
                    <a:pt x="480" y="35"/>
                  </a:cubicBezTo>
                  <a:cubicBezTo>
                    <a:pt x="279" y="252"/>
                    <a:pt x="125" y="483"/>
                    <a:pt x="16" y="746"/>
                  </a:cubicBezTo>
                  <a:cubicBezTo>
                    <a:pt x="1" y="808"/>
                    <a:pt x="47" y="870"/>
                    <a:pt x="94" y="885"/>
                  </a:cubicBezTo>
                  <a:lnTo>
                    <a:pt x="140" y="885"/>
                  </a:lnTo>
                  <a:cubicBezTo>
                    <a:pt x="171" y="885"/>
                    <a:pt x="233" y="870"/>
                    <a:pt x="248" y="808"/>
                  </a:cubicBezTo>
                  <a:cubicBezTo>
                    <a:pt x="326" y="576"/>
                    <a:pt x="465" y="344"/>
                    <a:pt x="666" y="174"/>
                  </a:cubicBezTo>
                  <a:cubicBezTo>
                    <a:pt x="712" y="128"/>
                    <a:pt x="712" y="66"/>
                    <a:pt x="666" y="35"/>
                  </a:cubicBezTo>
                  <a:cubicBezTo>
                    <a:pt x="635" y="12"/>
                    <a:pt x="600" y="0"/>
                    <a:pt x="56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5"/>
            <p:cNvSpPr/>
            <p:nvPr/>
          </p:nvSpPr>
          <p:spPr>
            <a:xfrm rot="864690">
              <a:off x="7538891" y="362823"/>
              <a:ext cx="192334" cy="191946"/>
            </a:xfrm>
            <a:custGeom>
              <a:avLst/>
              <a:gdLst/>
              <a:ahLst/>
              <a:cxnLst/>
              <a:rect l="l" t="t" r="r" b="b"/>
              <a:pathLst>
                <a:path w="1485" h="1482" extrusionOk="0">
                  <a:moveTo>
                    <a:pt x="121" y="1"/>
                  </a:moveTo>
                  <a:cubicBezTo>
                    <a:pt x="105" y="1"/>
                    <a:pt x="91" y="5"/>
                    <a:pt x="78" y="13"/>
                  </a:cubicBezTo>
                  <a:cubicBezTo>
                    <a:pt x="16" y="28"/>
                    <a:pt x="1" y="90"/>
                    <a:pt x="16" y="137"/>
                  </a:cubicBezTo>
                  <a:cubicBezTo>
                    <a:pt x="264" y="693"/>
                    <a:pt x="727" y="1141"/>
                    <a:pt x="1284" y="1466"/>
                  </a:cubicBezTo>
                  <a:cubicBezTo>
                    <a:pt x="1315" y="1481"/>
                    <a:pt x="1330" y="1481"/>
                    <a:pt x="1346" y="1481"/>
                  </a:cubicBezTo>
                  <a:cubicBezTo>
                    <a:pt x="1392" y="1481"/>
                    <a:pt x="1423" y="1466"/>
                    <a:pt x="1438" y="1419"/>
                  </a:cubicBezTo>
                  <a:cubicBezTo>
                    <a:pt x="1485" y="1388"/>
                    <a:pt x="1469" y="1327"/>
                    <a:pt x="1407" y="1280"/>
                  </a:cubicBezTo>
                  <a:cubicBezTo>
                    <a:pt x="882" y="1002"/>
                    <a:pt x="465" y="569"/>
                    <a:pt x="233" y="75"/>
                  </a:cubicBezTo>
                  <a:cubicBezTo>
                    <a:pt x="210" y="29"/>
                    <a:pt x="163" y="1"/>
                    <a:pt x="12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5"/>
            <p:cNvSpPr/>
            <p:nvPr/>
          </p:nvSpPr>
          <p:spPr>
            <a:xfrm rot="864690">
              <a:off x="8092500" y="1038304"/>
              <a:ext cx="160343" cy="94289"/>
            </a:xfrm>
            <a:custGeom>
              <a:avLst/>
              <a:gdLst/>
              <a:ahLst/>
              <a:cxnLst/>
              <a:rect l="l" t="t" r="r" b="b"/>
              <a:pathLst>
                <a:path w="1238" h="728" extrusionOk="0">
                  <a:moveTo>
                    <a:pt x="126" y="0"/>
                  </a:moveTo>
                  <a:cubicBezTo>
                    <a:pt x="102" y="0"/>
                    <a:pt x="80" y="5"/>
                    <a:pt x="62" y="17"/>
                  </a:cubicBezTo>
                  <a:cubicBezTo>
                    <a:pt x="1" y="32"/>
                    <a:pt x="1" y="110"/>
                    <a:pt x="32" y="156"/>
                  </a:cubicBezTo>
                  <a:cubicBezTo>
                    <a:pt x="310" y="419"/>
                    <a:pt x="650" y="635"/>
                    <a:pt x="1067" y="728"/>
                  </a:cubicBezTo>
                  <a:lnTo>
                    <a:pt x="1098" y="728"/>
                  </a:lnTo>
                  <a:cubicBezTo>
                    <a:pt x="1160" y="728"/>
                    <a:pt x="1191" y="697"/>
                    <a:pt x="1206" y="697"/>
                  </a:cubicBezTo>
                  <a:cubicBezTo>
                    <a:pt x="1237" y="635"/>
                    <a:pt x="1191" y="573"/>
                    <a:pt x="1144" y="558"/>
                  </a:cubicBezTo>
                  <a:cubicBezTo>
                    <a:pt x="789" y="465"/>
                    <a:pt x="464" y="295"/>
                    <a:pt x="232" y="32"/>
                  </a:cubicBezTo>
                  <a:cubicBezTo>
                    <a:pt x="204" y="13"/>
                    <a:pt x="163" y="0"/>
                    <a:pt x="12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5"/>
            <p:cNvSpPr/>
            <p:nvPr/>
          </p:nvSpPr>
          <p:spPr>
            <a:xfrm rot="864690">
              <a:off x="7382482" y="916015"/>
              <a:ext cx="136253" cy="103226"/>
            </a:xfrm>
            <a:custGeom>
              <a:avLst/>
              <a:gdLst/>
              <a:ahLst/>
              <a:cxnLst/>
              <a:rect l="l" t="t" r="r" b="b"/>
              <a:pathLst>
                <a:path w="1052" h="797" extrusionOk="0">
                  <a:moveTo>
                    <a:pt x="920" y="1"/>
                  </a:moveTo>
                  <a:cubicBezTo>
                    <a:pt x="893" y="1"/>
                    <a:pt x="866" y="9"/>
                    <a:pt x="835" y="24"/>
                  </a:cubicBezTo>
                  <a:lnTo>
                    <a:pt x="47" y="627"/>
                  </a:lnTo>
                  <a:cubicBezTo>
                    <a:pt x="0" y="642"/>
                    <a:pt x="0" y="720"/>
                    <a:pt x="47" y="766"/>
                  </a:cubicBezTo>
                  <a:cubicBezTo>
                    <a:pt x="78" y="781"/>
                    <a:pt x="109" y="797"/>
                    <a:pt x="140" y="797"/>
                  </a:cubicBezTo>
                  <a:cubicBezTo>
                    <a:pt x="155" y="797"/>
                    <a:pt x="186" y="797"/>
                    <a:pt x="217" y="766"/>
                  </a:cubicBezTo>
                  <a:lnTo>
                    <a:pt x="1005" y="163"/>
                  </a:lnTo>
                  <a:cubicBezTo>
                    <a:pt x="1051" y="148"/>
                    <a:pt x="1051" y="70"/>
                    <a:pt x="1005" y="24"/>
                  </a:cubicBezTo>
                  <a:cubicBezTo>
                    <a:pt x="974" y="9"/>
                    <a:pt x="947" y="1"/>
                    <a:pt x="92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7" name="Google Shape;197;p15"/>
          <p:cNvSpPr/>
          <p:nvPr/>
        </p:nvSpPr>
        <p:spPr>
          <a:xfrm>
            <a:off x="7776700" y="4123262"/>
            <a:ext cx="1367309" cy="1037869"/>
          </a:xfrm>
          <a:custGeom>
            <a:avLst/>
            <a:gdLst/>
            <a:ahLst/>
            <a:cxnLst/>
            <a:rect l="l" t="t" r="r" b="b"/>
            <a:pathLst>
              <a:path w="27621" h="20966" extrusionOk="0">
                <a:moveTo>
                  <a:pt x="12470" y="732"/>
                </a:moveTo>
                <a:cubicBezTo>
                  <a:pt x="14599" y="732"/>
                  <a:pt x="16245" y="2692"/>
                  <a:pt x="17079" y="4584"/>
                </a:cubicBezTo>
                <a:cubicBezTo>
                  <a:pt x="17136" y="4719"/>
                  <a:pt x="17234" y="4774"/>
                  <a:pt x="17338" y="4774"/>
                </a:cubicBezTo>
                <a:cubicBezTo>
                  <a:pt x="17542" y="4774"/>
                  <a:pt x="17769" y="4560"/>
                  <a:pt x="17747" y="4317"/>
                </a:cubicBezTo>
                <a:cubicBezTo>
                  <a:pt x="18958" y="2972"/>
                  <a:pt x="20681" y="1762"/>
                  <a:pt x="22430" y="1762"/>
                </a:cubicBezTo>
                <a:cubicBezTo>
                  <a:pt x="23283" y="1762"/>
                  <a:pt x="24143" y="2049"/>
                  <a:pt x="24952" y="2749"/>
                </a:cubicBezTo>
                <a:cubicBezTo>
                  <a:pt x="27620" y="5084"/>
                  <a:pt x="25119" y="8086"/>
                  <a:pt x="23584" y="10154"/>
                </a:cubicBezTo>
                <a:cubicBezTo>
                  <a:pt x="22150" y="12022"/>
                  <a:pt x="20649" y="13824"/>
                  <a:pt x="19048" y="15492"/>
                </a:cubicBezTo>
                <a:cubicBezTo>
                  <a:pt x="18414" y="16159"/>
                  <a:pt x="16913" y="17026"/>
                  <a:pt x="16546" y="17993"/>
                </a:cubicBezTo>
                <a:cubicBezTo>
                  <a:pt x="14378" y="15291"/>
                  <a:pt x="11776" y="12690"/>
                  <a:pt x="10108" y="9621"/>
                </a:cubicBezTo>
                <a:cubicBezTo>
                  <a:pt x="10108" y="9587"/>
                  <a:pt x="10074" y="9487"/>
                  <a:pt x="10041" y="9454"/>
                </a:cubicBezTo>
                <a:cubicBezTo>
                  <a:pt x="9708" y="8820"/>
                  <a:pt x="9407" y="8153"/>
                  <a:pt x="9140" y="7453"/>
                </a:cubicBezTo>
                <a:cubicBezTo>
                  <a:pt x="8407" y="5184"/>
                  <a:pt x="8573" y="1982"/>
                  <a:pt x="11142" y="981"/>
                </a:cubicBezTo>
                <a:cubicBezTo>
                  <a:pt x="11602" y="809"/>
                  <a:pt x="12045" y="732"/>
                  <a:pt x="12470" y="732"/>
                </a:cubicBezTo>
                <a:close/>
                <a:moveTo>
                  <a:pt x="9441" y="10088"/>
                </a:moveTo>
                <a:cubicBezTo>
                  <a:pt x="9574" y="10288"/>
                  <a:pt x="9708" y="10521"/>
                  <a:pt x="9808" y="10755"/>
                </a:cubicBezTo>
                <a:cubicBezTo>
                  <a:pt x="10541" y="11622"/>
                  <a:pt x="11209" y="12656"/>
                  <a:pt x="11909" y="13657"/>
                </a:cubicBezTo>
                <a:cubicBezTo>
                  <a:pt x="10541" y="15692"/>
                  <a:pt x="9407" y="18027"/>
                  <a:pt x="8607" y="20362"/>
                </a:cubicBezTo>
                <a:cubicBezTo>
                  <a:pt x="6372" y="19661"/>
                  <a:pt x="4204" y="18761"/>
                  <a:pt x="2236" y="17360"/>
                </a:cubicBezTo>
                <a:cubicBezTo>
                  <a:pt x="701" y="16259"/>
                  <a:pt x="1068" y="14424"/>
                  <a:pt x="2636" y="13590"/>
                </a:cubicBezTo>
                <a:cubicBezTo>
                  <a:pt x="3145" y="13302"/>
                  <a:pt x="3697" y="13177"/>
                  <a:pt x="4248" y="13177"/>
                </a:cubicBezTo>
                <a:cubicBezTo>
                  <a:pt x="4781" y="13177"/>
                  <a:pt x="5313" y="13294"/>
                  <a:pt x="5805" y="13490"/>
                </a:cubicBezTo>
                <a:lnTo>
                  <a:pt x="5805" y="13590"/>
                </a:lnTo>
                <a:cubicBezTo>
                  <a:pt x="5842" y="13684"/>
                  <a:pt x="5922" y="13725"/>
                  <a:pt x="6009" y="13725"/>
                </a:cubicBezTo>
                <a:cubicBezTo>
                  <a:pt x="6076" y="13725"/>
                  <a:pt x="6147" y="13701"/>
                  <a:pt x="6205" y="13657"/>
                </a:cubicBezTo>
                <a:cubicBezTo>
                  <a:pt x="6305" y="13657"/>
                  <a:pt x="6472" y="13490"/>
                  <a:pt x="6305" y="13357"/>
                </a:cubicBezTo>
                <a:cubicBezTo>
                  <a:pt x="6272" y="13323"/>
                  <a:pt x="6272" y="13323"/>
                  <a:pt x="6238" y="13323"/>
                </a:cubicBezTo>
                <a:cubicBezTo>
                  <a:pt x="6305" y="11489"/>
                  <a:pt x="7706" y="10255"/>
                  <a:pt x="9441" y="10088"/>
                </a:cubicBezTo>
                <a:close/>
                <a:moveTo>
                  <a:pt x="12405" y="0"/>
                </a:moveTo>
                <a:cubicBezTo>
                  <a:pt x="10464" y="0"/>
                  <a:pt x="8938" y="1351"/>
                  <a:pt x="8307" y="3149"/>
                </a:cubicBezTo>
                <a:cubicBezTo>
                  <a:pt x="7573" y="5284"/>
                  <a:pt x="8173" y="7419"/>
                  <a:pt x="9140" y="9321"/>
                </a:cubicBezTo>
                <a:cubicBezTo>
                  <a:pt x="7406" y="9354"/>
                  <a:pt x="5771" y="11122"/>
                  <a:pt x="5771" y="12923"/>
                </a:cubicBezTo>
                <a:cubicBezTo>
                  <a:pt x="5261" y="12649"/>
                  <a:pt x="4690" y="12521"/>
                  <a:pt x="4117" y="12521"/>
                </a:cubicBezTo>
                <a:cubicBezTo>
                  <a:pt x="2594" y="12521"/>
                  <a:pt x="1052" y="13431"/>
                  <a:pt x="568" y="14958"/>
                </a:cubicBezTo>
                <a:cubicBezTo>
                  <a:pt x="1" y="16759"/>
                  <a:pt x="1435" y="17593"/>
                  <a:pt x="2769" y="18460"/>
                </a:cubicBezTo>
                <a:cubicBezTo>
                  <a:pt x="4571" y="19595"/>
                  <a:pt x="6572" y="20495"/>
                  <a:pt x="8607" y="20962"/>
                </a:cubicBezTo>
                <a:cubicBezTo>
                  <a:pt x="8624" y="20964"/>
                  <a:pt x="8641" y="20965"/>
                  <a:pt x="8657" y="20965"/>
                </a:cubicBezTo>
                <a:cubicBezTo>
                  <a:pt x="8890" y="20965"/>
                  <a:pt x="9003" y="20751"/>
                  <a:pt x="8940" y="20595"/>
                </a:cubicBezTo>
                <a:lnTo>
                  <a:pt x="8974" y="20529"/>
                </a:lnTo>
                <a:cubicBezTo>
                  <a:pt x="10074" y="18360"/>
                  <a:pt x="11142" y="16292"/>
                  <a:pt x="12276" y="14157"/>
                </a:cubicBezTo>
                <a:cubicBezTo>
                  <a:pt x="13544" y="15792"/>
                  <a:pt x="14911" y="17293"/>
                  <a:pt x="16446" y="18594"/>
                </a:cubicBezTo>
                <a:cubicBezTo>
                  <a:pt x="16479" y="18661"/>
                  <a:pt x="16579" y="18761"/>
                  <a:pt x="16646" y="18761"/>
                </a:cubicBezTo>
                <a:lnTo>
                  <a:pt x="16779" y="18761"/>
                </a:lnTo>
                <a:cubicBezTo>
                  <a:pt x="16802" y="18765"/>
                  <a:pt x="16823" y="18767"/>
                  <a:pt x="16845" y="18767"/>
                </a:cubicBezTo>
                <a:cubicBezTo>
                  <a:pt x="16982" y="18767"/>
                  <a:pt x="17097" y="18681"/>
                  <a:pt x="17213" y="18594"/>
                </a:cubicBezTo>
                <a:lnTo>
                  <a:pt x="17280" y="18460"/>
                </a:lnTo>
                <a:cubicBezTo>
                  <a:pt x="17346" y="18360"/>
                  <a:pt x="17313" y="18194"/>
                  <a:pt x="17280" y="18127"/>
                </a:cubicBezTo>
                <a:cubicBezTo>
                  <a:pt x="18914" y="16759"/>
                  <a:pt x="23084" y="11789"/>
                  <a:pt x="23484" y="11289"/>
                </a:cubicBezTo>
                <a:cubicBezTo>
                  <a:pt x="24918" y="9621"/>
                  <a:pt x="27153" y="7286"/>
                  <a:pt x="26886" y="4851"/>
                </a:cubicBezTo>
                <a:cubicBezTo>
                  <a:pt x="26653" y="2983"/>
                  <a:pt x="24985" y="1515"/>
                  <a:pt x="23217" y="1181"/>
                </a:cubicBezTo>
                <a:cubicBezTo>
                  <a:pt x="22938" y="1132"/>
                  <a:pt x="22661" y="1109"/>
                  <a:pt x="22388" y="1109"/>
                </a:cubicBezTo>
                <a:cubicBezTo>
                  <a:pt x="20451" y="1109"/>
                  <a:pt x="18720" y="2296"/>
                  <a:pt x="17580" y="3817"/>
                </a:cubicBezTo>
                <a:cubicBezTo>
                  <a:pt x="16612" y="1915"/>
                  <a:pt x="15045" y="181"/>
                  <a:pt x="12743" y="14"/>
                </a:cubicBezTo>
                <a:cubicBezTo>
                  <a:pt x="12629" y="5"/>
                  <a:pt x="12517" y="0"/>
                  <a:pt x="12405" y="0"/>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1"/>
        </a:solidFill>
        <a:effectLst/>
      </p:bgPr>
    </p:bg>
    <p:spTree>
      <p:nvGrpSpPr>
        <p:cNvPr id="1" name="Shape 198"/>
        <p:cNvGrpSpPr/>
        <p:nvPr/>
      </p:nvGrpSpPr>
      <p:grpSpPr>
        <a:xfrm>
          <a:off x="0" y="0"/>
          <a:ext cx="0" cy="0"/>
          <a:chOff x="0" y="0"/>
          <a:chExt cx="0" cy="0"/>
        </a:xfrm>
      </p:grpSpPr>
      <p:sp>
        <p:nvSpPr>
          <p:cNvPr id="199" name="Google Shape;199;p16"/>
          <p:cNvSpPr txBox="1">
            <a:spLocks noGrp="1"/>
          </p:cNvSpPr>
          <p:nvPr>
            <p:ph type="body" idx="1"/>
          </p:nvPr>
        </p:nvSpPr>
        <p:spPr>
          <a:xfrm>
            <a:off x="4968035" y="2381425"/>
            <a:ext cx="2547000" cy="798900"/>
          </a:xfrm>
          <a:prstGeom prst="rect">
            <a:avLst/>
          </a:prstGeom>
        </p:spPr>
        <p:txBody>
          <a:bodyPr spcFirstLastPara="1" wrap="square" lIns="91425" tIns="91425" rIns="91425" bIns="91425" anchor="t" anchorCtr="0">
            <a:noAutofit/>
          </a:bodyPr>
          <a:lstStyle>
            <a:lvl1pPr marL="457200" lvl="0" indent="-304800" algn="ctr" rtl="0">
              <a:lnSpc>
                <a:spcPct val="100000"/>
              </a:lnSpc>
              <a:spcBef>
                <a:spcPts val="0"/>
              </a:spcBef>
              <a:spcAft>
                <a:spcPts val="0"/>
              </a:spcAft>
              <a:buClr>
                <a:schemeClr val="dk1"/>
              </a:buClr>
              <a:buSzPts val="1200"/>
              <a:buChar char="●"/>
              <a:defRPr sz="1400">
                <a:solidFill>
                  <a:schemeClr val="dk1"/>
                </a:solidFill>
              </a:defRPr>
            </a:lvl1pPr>
            <a:lvl2pPr marL="914400" lvl="1" indent="-304800" rtl="0">
              <a:spcBef>
                <a:spcPts val="1600"/>
              </a:spcBef>
              <a:spcAft>
                <a:spcPts val="0"/>
              </a:spcAft>
              <a:buClr>
                <a:schemeClr val="dk1"/>
              </a:buClr>
              <a:buSzPts val="1200"/>
              <a:buChar char="○"/>
              <a:defRPr sz="1200">
                <a:solidFill>
                  <a:schemeClr val="dk1"/>
                </a:solidFill>
              </a:defRPr>
            </a:lvl2pPr>
            <a:lvl3pPr marL="1371600" lvl="2" indent="-304800" rtl="0">
              <a:spcBef>
                <a:spcPts val="1600"/>
              </a:spcBef>
              <a:spcAft>
                <a:spcPts val="0"/>
              </a:spcAft>
              <a:buClr>
                <a:schemeClr val="dk1"/>
              </a:buClr>
              <a:buSzPts val="1200"/>
              <a:buChar char="■"/>
              <a:defRPr sz="1200">
                <a:solidFill>
                  <a:schemeClr val="dk1"/>
                </a:solidFill>
              </a:defRPr>
            </a:lvl3pPr>
            <a:lvl4pPr marL="1828800" lvl="3" indent="-304800" rtl="0">
              <a:spcBef>
                <a:spcPts val="1600"/>
              </a:spcBef>
              <a:spcAft>
                <a:spcPts val="0"/>
              </a:spcAft>
              <a:buClr>
                <a:schemeClr val="dk1"/>
              </a:buClr>
              <a:buSzPts val="1200"/>
              <a:buChar char="●"/>
              <a:defRPr sz="1200">
                <a:solidFill>
                  <a:schemeClr val="dk1"/>
                </a:solidFill>
              </a:defRPr>
            </a:lvl4pPr>
            <a:lvl5pPr marL="2286000" lvl="4" indent="-304800" rtl="0">
              <a:spcBef>
                <a:spcPts val="1600"/>
              </a:spcBef>
              <a:spcAft>
                <a:spcPts val="0"/>
              </a:spcAft>
              <a:buClr>
                <a:schemeClr val="dk1"/>
              </a:buClr>
              <a:buSzPts val="1200"/>
              <a:buChar char="○"/>
              <a:defRPr sz="1200">
                <a:solidFill>
                  <a:schemeClr val="dk1"/>
                </a:solidFill>
              </a:defRPr>
            </a:lvl5pPr>
            <a:lvl6pPr marL="2743200" lvl="5" indent="-304800" rtl="0">
              <a:spcBef>
                <a:spcPts val="1600"/>
              </a:spcBef>
              <a:spcAft>
                <a:spcPts val="0"/>
              </a:spcAft>
              <a:buClr>
                <a:schemeClr val="dk1"/>
              </a:buClr>
              <a:buSzPts val="1200"/>
              <a:buChar char="■"/>
              <a:defRPr sz="1200">
                <a:solidFill>
                  <a:schemeClr val="dk1"/>
                </a:solidFill>
              </a:defRPr>
            </a:lvl6pPr>
            <a:lvl7pPr marL="3200400" lvl="6" indent="-304800" rtl="0">
              <a:spcBef>
                <a:spcPts val="1600"/>
              </a:spcBef>
              <a:spcAft>
                <a:spcPts val="0"/>
              </a:spcAft>
              <a:buClr>
                <a:schemeClr val="dk1"/>
              </a:buClr>
              <a:buSzPts val="1200"/>
              <a:buChar char="●"/>
              <a:defRPr sz="1200">
                <a:solidFill>
                  <a:schemeClr val="dk1"/>
                </a:solidFill>
              </a:defRPr>
            </a:lvl7pPr>
            <a:lvl8pPr marL="3657600" lvl="7" indent="-304800" rtl="0">
              <a:spcBef>
                <a:spcPts val="1600"/>
              </a:spcBef>
              <a:spcAft>
                <a:spcPts val="0"/>
              </a:spcAft>
              <a:buClr>
                <a:schemeClr val="dk1"/>
              </a:buClr>
              <a:buSzPts val="1200"/>
              <a:buChar char="○"/>
              <a:defRPr sz="1200">
                <a:solidFill>
                  <a:schemeClr val="dk1"/>
                </a:solidFill>
              </a:defRPr>
            </a:lvl8pPr>
            <a:lvl9pPr marL="4114800" lvl="8" indent="-304800" rtl="0">
              <a:spcBef>
                <a:spcPts val="1600"/>
              </a:spcBef>
              <a:spcAft>
                <a:spcPts val="1600"/>
              </a:spcAft>
              <a:buClr>
                <a:schemeClr val="dk1"/>
              </a:buClr>
              <a:buSzPts val="1200"/>
              <a:buChar char="■"/>
              <a:defRPr sz="1200">
                <a:solidFill>
                  <a:schemeClr val="dk1"/>
                </a:solidFill>
              </a:defRPr>
            </a:lvl9pPr>
          </a:lstStyle>
          <a:p>
            <a:pPr lvl="0"/>
            <a:r>
              <a:rPr lang="en-US" smtClean="0"/>
              <a:t>Click to edit Master text styles</a:t>
            </a:r>
          </a:p>
        </p:txBody>
      </p:sp>
      <p:sp>
        <p:nvSpPr>
          <p:cNvPr id="200" name="Google Shape;200;p16"/>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2700">
                <a:solidFill>
                  <a:schemeClr val="dk1"/>
                </a:solidFill>
              </a:defRPr>
            </a:lvl1pPr>
            <a:lvl2pPr lvl="1" rtl="0">
              <a:spcBef>
                <a:spcPts val="0"/>
              </a:spcBef>
              <a:spcAft>
                <a:spcPts val="0"/>
              </a:spcAft>
              <a:buClr>
                <a:schemeClr val="dk1"/>
              </a:buClr>
              <a:buSzPts val="2700"/>
              <a:buNone/>
              <a:defRPr sz="2700">
                <a:solidFill>
                  <a:schemeClr val="dk1"/>
                </a:solidFill>
              </a:defRPr>
            </a:lvl2pPr>
            <a:lvl3pPr lvl="2" rtl="0">
              <a:spcBef>
                <a:spcPts val="0"/>
              </a:spcBef>
              <a:spcAft>
                <a:spcPts val="0"/>
              </a:spcAft>
              <a:buClr>
                <a:schemeClr val="dk1"/>
              </a:buClr>
              <a:buSzPts val="2700"/>
              <a:buNone/>
              <a:defRPr sz="2700">
                <a:solidFill>
                  <a:schemeClr val="dk1"/>
                </a:solidFill>
              </a:defRPr>
            </a:lvl3pPr>
            <a:lvl4pPr lvl="3" rtl="0">
              <a:spcBef>
                <a:spcPts val="0"/>
              </a:spcBef>
              <a:spcAft>
                <a:spcPts val="0"/>
              </a:spcAft>
              <a:buClr>
                <a:schemeClr val="dk1"/>
              </a:buClr>
              <a:buSzPts val="2700"/>
              <a:buNone/>
              <a:defRPr sz="2700">
                <a:solidFill>
                  <a:schemeClr val="dk1"/>
                </a:solidFill>
              </a:defRPr>
            </a:lvl4pPr>
            <a:lvl5pPr lvl="4" rtl="0">
              <a:spcBef>
                <a:spcPts val="0"/>
              </a:spcBef>
              <a:spcAft>
                <a:spcPts val="0"/>
              </a:spcAft>
              <a:buClr>
                <a:schemeClr val="dk1"/>
              </a:buClr>
              <a:buSzPts val="2700"/>
              <a:buNone/>
              <a:defRPr sz="2700">
                <a:solidFill>
                  <a:schemeClr val="dk1"/>
                </a:solidFill>
              </a:defRPr>
            </a:lvl5pPr>
            <a:lvl6pPr lvl="5" rtl="0">
              <a:spcBef>
                <a:spcPts val="0"/>
              </a:spcBef>
              <a:spcAft>
                <a:spcPts val="0"/>
              </a:spcAft>
              <a:buClr>
                <a:schemeClr val="dk1"/>
              </a:buClr>
              <a:buSzPts val="2700"/>
              <a:buNone/>
              <a:defRPr sz="2700">
                <a:solidFill>
                  <a:schemeClr val="dk1"/>
                </a:solidFill>
              </a:defRPr>
            </a:lvl6pPr>
            <a:lvl7pPr lvl="6" rtl="0">
              <a:spcBef>
                <a:spcPts val="0"/>
              </a:spcBef>
              <a:spcAft>
                <a:spcPts val="0"/>
              </a:spcAft>
              <a:buClr>
                <a:schemeClr val="dk1"/>
              </a:buClr>
              <a:buSzPts val="2700"/>
              <a:buNone/>
              <a:defRPr sz="2700">
                <a:solidFill>
                  <a:schemeClr val="dk1"/>
                </a:solidFill>
              </a:defRPr>
            </a:lvl7pPr>
            <a:lvl8pPr lvl="7" rtl="0">
              <a:spcBef>
                <a:spcPts val="0"/>
              </a:spcBef>
              <a:spcAft>
                <a:spcPts val="0"/>
              </a:spcAft>
              <a:buClr>
                <a:schemeClr val="dk1"/>
              </a:buClr>
              <a:buSzPts val="2700"/>
              <a:buNone/>
              <a:defRPr sz="2700">
                <a:solidFill>
                  <a:schemeClr val="dk1"/>
                </a:solidFill>
              </a:defRPr>
            </a:lvl8pPr>
            <a:lvl9pPr lvl="8" rtl="0">
              <a:spcBef>
                <a:spcPts val="0"/>
              </a:spcBef>
              <a:spcAft>
                <a:spcPts val="0"/>
              </a:spcAft>
              <a:buClr>
                <a:schemeClr val="dk1"/>
              </a:buClr>
              <a:buSzPts val="2700"/>
              <a:buNone/>
              <a:defRPr sz="2700">
                <a:solidFill>
                  <a:schemeClr val="dk1"/>
                </a:solidFill>
              </a:defRPr>
            </a:lvl9pPr>
          </a:lstStyle>
          <a:p>
            <a:r>
              <a:rPr lang="en-US" smtClean="0"/>
              <a:t>Click to edit Master title style</a:t>
            </a:r>
            <a:endParaRPr/>
          </a:p>
        </p:txBody>
      </p:sp>
      <p:grpSp>
        <p:nvGrpSpPr>
          <p:cNvPr id="201" name="Google Shape;201;p16"/>
          <p:cNvGrpSpPr/>
          <p:nvPr/>
        </p:nvGrpSpPr>
        <p:grpSpPr>
          <a:xfrm>
            <a:off x="-496163" y="326350"/>
            <a:ext cx="1051685" cy="885376"/>
            <a:chOff x="284887" y="816125"/>
            <a:chExt cx="1051685" cy="885376"/>
          </a:xfrm>
        </p:grpSpPr>
        <p:sp>
          <p:nvSpPr>
            <p:cNvPr id="202" name="Google Shape;202;p16"/>
            <p:cNvSpPr/>
            <p:nvPr/>
          </p:nvSpPr>
          <p:spPr>
            <a:xfrm>
              <a:off x="575067" y="952593"/>
              <a:ext cx="471302" cy="504335"/>
            </a:xfrm>
            <a:custGeom>
              <a:avLst/>
              <a:gdLst/>
              <a:ahLst/>
              <a:cxnLst/>
              <a:rect l="l" t="t" r="r" b="b"/>
              <a:pathLst>
                <a:path w="3154" h="3375" extrusionOk="0">
                  <a:moveTo>
                    <a:pt x="1700" y="0"/>
                  </a:moveTo>
                  <a:cubicBezTo>
                    <a:pt x="1428" y="0"/>
                    <a:pt x="1165" y="138"/>
                    <a:pt x="1083" y="413"/>
                  </a:cubicBezTo>
                  <a:cubicBezTo>
                    <a:pt x="928" y="521"/>
                    <a:pt x="805" y="675"/>
                    <a:pt x="774" y="923"/>
                  </a:cubicBezTo>
                  <a:cubicBezTo>
                    <a:pt x="774" y="984"/>
                    <a:pt x="758" y="1046"/>
                    <a:pt x="758" y="1108"/>
                  </a:cubicBezTo>
                  <a:cubicBezTo>
                    <a:pt x="372" y="1154"/>
                    <a:pt x="1" y="1464"/>
                    <a:pt x="202" y="1912"/>
                  </a:cubicBezTo>
                  <a:cubicBezTo>
                    <a:pt x="279" y="2113"/>
                    <a:pt x="356" y="2314"/>
                    <a:pt x="341" y="2530"/>
                  </a:cubicBezTo>
                  <a:cubicBezTo>
                    <a:pt x="295" y="2855"/>
                    <a:pt x="387" y="3195"/>
                    <a:pt x="727" y="3318"/>
                  </a:cubicBezTo>
                  <a:cubicBezTo>
                    <a:pt x="811" y="3355"/>
                    <a:pt x="907" y="3374"/>
                    <a:pt x="1005" y="3374"/>
                  </a:cubicBezTo>
                  <a:cubicBezTo>
                    <a:pt x="1233" y="3374"/>
                    <a:pt x="1469" y="3272"/>
                    <a:pt x="1577" y="3056"/>
                  </a:cubicBezTo>
                  <a:cubicBezTo>
                    <a:pt x="1608" y="2978"/>
                    <a:pt x="1655" y="2901"/>
                    <a:pt x="1670" y="2824"/>
                  </a:cubicBezTo>
                  <a:lnTo>
                    <a:pt x="2072" y="2994"/>
                  </a:lnTo>
                  <a:cubicBezTo>
                    <a:pt x="2192" y="3047"/>
                    <a:pt x="2320" y="3077"/>
                    <a:pt x="2445" y="3077"/>
                  </a:cubicBezTo>
                  <a:cubicBezTo>
                    <a:pt x="2610" y="3077"/>
                    <a:pt x="2768" y="3024"/>
                    <a:pt x="2891" y="2901"/>
                  </a:cubicBezTo>
                  <a:cubicBezTo>
                    <a:pt x="3077" y="2731"/>
                    <a:pt x="3154" y="2345"/>
                    <a:pt x="2984" y="2113"/>
                  </a:cubicBezTo>
                  <a:cubicBezTo>
                    <a:pt x="2659" y="1665"/>
                    <a:pt x="2458" y="1201"/>
                    <a:pt x="2427" y="644"/>
                  </a:cubicBezTo>
                  <a:cubicBezTo>
                    <a:pt x="2393" y="215"/>
                    <a:pt x="2039" y="0"/>
                    <a:pt x="17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6"/>
            <p:cNvSpPr/>
            <p:nvPr/>
          </p:nvSpPr>
          <p:spPr>
            <a:xfrm>
              <a:off x="284887" y="816125"/>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 name="Google Shape;204;p16"/>
          <p:cNvSpPr/>
          <p:nvPr/>
        </p:nvSpPr>
        <p:spPr>
          <a:xfrm rot="-1582263">
            <a:off x="8287050" y="3985765"/>
            <a:ext cx="734753" cy="1339114"/>
          </a:xfrm>
          <a:custGeom>
            <a:avLst/>
            <a:gdLst/>
            <a:ahLst/>
            <a:cxnLst/>
            <a:rect l="l" t="t" r="r" b="b"/>
            <a:pathLst>
              <a:path w="5549" h="10113" extrusionOk="0">
                <a:moveTo>
                  <a:pt x="3207" y="0"/>
                </a:moveTo>
                <a:cubicBezTo>
                  <a:pt x="2393" y="0"/>
                  <a:pt x="1505" y="185"/>
                  <a:pt x="1051" y="581"/>
                </a:cubicBezTo>
                <a:cubicBezTo>
                  <a:pt x="263" y="1292"/>
                  <a:pt x="773" y="3054"/>
                  <a:pt x="850" y="3966"/>
                </a:cubicBezTo>
                <a:cubicBezTo>
                  <a:pt x="896" y="4770"/>
                  <a:pt x="958" y="5604"/>
                  <a:pt x="1020" y="6423"/>
                </a:cubicBezTo>
                <a:cubicBezTo>
                  <a:pt x="1051" y="6856"/>
                  <a:pt x="974" y="7505"/>
                  <a:pt x="1345" y="7830"/>
                </a:cubicBezTo>
                <a:cubicBezTo>
                  <a:pt x="1547" y="8002"/>
                  <a:pt x="1856" y="8081"/>
                  <a:pt x="2181" y="8081"/>
                </a:cubicBezTo>
                <a:cubicBezTo>
                  <a:pt x="2702" y="8081"/>
                  <a:pt x="3265" y="7879"/>
                  <a:pt x="3493" y="7536"/>
                </a:cubicBezTo>
                <a:cubicBezTo>
                  <a:pt x="3818" y="7042"/>
                  <a:pt x="3679" y="6269"/>
                  <a:pt x="3679" y="5697"/>
                </a:cubicBezTo>
                <a:cubicBezTo>
                  <a:pt x="3709" y="4692"/>
                  <a:pt x="3725" y="3688"/>
                  <a:pt x="3740" y="2714"/>
                </a:cubicBezTo>
                <a:cubicBezTo>
                  <a:pt x="3740" y="2528"/>
                  <a:pt x="3597" y="2436"/>
                  <a:pt x="3454" y="2436"/>
                </a:cubicBezTo>
                <a:cubicBezTo>
                  <a:pt x="3311" y="2436"/>
                  <a:pt x="3168" y="2528"/>
                  <a:pt x="3168" y="2714"/>
                </a:cubicBezTo>
                <a:cubicBezTo>
                  <a:pt x="3138" y="3827"/>
                  <a:pt x="3122" y="4970"/>
                  <a:pt x="3107" y="6083"/>
                </a:cubicBezTo>
                <a:cubicBezTo>
                  <a:pt x="3092" y="6613"/>
                  <a:pt x="3051" y="7475"/>
                  <a:pt x="2418" y="7475"/>
                </a:cubicBezTo>
                <a:cubicBezTo>
                  <a:pt x="2368" y="7475"/>
                  <a:pt x="2314" y="7470"/>
                  <a:pt x="2257" y="7459"/>
                </a:cubicBezTo>
                <a:cubicBezTo>
                  <a:pt x="1484" y="7320"/>
                  <a:pt x="1592" y="6238"/>
                  <a:pt x="1546" y="5666"/>
                </a:cubicBezTo>
                <a:cubicBezTo>
                  <a:pt x="1453" y="4522"/>
                  <a:pt x="1391" y="3409"/>
                  <a:pt x="1298" y="2266"/>
                </a:cubicBezTo>
                <a:cubicBezTo>
                  <a:pt x="1267" y="1740"/>
                  <a:pt x="1206" y="1678"/>
                  <a:pt x="1499" y="1246"/>
                </a:cubicBezTo>
                <a:cubicBezTo>
                  <a:pt x="1793" y="797"/>
                  <a:pt x="1839" y="828"/>
                  <a:pt x="2334" y="736"/>
                </a:cubicBezTo>
                <a:cubicBezTo>
                  <a:pt x="2643" y="674"/>
                  <a:pt x="2952" y="643"/>
                  <a:pt x="3261" y="627"/>
                </a:cubicBezTo>
                <a:cubicBezTo>
                  <a:pt x="3379" y="621"/>
                  <a:pt x="3486" y="615"/>
                  <a:pt x="3584" y="615"/>
                </a:cubicBezTo>
                <a:cubicBezTo>
                  <a:pt x="3935" y="615"/>
                  <a:pt x="4172" y="692"/>
                  <a:pt x="4389" y="1091"/>
                </a:cubicBezTo>
                <a:cubicBezTo>
                  <a:pt x="4915" y="1972"/>
                  <a:pt x="4529" y="3610"/>
                  <a:pt x="4513" y="4661"/>
                </a:cubicBezTo>
                <a:cubicBezTo>
                  <a:pt x="4467" y="5774"/>
                  <a:pt x="4436" y="6902"/>
                  <a:pt x="4389" y="8046"/>
                </a:cubicBezTo>
                <a:cubicBezTo>
                  <a:pt x="4389" y="8232"/>
                  <a:pt x="4389" y="8463"/>
                  <a:pt x="4343" y="8664"/>
                </a:cubicBezTo>
                <a:cubicBezTo>
                  <a:pt x="4158" y="9236"/>
                  <a:pt x="3648" y="9314"/>
                  <a:pt x="3138" y="9391"/>
                </a:cubicBezTo>
                <a:cubicBezTo>
                  <a:pt x="2763" y="9451"/>
                  <a:pt x="2219" y="9559"/>
                  <a:pt x="1778" y="9559"/>
                </a:cubicBezTo>
                <a:cubicBezTo>
                  <a:pt x="1655" y="9559"/>
                  <a:pt x="1539" y="9550"/>
                  <a:pt x="1437" y="9530"/>
                </a:cubicBezTo>
                <a:cubicBezTo>
                  <a:pt x="618" y="9360"/>
                  <a:pt x="711" y="8664"/>
                  <a:pt x="696" y="7969"/>
                </a:cubicBezTo>
                <a:cubicBezTo>
                  <a:pt x="665" y="7366"/>
                  <a:pt x="649" y="6763"/>
                  <a:pt x="634" y="6191"/>
                </a:cubicBezTo>
                <a:cubicBezTo>
                  <a:pt x="602" y="5994"/>
                  <a:pt x="438" y="5898"/>
                  <a:pt x="284" y="5898"/>
                </a:cubicBezTo>
                <a:cubicBezTo>
                  <a:pt x="137" y="5898"/>
                  <a:pt x="0" y="5987"/>
                  <a:pt x="0" y="6161"/>
                </a:cubicBezTo>
                <a:cubicBezTo>
                  <a:pt x="16" y="6933"/>
                  <a:pt x="31" y="7706"/>
                  <a:pt x="77" y="8479"/>
                </a:cubicBezTo>
                <a:cubicBezTo>
                  <a:pt x="93" y="8927"/>
                  <a:pt x="31" y="9468"/>
                  <a:pt x="340" y="9839"/>
                </a:cubicBezTo>
                <a:cubicBezTo>
                  <a:pt x="537" y="10064"/>
                  <a:pt x="797" y="10113"/>
                  <a:pt x="1067" y="10113"/>
                </a:cubicBezTo>
                <a:cubicBezTo>
                  <a:pt x="1242" y="10113"/>
                  <a:pt x="1422" y="10092"/>
                  <a:pt x="1592" y="10086"/>
                </a:cubicBezTo>
                <a:cubicBezTo>
                  <a:pt x="2318" y="10055"/>
                  <a:pt x="3107" y="10055"/>
                  <a:pt x="3818" y="9916"/>
                </a:cubicBezTo>
                <a:cubicBezTo>
                  <a:pt x="4776" y="9715"/>
                  <a:pt x="4915" y="8912"/>
                  <a:pt x="4961" y="8046"/>
                </a:cubicBezTo>
                <a:cubicBezTo>
                  <a:pt x="5039" y="6361"/>
                  <a:pt x="5070" y="4661"/>
                  <a:pt x="5147" y="2977"/>
                </a:cubicBezTo>
                <a:cubicBezTo>
                  <a:pt x="5193" y="2049"/>
                  <a:pt x="5549" y="643"/>
                  <a:pt x="4482" y="195"/>
                </a:cubicBezTo>
                <a:cubicBezTo>
                  <a:pt x="4157" y="67"/>
                  <a:pt x="3696" y="0"/>
                  <a:pt x="3207" y="0"/>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5" name="Google Shape;205;p16"/>
          <p:cNvGrpSpPr/>
          <p:nvPr/>
        </p:nvGrpSpPr>
        <p:grpSpPr>
          <a:xfrm>
            <a:off x="8055925" y="7"/>
            <a:ext cx="894906" cy="1024649"/>
            <a:chOff x="5731825" y="4473182"/>
            <a:chExt cx="894906" cy="1024649"/>
          </a:xfrm>
        </p:grpSpPr>
        <p:sp>
          <p:nvSpPr>
            <p:cNvPr id="206" name="Google Shape;206;p16"/>
            <p:cNvSpPr/>
            <p:nvPr/>
          </p:nvSpPr>
          <p:spPr>
            <a:xfrm>
              <a:off x="5832430" y="4560965"/>
              <a:ext cx="773932" cy="847479"/>
            </a:xfrm>
            <a:custGeom>
              <a:avLst/>
              <a:gdLst/>
              <a:ahLst/>
              <a:cxnLst/>
              <a:rect l="l" t="t" r="r" b="b"/>
              <a:pathLst>
                <a:path w="8208" h="8988" extrusionOk="0">
                  <a:moveTo>
                    <a:pt x="5717" y="0"/>
                  </a:moveTo>
                  <a:cubicBezTo>
                    <a:pt x="5427" y="0"/>
                    <a:pt x="5149" y="154"/>
                    <a:pt x="5101" y="497"/>
                  </a:cubicBezTo>
                  <a:cubicBezTo>
                    <a:pt x="5008" y="1130"/>
                    <a:pt x="4931" y="1779"/>
                    <a:pt x="4853" y="2429"/>
                  </a:cubicBezTo>
                  <a:cubicBezTo>
                    <a:pt x="4765" y="2396"/>
                    <a:pt x="4672" y="2379"/>
                    <a:pt x="4581" y="2379"/>
                  </a:cubicBezTo>
                  <a:cubicBezTo>
                    <a:pt x="4326" y="2379"/>
                    <a:pt x="4091" y="2519"/>
                    <a:pt x="4034" y="2861"/>
                  </a:cubicBezTo>
                  <a:cubicBezTo>
                    <a:pt x="3880" y="3773"/>
                    <a:pt x="3710" y="4670"/>
                    <a:pt x="3493" y="5551"/>
                  </a:cubicBezTo>
                  <a:cubicBezTo>
                    <a:pt x="3416" y="4747"/>
                    <a:pt x="3401" y="3912"/>
                    <a:pt x="3169" y="3155"/>
                  </a:cubicBezTo>
                  <a:cubicBezTo>
                    <a:pt x="3069" y="2835"/>
                    <a:pt x="2796" y="2680"/>
                    <a:pt x="2519" y="2680"/>
                  </a:cubicBezTo>
                  <a:cubicBezTo>
                    <a:pt x="2408" y="2680"/>
                    <a:pt x="2296" y="2705"/>
                    <a:pt x="2195" y="2753"/>
                  </a:cubicBezTo>
                  <a:lnTo>
                    <a:pt x="2195" y="1733"/>
                  </a:lnTo>
                  <a:cubicBezTo>
                    <a:pt x="2195" y="1312"/>
                    <a:pt x="1821" y="1062"/>
                    <a:pt x="1471" y="1062"/>
                  </a:cubicBezTo>
                  <a:cubicBezTo>
                    <a:pt x="1255" y="1062"/>
                    <a:pt x="1049" y="1156"/>
                    <a:pt x="943" y="1362"/>
                  </a:cubicBezTo>
                  <a:cubicBezTo>
                    <a:pt x="870" y="1339"/>
                    <a:pt x="792" y="1327"/>
                    <a:pt x="713" y="1327"/>
                  </a:cubicBezTo>
                  <a:cubicBezTo>
                    <a:pt x="376" y="1327"/>
                    <a:pt x="31" y="1542"/>
                    <a:pt x="31" y="1980"/>
                  </a:cubicBezTo>
                  <a:cubicBezTo>
                    <a:pt x="16" y="2908"/>
                    <a:pt x="0" y="3820"/>
                    <a:pt x="0" y="4747"/>
                  </a:cubicBezTo>
                  <a:cubicBezTo>
                    <a:pt x="0" y="5141"/>
                    <a:pt x="369" y="5424"/>
                    <a:pt x="736" y="5424"/>
                  </a:cubicBezTo>
                  <a:cubicBezTo>
                    <a:pt x="800" y="5424"/>
                    <a:pt x="865" y="5415"/>
                    <a:pt x="928" y="5396"/>
                  </a:cubicBezTo>
                  <a:cubicBezTo>
                    <a:pt x="1020" y="5844"/>
                    <a:pt x="1252" y="6215"/>
                    <a:pt x="1654" y="6493"/>
                  </a:cubicBezTo>
                  <a:cubicBezTo>
                    <a:pt x="1773" y="6573"/>
                    <a:pt x="1893" y="6608"/>
                    <a:pt x="2008" y="6608"/>
                  </a:cubicBezTo>
                  <a:cubicBezTo>
                    <a:pt x="2116" y="6608"/>
                    <a:pt x="2221" y="6577"/>
                    <a:pt x="2319" y="6524"/>
                  </a:cubicBezTo>
                  <a:cubicBezTo>
                    <a:pt x="2411" y="7112"/>
                    <a:pt x="2597" y="7715"/>
                    <a:pt x="2968" y="8255"/>
                  </a:cubicBezTo>
                  <a:cubicBezTo>
                    <a:pt x="3126" y="8462"/>
                    <a:pt x="3352" y="8574"/>
                    <a:pt x="3569" y="8574"/>
                  </a:cubicBezTo>
                  <a:cubicBezTo>
                    <a:pt x="3627" y="8574"/>
                    <a:pt x="3685" y="8566"/>
                    <a:pt x="3741" y="8549"/>
                  </a:cubicBezTo>
                  <a:lnTo>
                    <a:pt x="3803" y="8657"/>
                  </a:lnTo>
                  <a:cubicBezTo>
                    <a:pt x="3943" y="8884"/>
                    <a:pt x="4155" y="8987"/>
                    <a:pt x="4368" y="8987"/>
                  </a:cubicBezTo>
                  <a:cubicBezTo>
                    <a:pt x="4646" y="8987"/>
                    <a:pt x="4925" y="8810"/>
                    <a:pt x="5039" y="8503"/>
                  </a:cubicBezTo>
                  <a:cubicBezTo>
                    <a:pt x="5178" y="8116"/>
                    <a:pt x="5302" y="7761"/>
                    <a:pt x="5410" y="7374"/>
                  </a:cubicBezTo>
                  <a:cubicBezTo>
                    <a:pt x="5420" y="7375"/>
                    <a:pt x="5429" y="7375"/>
                    <a:pt x="5439" y="7375"/>
                  </a:cubicBezTo>
                  <a:cubicBezTo>
                    <a:pt x="5738" y="7375"/>
                    <a:pt x="6032" y="7149"/>
                    <a:pt x="6136" y="6864"/>
                  </a:cubicBezTo>
                  <a:cubicBezTo>
                    <a:pt x="6291" y="6416"/>
                    <a:pt x="6445" y="5999"/>
                    <a:pt x="6600" y="5551"/>
                  </a:cubicBezTo>
                  <a:cubicBezTo>
                    <a:pt x="6690" y="5587"/>
                    <a:pt x="6787" y="5604"/>
                    <a:pt x="6884" y="5604"/>
                  </a:cubicBezTo>
                  <a:cubicBezTo>
                    <a:pt x="7119" y="5604"/>
                    <a:pt x="7354" y="5500"/>
                    <a:pt x="7496" y="5303"/>
                  </a:cubicBezTo>
                  <a:cubicBezTo>
                    <a:pt x="7836" y="4732"/>
                    <a:pt x="8053" y="4160"/>
                    <a:pt x="8146" y="3495"/>
                  </a:cubicBezTo>
                  <a:cubicBezTo>
                    <a:pt x="8207" y="3124"/>
                    <a:pt x="8037" y="2861"/>
                    <a:pt x="7806" y="2738"/>
                  </a:cubicBezTo>
                  <a:cubicBezTo>
                    <a:pt x="7821" y="2599"/>
                    <a:pt x="7821" y="2475"/>
                    <a:pt x="7836" y="2351"/>
                  </a:cubicBezTo>
                  <a:cubicBezTo>
                    <a:pt x="7883" y="1779"/>
                    <a:pt x="7790" y="1424"/>
                    <a:pt x="7326" y="1069"/>
                  </a:cubicBezTo>
                  <a:cubicBezTo>
                    <a:pt x="7229" y="1000"/>
                    <a:pt x="7115" y="969"/>
                    <a:pt x="7000" y="969"/>
                  </a:cubicBezTo>
                  <a:cubicBezTo>
                    <a:pt x="6751" y="969"/>
                    <a:pt x="6495" y="1114"/>
                    <a:pt x="6368" y="1347"/>
                  </a:cubicBezTo>
                  <a:cubicBezTo>
                    <a:pt x="6399" y="1115"/>
                    <a:pt x="6415" y="898"/>
                    <a:pt x="6430" y="667"/>
                  </a:cubicBezTo>
                  <a:cubicBezTo>
                    <a:pt x="6464" y="245"/>
                    <a:pt x="6081" y="0"/>
                    <a:pt x="57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6"/>
            <p:cNvSpPr/>
            <p:nvPr/>
          </p:nvSpPr>
          <p:spPr>
            <a:xfrm>
              <a:off x="5731825" y="4473182"/>
              <a:ext cx="894906" cy="1024649"/>
            </a:xfrm>
            <a:custGeom>
              <a:avLst/>
              <a:gdLst/>
              <a:ahLst/>
              <a:cxnLst/>
              <a:rect l="l" t="t" r="r" b="b"/>
              <a:pathLst>
                <a:path w="9491" h="10867" extrusionOk="0">
                  <a:moveTo>
                    <a:pt x="6926" y="528"/>
                  </a:moveTo>
                  <a:cubicBezTo>
                    <a:pt x="8293" y="528"/>
                    <a:pt x="8615" y="2778"/>
                    <a:pt x="8455" y="3870"/>
                  </a:cubicBezTo>
                  <a:cubicBezTo>
                    <a:pt x="8138" y="6123"/>
                    <a:pt x="7154" y="8243"/>
                    <a:pt x="6012" y="10186"/>
                  </a:cubicBezTo>
                  <a:lnTo>
                    <a:pt x="6012" y="10186"/>
                  </a:lnTo>
                  <a:cubicBezTo>
                    <a:pt x="4203" y="8572"/>
                    <a:pt x="2346" y="6754"/>
                    <a:pt x="1237" y="4612"/>
                  </a:cubicBezTo>
                  <a:cubicBezTo>
                    <a:pt x="944" y="4055"/>
                    <a:pt x="758" y="3452"/>
                    <a:pt x="743" y="2819"/>
                  </a:cubicBezTo>
                  <a:cubicBezTo>
                    <a:pt x="707" y="2061"/>
                    <a:pt x="1214" y="1368"/>
                    <a:pt x="1885" y="1368"/>
                  </a:cubicBezTo>
                  <a:cubicBezTo>
                    <a:pt x="2076" y="1368"/>
                    <a:pt x="2280" y="1425"/>
                    <a:pt x="2489" y="1551"/>
                  </a:cubicBezTo>
                  <a:cubicBezTo>
                    <a:pt x="3509" y="2170"/>
                    <a:pt x="3942" y="3282"/>
                    <a:pt x="4390" y="4318"/>
                  </a:cubicBezTo>
                  <a:cubicBezTo>
                    <a:pt x="4430" y="4421"/>
                    <a:pt x="4515" y="4465"/>
                    <a:pt x="4606" y="4465"/>
                  </a:cubicBezTo>
                  <a:cubicBezTo>
                    <a:pt x="4760" y="4465"/>
                    <a:pt x="4931" y="4338"/>
                    <a:pt x="4931" y="4163"/>
                  </a:cubicBezTo>
                  <a:cubicBezTo>
                    <a:pt x="4931" y="2989"/>
                    <a:pt x="4931" y="1319"/>
                    <a:pt x="6183" y="717"/>
                  </a:cubicBezTo>
                  <a:cubicBezTo>
                    <a:pt x="6460" y="586"/>
                    <a:pt x="6706" y="528"/>
                    <a:pt x="6926" y="528"/>
                  </a:cubicBezTo>
                  <a:close/>
                  <a:moveTo>
                    <a:pt x="6788" y="1"/>
                  </a:moveTo>
                  <a:cubicBezTo>
                    <a:pt x="6450" y="1"/>
                    <a:pt x="6107" y="90"/>
                    <a:pt x="5781" y="284"/>
                  </a:cubicBezTo>
                  <a:cubicBezTo>
                    <a:pt x="4819" y="859"/>
                    <a:pt x="4498" y="1878"/>
                    <a:pt x="4393" y="2920"/>
                  </a:cubicBezTo>
                  <a:lnTo>
                    <a:pt x="4393" y="2920"/>
                  </a:lnTo>
                  <a:cubicBezTo>
                    <a:pt x="3958" y="2051"/>
                    <a:pt x="3407" y="1247"/>
                    <a:pt x="2474" y="840"/>
                  </a:cubicBezTo>
                  <a:cubicBezTo>
                    <a:pt x="2271" y="752"/>
                    <a:pt x="2067" y="711"/>
                    <a:pt x="1870" y="711"/>
                  </a:cubicBezTo>
                  <a:cubicBezTo>
                    <a:pt x="999" y="711"/>
                    <a:pt x="244" y="1497"/>
                    <a:pt x="155" y="2417"/>
                  </a:cubicBezTo>
                  <a:cubicBezTo>
                    <a:pt x="1" y="3947"/>
                    <a:pt x="990" y="5338"/>
                    <a:pt x="1840" y="6482"/>
                  </a:cubicBezTo>
                  <a:cubicBezTo>
                    <a:pt x="3015" y="8089"/>
                    <a:pt x="4390" y="9480"/>
                    <a:pt x="5874" y="10763"/>
                  </a:cubicBezTo>
                  <a:cubicBezTo>
                    <a:pt x="5936" y="10836"/>
                    <a:pt x="6009" y="10866"/>
                    <a:pt x="6079" y="10866"/>
                  </a:cubicBezTo>
                  <a:cubicBezTo>
                    <a:pt x="6188" y="10866"/>
                    <a:pt x="6290" y="10795"/>
                    <a:pt x="6335" y="10701"/>
                  </a:cubicBezTo>
                  <a:lnTo>
                    <a:pt x="6335" y="10701"/>
                  </a:lnTo>
                  <a:cubicBezTo>
                    <a:pt x="6371" y="10677"/>
                    <a:pt x="6404" y="10641"/>
                    <a:pt x="6431" y="10593"/>
                  </a:cubicBezTo>
                  <a:cubicBezTo>
                    <a:pt x="7358" y="9032"/>
                    <a:pt x="8177" y="7378"/>
                    <a:pt x="8672" y="5616"/>
                  </a:cubicBezTo>
                  <a:cubicBezTo>
                    <a:pt x="9058" y="4225"/>
                    <a:pt x="9491" y="2432"/>
                    <a:pt x="8656" y="1103"/>
                  </a:cubicBezTo>
                  <a:cubicBezTo>
                    <a:pt x="8232" y="425"/>
                    <a:pt x="7525" y="1"/>
                    <a:pt x="6788" y="1"/>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3">
  <p:cSld name="Title only 3">
    <p:bg>
      <p:bgPr>
        <a:solidFill>
          <a:schemeClr val="lt1"/>
        </a:solidFill>
        <a:effectLst/>
      </p:bgPr>
    </p:bg>
    <p:spTree>
      <p:nvGrpSpPr>
        <p:cNvPr id="1" name="Shape 208"/>
        <p:cNvGrpSpPr/>
        <p:nvPr/>
      </p:nvGrpSpPr>
      <p:grpSpPr>
        <a:xfrm>
          <a:off x="0" y="0"/>
          <a:ext cx="0" cy="0"/>
          <a:chOff x="0" y="0"/>
          <a:chExt cx="0" cy="0"/>
        </a:xfrm>
      </p:grpSpPr>
      <p:sp>
        <p:nvSpPr>
          <p:cNvPr id="209" name="Google Shape;209;p17"/>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2700">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bg>
      <p:bgPr>
        <a:solidFill>
          <a:schemeClr val="lt1"/>
        </a:solidFill>
        <a:effectLst/>
      </p:bgPr>
    </p:bg>
    <p:spTree>
      <p:nvGrpSpPr>
        <p:cNvPr id="1" name="Shape 210"/>
        <p:cNvGrpSpPr/>
        <p:nvPr/>
      </p:nvGrpSpPr>
      <p:grpSpPr>
        <a:xfrm>
          <a:off x="0" y="0"/>
          <a:ext cx="0" cy="0"/>
          <a:chOff x="0" y="0"/>
          <a:chExt cx="0" cy="0"/>
        </a:xfrm>
      </p:grpSpPr>
      <p:sp>
        <p:nvSpPr>
          <p:cNvPr id="211" name="Google Shape;211;p18"/>
          <p:cNvSpPr txBox="1">
            <a:spLocks noGrp="1"/>
          </p:cNvSpPr>
          <p:nvPr>
            <p:ph type="title"/>
          </p:nvPr>
        </p:nvSpPr>
        <p:spPr>
          <a:xfrm>
            <a:off x="2048424" y="2105259"/>
            <a:ext cx="1658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000"/>
            </a:lvl1pPr>
            <a:lvl2pPr lvl="1" algn="ctr" rtl="0">
              <a:spcBef>
                <a:spcPts val="0"/>
              </a:spcBef>
              <a:spcAft>
                <a:spcPts val="0"/>
              </a:spcAft>
              <a:buSzPts val="3600"/>
              <a:buFont typeface="Patrick Hand"/>
              <a:buNone/>
              <a:defRPr sz="3600">
                <a:latin typeface="Patrick Hand"/>
                <a:ea typeface="Patrick Hand"/>
                <a:cs typeface="Patrick Hand"/>
                <a:sym typeface="Patrick Hand"/>
              </a:defRPr>
            </a:lvl2pPr>
            <a:lvl3pPr lvl="2" algn="ctr" rtl="0">
              <a:spcBef>
                <a:spcPts val="0"/>
              </a:spcBef>
              <a:spcAft>
                <a:spcPts val="0"/>
              </a:spcAft>
              <a:buSzPts val="3600"/>
              <a:buFont typeface="Patrick Hand"/>
              <a:buNone/>
              <a:defRPr sz="3600">
                <a:latin typeface="Patrick Hand"/>
                <a:ea typeface="Patrick Hand"/>
                <a:cs typeface="Patrick Hand"/>
                <a:sym typeface="Patrick Hand"/>
              </a:defRPr>
            </a:lvl3pPr>
            <a:lvl4pPr lvl="3" algn="ctr" rtl="0">
              <a:spcBef>
                <a:spcPts val="0"/>
              </a:spcBef>
              <a:spcAft>
                <a:spcPts val="0"/>
              </a:spcAft>
              <a:buSzPts val="3600"/>
              <a:buFont typeface="Patrick Hand"/>
              <a:buNone/>
              <a:defRPr sz="3600">
                <a:latin typeface="Patrick Hand"/>
                <a:ea typeface="Patrick Hand"/>
                <a:cs typeface="Patrick Hand"/>
                <a:sym typeface="Patrick Hand"/>
              </a:defRPr>
            </a:lvl4pPr>
            <a:lvl5pPr lvl="4" algn="ctr" rtl="0">
              <a:spcBef>
                <a:spcPts val="0"/>
              </a:spcBef>
              <a:spcAft>
                <a:spcPts val="0"/>
              </a:spcAft>
              <a:buSzPts val="3600"/>
              <a:buFont typeface="Patrick Hand"/>
              <a:buNone/>
              <a:defRPr sz="3600">
                <a:latin typeface="Patrick Hand"/>
                <a:ea typeface="Patrick Hand"/>
                <a:cs typeface="Patrick Hand"/>
                <a:sym typeface="Patrick Hand"/>
              </a:defRPr>
            </a:lvl5pPr>
            <a:lvl6pPr lvl="5" algn="ctr" rtl="0">
              <a:spcBef>
                <a:spcPts val="0"/>
              </a:spcBef>
              <a:spcAft>
                <a:spcPts val="0"/>
              </a:spcAft>
              <a:buSzPts val="3600"/>
              <a:buFont typeface="Patrick Hand"/>
              <a:buNone/>
              <a:defRPr sz="3600">
                <a:latin typeface="Patrick Hand"/>
                <a:ea typeface="Patrick Hand"/>
                <a:cs typeface="Patrick Hand"/>
                <a:sym typeface="Patrick Hand"/>
              </a:defRPr>
            </a:lvl6pPr>
            <a:lvl7pPr lvl="6" algn="ctr" rtl="0">
              <a:spcBef>
                <a:spcPts val="0"/>
              </a:spcBef>
              <a:spcAft>
                <a:spcPts val="0"/>
              </a:spcAft>
              <a:buSzPts val="3600"/>
              <a:buFont typeface="Patrick Hand"/>
              <a:buNone/>
              <a:defRPr sz="3600">
                <a:latin typeface="Patrick Hand"/>
                <a:ea typeface="Patrick Hand"/>
                <a:cs typeface="Patrick Hand"/>
                <a:sym typeface="Patrick Hand"/>
              </a:defRPr>
            </a:lvl7pPr>
            <a:lvl8pPr lvl="7" algn="ctr" rtl="0">
              <a:spcBef>
                <a:spcPts val="0"/>
              </a:spcBef>
              <a:spcAft>
                <a:spcPts val="0"/>
              </a:spcAft>
              <a:buSzPts val="3600"/>
              <a:buFont typeface="Patrick Hand"/>
              <a:buNone/>
              <a:defRPr sz="3600">
                <a:latin typeface="Patrick Hand"/>
                <a:ea typeface="Patrick Hand"/>
                <a:cs typeface="Patrick Hand"/>
                <a:sym typeface="Patrick Hand"/>
              </a:defRPr>
            </a:lvl8pPr>
            <a:lvl9pPr lvl="8" algn="ctr" rtl="0">
              <a:spcBef>
                <a:spcPts val="0"/>
              </a:spcBef>
              <a:spcAft>
                <a:spcPts val="0"/>
              </a:spcAft>
              <a:buSzPts val="3600"/>
              <a:buFont typeface="Patrick Hand"/>
              <a:buNone/>
              <a:defRPr sz="3600">
                <a:latin typeface="Patrick Hand"/>
                <a:ea typeface="Patrick Hand"/>
                <a:cs typeface="Patrick Hand"/>
                <a:sym typeface="Patrick Hand"/>
              </a:defRPr>
            </a:lvl9pPr>
          </a:lstStyle>
          <a:p>
            <a:r>
              <a:rPr lang="en-US" smtClean="0"/>
              <a:t>Click to edit Master title style</a:t>
            </a:r>
            <a:endParaRPr/>
          </a:p>
        </p:txBody>
      </p:sp>
      <p:sp>
        <p:nvSpPr>
          <p:cNvPr id="212" name="Google Shape;212;p18"/>
          <p:cNvSpPr txBox="1">
            <a:spLocks noGrp="1"/>
          </p:cNvSpPr>
          <p:nvPr>
            <p:ph type="subTitle" idx="1"/>
          </p:nvPr>
        </p:nvSpPr>
        <p:spPr>
          <a:xfrm>
            <a:off x="1557925" y="2383045"/>
            <a:ext cx="2639700" cy="30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213" name="Google Shape;213;p18"/>
          <p:cNvSpPr txBox="1">
            <a:spLocks noGrp="1"/>
          </p:cNvSpPr>
          <p:nvPr>
            <p:ph type="title" idx="2"/>
          </p:nvPr>
        </p:nvSpPr>
        <p:spPr>
          <a:xfrm>
            <a:off x="5663855" y="2105259"/>
            <a:ext cx="1658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000"/>
            </a:lvl1pPr>
            <a:lvl2pPr lvl="1" algn="ctr" rtl="0">
              <a:spcBef>
                <a:spcPts val="0"/>
              </a:spcBef>
              <a:spcAft>
                <a:spcPts val="0"/>
              </a:spcAft>
              <a:buSzPts val="3600"/>
              <a:buFont typeface="Patrick Hand"/>
              <a:buNone/>
              <a:defRPr sz="3600">
                <a:latin typeface="Patrick Hand"/>
                <a:ea typeface="Patrick Hand"/>
                <a:cs typeface="Patrick Hand"/>
                <a:sym typeface="Patrick Hand"/>
              </a:defRPr>
            </a:lvl2pPr>
            <a:lvl3pPr lvl="2" algn="ctr" rtl="0">
              <a:spcBef>
                <a:spcPts val="0"/>
              </a:spcBef>
              <a:spcAft>
                <a:spcPts val="0"/>
              </a:spcAft>
              <a:buSzPts val="3600"/>
              <a:buFont typeface="Patrick Hand"/>
              <a:buNone/>
              <a:defRPr sz="3600">
                <a:latin typeface="Patrick Hand"/>
                <a:ea typeface="Patrick Hand"/>
                <a:cs typeface="Patrick Hand"/>
                <a:sym typeface="Patrick Hand"/>
              </a:defRPr>
            </a:lvl3pPr>
            <a:lvl4pPr lvl="3" algn="ctr" rtl="0">
              <a:spcBef>
                <a:spcPts val="0"/>
              </a:spcBef>
              <a:spcAft>
                <a:spcPts val="0"/>
              </a:spcAft>
              <a:buSzPts val="3600"/>
              <a:buFont typeface="Patrick Hand"/>
              <a:buNone/>
              <a:defRPr sz="3600">
                <a:latin typeface="Patrick Hand"/>
                <a:ea typeface="Patrick Hand"/>
                <a:cs typeface="Patrick Hand"/>
                <a:sym typeface="Patrick Hand"/>
              </a:defRPr>
            </a:lvl4pPr>
            <a:lvl5pPr lvl="4" algn="ctr" rtl="0">
              <a:spcBef>
                <a:spcPts val="0"/>
              </a:spcBef>
              <a:spcAft>
                <a:spcPts val="0"/>
              </a:spcAft>
              <a:buSzPts val="3600"/>
              <a:buFont typeface="Patrick Hand"/>
              <a:buNone/>
              <a:defRPr sz="3600">
                <a:latin typeface="Patrick Hand"/>
                <a:ea typeface="Patrick Hand"/>
                <a:cs typeface="Patrick Hand"/>
                <a:sym typeface="Patrick Hand"/>
              </a:defRPr>
            </a:lvl5pPr>
            <a:lvl6pPr lvl="5" algn="ctr" rtl="0">
              <a:spcBef>
                <a:spcPts val="0"/>
              </a:spcBef>
              <a:spcAft>
                <a:spcPts val="0"/>
              </a:spcAft>
              <a:buSzPts val="3600"/>
              <a:buFont typeface="Patrick Hand"/>
              <a:buNone/>
              <a:defRPr sz="3600">
                <a:latin typeface="Patrick Hand"/>
                <a:ea typeface="Patrick Hand"/>
                <a:cs typeface="Patrick Hand"/>
                <a:sym typeface="Patrick Hand"/>
              </a:defRPr>
            </a:lvl6pPr>
            <a:lvl7pPr lvl="6" algn="ctr" rtl="0">
              <a:spcBef>
                <a:spcPts val="0"/>
              </a:spcBef>
              <a:spcAft>
                <a:spcPts val="0"/>
              </a:spcAft>
              <a:buSzPts val="3600"/>
              <a:buFont typeface="Patrick Hand"/>
              <a:buNone/>
              <a:defRPr sz="3600">
                <a:latin typeface="Patrick Hand"/>
                <a:ea typeface="Patrick Hand"/>
                <a:cs typeface="Patrick Hand"/>
                <a:sym typeface="Patrick Hand"/>
              </a:defRPr>
            </a:lvl7pPr>
            <a:lvl8pPr lvl="7" algn="ctr" rtl="0">
              <a:spcBef>
                <a:spcPts val="0"/>
              </a:spcBef>
              <a:spcAft>
                <a:spcPts val="0"/>
              </a:spcAft>
              <a:buSzPts val="3600"/>
              <a:buFont typeface="Patrick Hand"/>
              <a:buNone/>
              <a:defRPr sz="3600">
                <a:latin typeface="Patrick Hand"/>
                <a:ea typeface="Patrick Hand"/>
                <a:cs typeface="Patrick Hand"/>
                <a:sym typeface="Patrick Hand"/>
              </a:defRPr>
            </a:lvl8pPr>
            <a:lvl9pPr lvl="8" algn="ctr" rtl="0">
              <a:spcBef>
                <a:spcPts val="0"/>
              </a:spcBef>
              <a:spcAft>
                <a:spcPts val="0"/>
              </a:spcAft>
              <a:buSzPts val="3600"/>
              <a:buFont typeface="Patrick Hand"/>
              <a:buNone/>
              <a:defRPr sz="3600">
                <a:latin typeface="Patrick Hand"/>
                <a:ea typeface="Patrick Hand"/>
                <a:cs typeface="Patrick Hand"/>
                <a:sym typeface="Patrick Hand"/>
              </a:defRPr>
            </a:lvl9pPr>
          </a:lstStyle>
          <a:p>
            <a:r>
              <a:rPr lang="en-US" smtClean="0"/>
              <a:t>Click to edit Master title style</a:t>
            </a:r>
            <a:endParaRPr/>
          </a:p>
        </p:txBody>
      </p:sp>
      <p:sp>
        <p:nvSpPr>
          <p:cNvPr id="214" name="Google Shape;214;p18"/>
          <p:cNvSpPr txBox="1">
            <a:spLocks noGrp="1"/>
          </p:cNvSpPr>
          <p:nvPr>
            <p:ph type="subTitle" idx="3"/>
          </p:nvPr>
        </p:nvSpPr>
        <p:spPr>
          <a:xfrm>
            <a:off x="5173355" y="2383043"/>
            <a:ext cx="2639700" cy="30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215" name="Google Shape;215;p18"/>
          <p:cNvSpPr txBox="1">
            <a:spLocks noGrp="1"/>
          </p:cNvSpPr>
          <p:nvPr>
            <p:ph type="title" idx="4"/>
          </p:nvPr>
        </p:nvSpPr>
        <p:spPr>
          <a:xfrm>
            <a:off x="3742650" y="3245769"/>
            <a:ext cx="1658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000"/>
            </a:lvl1pPr>
            <a:lvl2pPr lvl="1" algn="ctr" rtl="0">
              <a:spcBef>
                <a:spcPts val="0"/>
              </a:spcBef>
              <a:spcAft>
                <a:spcPts val="0"/>
              </a:spcAft>
              <a:buSzPts val="3600"/>
              <a:buFont typeface="Patrick Hand"/>
              <a:buNone/>
              <a:defRPr sz="3600">
                <a:latin typeface="Patrick Hand"/>
                <a:ea typeface="Patrick Hand"/>
                <a:cs typeface="Patrick Hand"/>
                <a:sym typeface="Patrick Hand"/>
              </a:defRPr>
            </a:lvl2pPr>
            <a:lvl3pPr lvl="2" algn="ctr" rtl="0">
              <a:spcBef>
                <a:spcPts val="0"/>
              </a:spcBef>
              <a:spcAft>
                <a:spcPts val="0"/>
              </a:spcAft>
              <a:buSzPts val="3600"/>
              <a:buFont typeface="Patrick Hand"/>
              <a:buNone/>
              <a:defRPr sz="3600">
                <a:latin typeface="Patrick Hand"/>
                <a:ea typeface="Patrick Hand"/>
                <a:cs typeface="Patrick Hand"/>
                <a:sym typeface="Patrick Hand"/>
              </a:defRPr>
            </a:lvl3pPr>
            <a:lvl4pPr lvl="3" algn="ctr" rtl="0">
              <a:spcBef>
                <a:spcPts val="0"/>
              </a:spcBef>
              <a:spcAft>
                <a:spcPts val="0"/>
              </a:spcAft>
              <a:buSzPts val="3600"/>
              <a:buFont typeface="Patrick Hand"/>
              <a:buNone/>
              <a:defRPr sz="3600">
                <a:latin typeface="Patrick Hand"/>
                <a:ea typeface="Patrick Hand"/>
                <a:cs typeface="Patrick Hand"/>
                <a:sym typeface="Patrick Hand"/>
              </a:defRPr>
            </a:lvl4pPr>
            <a:lvl5pPr lvl="4" algn="ctr" rtl="0">
              <a:spcBef>
                <a:spcPts val="0"/>
              </a:spcBef>
              <a:spcAft>
                <a:spcPts val="0"/>
              </a:spcAft>
              <a:buSzPts val="3600"/>
              <a:buFont typeface="Patrick Hand"/>
              <a:buNone/>
              <a:defRPr sz="3600">
                <a:latin typeface="Patrick Hand"/>
                <a:ea typeface="Patrick Hand"/>
                <a:cs typeface="Patrick Hand"/>
                <a:sym typeface="Patrick Hand"/>
              </a:defRPr>
            </a:lvl5pPr>
            <a:lvl6pPr lvl="5" algn="ctr" rtl="0">
              <a:spcBef>
                <a:spcPts val="0"/>
              </a:spcBef>
              <a:spcAft>
                <a:spcPts val="0"/>
              </a:spcAft>
              <a:buSzPts val="3600"/>
              <a:buFont typeface="Patrick Hand"/>
              <a:buNone/>
              <a:defRPr sz="3600">
                <a:latin typeface="Patrick Hand"/>
                <a:ea typeface="Patrick Hand"/>
                <a:cs typeface="Patrick Hand"/>
                <a:sym typeface="Patrick Hand"/>
              </a:defRPr>
            </a:lvl6pPr>
            <a:lvl7pPr lvl="6" algn="ctr" rtl="0">
              <a:spcBef>
                <a:spcPts val="0"/>
              </a:spcBef>
              <a:spcAft>
                <a:spcPts val="0"/>
              </a:spcAft>
              <a:buSzPts val="3600"/>
              <a:buFont typeface="Patrick Hand"/>
              <a:buNone/>
              <a:defRPr sz="3600">
                <a:latin typeface="Patrick Hand"/>
                <a:ea typeface="Patrick Hand"/>
                <a:cs typeface="Patrick Hand"/>
                <a:sym typeface="Patrick Hand"/>
              </a:defRPr>
            </a:lvl7pPr>
            <a:lvl8pPr lvl="7" algn="ctr" rtl="0">
              <a:spcBef>
                <a:spcPts val="0"/>
              </a:spcBef>
              <a:spcAft>
                <a:spcPts val="0"/>
              </a:spcAft>
              <a:buSzPts val="3600"/>
              <a:buFont typeface="Patrick Hand"/>
              <a:buNone/>
              <a:defRPr sz="3600">
                <a:latin typeface="Patrick Hand"/>
                <a:ea typeface="Patrick Hand"/>
                <a:cs typeface="Patrick Hand"/>
                <a:sym typeface="Patrick Hand"/>
              </a:defRPr>
            </a:lvl8pPr>
            <a:lvl9pPr lvl="8" algn="ctr" rtl="0">
              <a:spcBef>
                <a:spcPts val="0"/>
              </a:spcBef>
              <a:spcAft>
                <a:spcPts val="0"/>
              </a:spcAft>
              <a:buSzPts val="3600"/>
              <a:buFont typeface="Patrick Hand"/>
              <a:buNone/>
              <a:defRPr sz="3600">
                <a:latin typeface="Patrick Hand"/>
                <a:ea typeface="Patrick Hand"/>
                <a:cs typeface="Patrick Hand"/>
                <a:sym typeface="Patrick Hand"/>
              </a:defRPr>
            </a:lvl9pPr>
          </a:lstStyle>
          <a:p>
            <a:r>
              <a:rPr lang="en-US" smtClean="0"/>
              <a:t>Click to edit Master title style</a:t>
            </a:r>
            <a:endParaRPr/>
          </a:p>
        </p:txBody>
      </p:sp>
      <p:sp>
        <p:nvSpPr>
          <p:cNvPr id="216" name="Google Shape;216;p18"/>
          <p:cNvSpPr txBox="1">
            <a:spLocks noGrp="1"/>
          </p:cNvSpPr>
          <p:nvPr>
            <p:ph type="subTitle" idx="5"/>
          </p:nvPr>
        </p:nvSpPr>
        <p:spPr>
          <a:xfrm>
            <a:off x="3252150" y="3524743"/>
            <a:ext cx="2639700" cy="30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217" name="Google Shape;217;p18"/>
          <p:cNvSpPr txBox="1">
            <a:spLocks noGrp="1"/>
          </p:cNvSpPr>
          <p:nvPr>
            <p:ph type="title" idx="6"/>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2700">
                <a:solidFill>
                  <a:schemeClr val="dk1"/>
                </a:solidFill>
              </a:defRPr>
            </a:lvl1pPr>
            <a:lvl2pPr lvl="1" rtl="0">
              <a:spcBef>
                <a:spcPts val="0"/>
              </a:spcBef>
              <a:spcAft>
                <a:spcPts val="0"/>
              </a:spcAft>
              <a:buClr>
                <a:schemeClr val="dk1"/>
              </a:buClr>
              <a:buSzPts val="2700"/>
              <a:buNone/>
              <a:defRPr sz="2700">
                <a:solidFill>
                  <a:schemeClr val="dk1"/>
                </a:solidFill>
              </a:defRPr>
            </a:lvl2pPr>
            <a:lvl3pPr lvl="2" rtl="0">
              <a:spcBef>
                <a:spcPts val="0"/>
              </a:spcBef>
              <a:spcAft>
                <a:spcPts val="0"/>
              </a:spcAft>
              <a:buClr>
                <a:schemeClr val="dk1"/>
              </a:buClr>
              <a:buSzPts val="2700"/>
              <a:buNone/>
              <a:defRPr sz="2700">
                <a:solidFill>
                  <a:schemeClr val="dk1"/>
                </a:solidFill>
              </a:defRPr>
            </a:lvl3pPr>
            <a:lvl4pPr lvl="3" rtl="0">
              <a:spcBef>
                <a:spcPts val="0"/>
              </a:spcBef>
              <a:spcAft>
                <a:spcPts val="0"/>
              </a:spcAft>
              <a:buClr>
                <a:schemeClr val="dk1"/>
              </a:buClr>
              <a:buSzPts val="2700"/>
              <a:buNone/>
              <a:defRPr sz="2700">
                <a:solidFill>
                  <a:schemeClr val="dk1"/>
                </a:solidFill>
              </a:defRPr>
            </a:lvl4pPr>
            <a:lvl5pPr lvl="4" rtl="0">
              <a:spcBef>
                <a:spcPts val="0"/>
              </a:spcBef>
              <a:spcAft>
                <a:spcPts val="0"/>
              </a:spcAft>
              <a:buClr>
                <a:schemeClr val="dk1"/>
              </a:buClr>
              <a:buSzPts val="2700"/>
              <a:buNone/>
              <a:defRPr sz="2700">
                <a:solidFill>
                  <a:schemeClr val="dk1"/>
                </a:solidFill>
              </a:defRPr>
            </a:lvl5pPr>
            <a:lvl6pPr lvl="5" rtl="0">
              <a:spcBef>
                <a:spcPts val="0"/>
              </a:spcBef>
              <a:spcAft>
                <a:spcPts val="0"/>
              </a:spcAft>
              <a:buClr>
                <a:schemeClr val="dk1"/>
              </a:buClr>
              <a:buSzPts val="2700"/>
              <a:buNone/>
              <a:defRPr sz="2700">
                <a:solidFill>
                  <a:schemeClr val="dk1"/>
                </a:solidFill>
              </a:defRPr>
            </a:lvl6pPr>
            <a:lvl7pPr lvl="6" rtl="0">
              <a:spcBef>
                <a:spcPts val="0"/>
              </a:spcBef>
              <a:spcAft>
                <a:spcPts val="0"/>
              </a:spcAft>
              <a:buClr>
                <a:schemeClr val="dk1"/>
              </a:buClr>
              <a:buSzPts val="2700"/>
              <a:buNone/>
              <a:defRPr sz="2700">
                <a:solidFill>
                  <a:schemeClr val="dk1"/>
                </a:solidFill>
              </a:defRPr>
            </a:lvl7pPr>
            <a:lvl8pPr lvl="7" rtl="0">
              <a:spcBef>
                <a:spcPts val="0"/>
              </a:spcBef>
              <a:spcAft>
                <a:spcPts val="0"/>
              </a:spcAft>
              <a:buClr>
                <a:schemeClr val="dk1"/>
              </a:buClr>
              <a:buSzPts val="2700"/>
              <a:buNone/>
              <a:defRPr sz="2700">
                <a:solidFill>
                  <a:schemeClr val="dk1"/>
                </a:solidFill>
              </a:defRPr>
            </a:lvl8pPr>
            <a:lvl9pPr lvl="8" rtl="0">
              <a:spcBef>
                <a:spcPts val="0"/>
              </a:spcBef>
              <a:spcAft>
                <a:spcPts val="0"/>
              </a:spcAft>
              <a:buClr>
                <a:schemeClr val="dk1"/>
              </a:buClr>
              <a:buSzPts val="2700"/>
              <a:buNone/>
              <a:defRPr sz="2700">
                <a:solidFill>
                  <a:schemeClr val="dk1"/>
                </a:solidFill>
              </a:defRPr>
            </a:lvl9pPr>
          </a:lstStyle>
          <a:p>
            <a:r>
              <a:rPr lang="en-US" smtClean="0"/>
              <a:t>Click to edit Master title style</a:t>
            </a:r>
            <a:endParaRPr/>
          </a:p>
        </p:txBody>
      </p:sp>
      <p:sp>
        <p:nvSpPr>
          <p:cNvPr id="218" name="Google Shape;218;p18"/>
          <p:cNvSpPr/>
          <p:nvPr/>
        </p:nvSpPr>
        <p:spPr>
          <a:xfrm>
            <a:off x="-158275" y="-64087"/>
            <a:ext cx="952500" cy="758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9" name="Google Shape;219;p18"/>
          <p:cNvGrpSpPr/>
          <p:nvPr/>
        </p:nvGrpSpPr>
        <p:grpSpPr>
          <a:xfrm>
            <a:off x="-586302" y="-486552"/>
            <a:ext cx="1612942" cy="1603031"/>
            <a:chOff x="7247681" y="291521"/>
            <a:chExt cx="1169985" cy="1162796"/>
          </a:xfrm>
        </p:grpSpPr>
        <p:sp>
          <p:nvSpPr>
            <p:cNvPr id="220" name="Google Shape;220;p18"/>
            <p:cNvSpPr/>
            <p:nvPr/>
          </p:nvSpPr>
          <p:spPr>
            <a:xfrm rot="864690">
              <a:off x="7512340" y="570251"/>
              <a:ext cx="668831" cy="639301"/>
            </a:xfrm>
            <a:custGeom>
              <a:avLst/>
              <a:gdLst/>
              <a:ahLst/>
              <a:cxnLst/>
              <a:rect l="l" t="t" r="r" b="b"/>
              <a:pathLst>
                <a:path w="5164" h="4936" extrusionOk="0">
                  <a:moveTo>
                    <a:pt x="2538" y="193"/>
                  </a:moveTo>
                  <a:cubicBezTo>
                    <a:pt x="3326" y="193"/>
                    <a:pt x="4118" y="580"/>
                    <a:pt x="4468" y="1195"/>
                  </a:cubicBezTo>
                  <a:cubicBezTo>
                    <a:pt x="4854" y="1875"/>
                    <a:pt x="4653" y="2756"/>
                    <a:pt x="4004" y="3251"/>
                  </a:cubicBezTo>
                  <a:cubicBezTo>
                    <a:pt x="3834" y="3390"/>
                    <a:pt x="3757" y="3467"/>
                    <a:pt x="3679" y="3560"/>
                  </a:cubicBezTo>
                  <a:lnTo>
                    <a:pt x="3463" y="3776"/>
                  </a:lnTo>
                  <a:cubicBezTo>
                    <a:pt x="3185" y="4039"/>
                    <a:pt x="3061" y="4332"/>
                    <a:pt x="3092" y="4595"/>
                  </a:cubicBezTo>
                  <a:cubicBezTo>
                    <a:pt x="2691" y="4664"/>
                    <a:pt x="2239" y="4721"/>
                    <a:pt x="1794" y="4721"/>
                  </a:cubicBezTo>
                  <a:cubicBezTo>
                    <a:pt x="1743" y="4721"/>
                    <a:pt x="1691" y="4720"/>
                    <a:pt x="1639" y="4719"/>
                  </a:cubicBezTo>
                  <a:cubicBezTo>
                    <a:pt x="1747" y="4271"/>
                    <a:pt x="1608" y="3931"/>
                    <a:pt x="1284" y="3668"/>
                  </a:cubicBezTo>
                  <a:cubicBezTo>
                    <a:pt x="573" y="3189"/>
                    <a:pt x="233" y="2354"/>
                    <a:pt x="449" y="1643"/>
                  </a:cubicBezTo>
                  <a:cubicBezTo>
                    <a:pt x="665" y="901"/>
                    <a:pt x="1407" y="314"/>
                    <a:pt x="2288" y="206"/>
                  </a:cubicBezTo>
                  <a:cubicBezTo>
                    <a:pt x="2371" y="197"/>
                    <a:pt x="2455" y="193"/>
                    <a:pt x="2538" y="193"/>
                  </a:cubicBezTo>
                  <a:close/>
                  <a:moveTo>
                    <a:pt x="2599" y="1"/>
                  </a:moveTo>
                  <a:cubicBezTo>
                    <a:pt x="2495" y="1"/>
                    <a:pt x="2391" y="7"/>
                    <a:pt x="2288" y="20"/>
                  </a:cubicBezTo>
                  <a:cubicBezTo>
                    <a:pt x="1315" y="128"/>
                    <a:pt x="464" y="793"/>
                    <a:pt x="233" y="1597"/>
                  </a:cubicBezTo>
                  <a:cubicBezTo>
                    <a:pt x="1" y="2400"/>
                    <a:pt x="372" y="3297"/>
                    <a:pt x="1145" y="3822"/>
                  </a:cubicBezTo>
                  <a:cubicBezTo>
                    <a:pt x="1438" y="4039"/>
                    <a:pt x="1515" y="4348"/>
                    <a:pt x="1392" y="4765"/>
                  </a:cubicBezTo>
                  <a:lnTo>
                    <a:pt x="1361" y="4889"/>
                  </a:lnTo>
                  <a:lnTo>
                    <a:pt x="1485" y="4904"/>
                  </a:lnTo>
                  <a:cubicBezTo>
                    <a:pt x="1608" y="4935"/>
                    <a:pt x="1747" y="4935"/>
                    <a:pt x="1856" y="4935"/>
                  </a:cubicBezTo>
                  <a:cubicBezTo>
                    <a:pt x="2335" y="4935"/>
                    <a:pt x="2845" y="4858"/>
                    <a:pt x="3293" y="4750"/>
                  </a:cubicBezTo>
                  <a:lnTo>
                    <a:pt x="3417" y="4734"/>
                  </a:lnTo>
                  <a:lnTo>
                    <a:pt x="3386" y="4626"/>
                  </a:lnTo>
                  <a:cubicBezTo>
                    <a:pt x="3308" y="4410"/>
                    <a:pt x="3401" y="4132"/>
                    <a:pt x="3679" y="3884"/>
                  </a:cubicBezTo>
                  <a:cubicBezTo>
                    <a:pt x="3772" y="3807"/>
                    <a:pt x="3834" y="3730"/>
                    <a:pt x="3880" y="3668"/>
                  </a:cubicBezTo>
                  <a:cubicBezTo>
                    <a:pt x="3988" y="3591"/>
                    <a:pt x="4035" y="3513"/>
                    <a:pt x="4189" y="3405"/>
                  </a:cubicBezTo>
                  <a:cubicBezTo>
                    <a:pt x="4931" y="2849"/>
                    <a:pt x="5163" y="1860"/>
                    <a:pt x="4715" y="1102"/>
                  </a:cubicBezTo>
                  <a:cubicBezTo>
                    <a:pt x="4342" y="453"/>
                    <a:pt x="3474" y="1"/>
                    <a:pt x="259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8"/>
            <p:cNvSpPr/>
            <p:nvPr/>
          </p:nvSpPr>
          <p:spPr>
            <a:xfrm rot="864690">
              <a:off x="7511905" y="1138016"/>
              <a:ext cx="434533" cy="266419"/>
            </a:xfrm>
            <a:custGeom>
              <a:avLst/>
              <a:gdLst/>
              <a:ahLst/>
              <a:cxnLst/>
              <a:rect l="l" t="t" r="r" b="b"/>
              <a:pathLst>
                <a:path w="3355" h="2057" extrusionOk="0">
                  <a:moveTo>
                    <a:pt x="3122" y="295"/>
                  </a:moveTo>
                  <a:lnTo>
                    <a:pt x="3076" y="990"/>
                  </a:lnTo>
                  <a:cubicBezTo>
                    <a:pt x="3045" y="1237"/>
                    <a:pt x="3029" y="1516"/>
                    <a:pt x="3014" y="1763"/>
                  </a:cubicBezTo>
                  <a:cubicBezTo>
                    <a:pt x="2592" y="1827"/>
                    <a:pt x="2076" y="1864"/>
                    <a:pt x="1527" y="1864"/>
                  </a:cubicBezTo>
                  <a:cubicBezTo>
                    <a:pt x="1152" y="1864"/>
                    <a:pt x="760" y="1847"/>
                    <a:pt x="371" y="1809"/>
                  </a:cubicBezTo>
                  <a:cubicBezTo>
                    <a:pt x="387" y="1299"/>
                    <a:pt x="371" y="820"/>
                    <a:pt x="294" y="326"/>
                  </a:cubicBezTo>
                  <a:lnTo>
                    <a:pt x="294" y="326"/>
                  </a:lnTo>
                  <a:cubicBezTo>
                    <a:pt x="747" y="415"/>
                    <a:pt x="1204" y="461"/>
                    <a:pt x="1659" y="461"/>
                  </a:cubicBezTo>
                  <a:cubicBezTo>
                    <a:pt x="2151" y="461"/>
                    <a:pt x="2641" y="407"/>
                    <a:pt x="3122" y="295"/>
                  </a:cubicBezTo>
                  <a:close/>
                  <a:moveTo>
                    <a:pt x="3354" y="1"/>
                  </a:moveTo>
                  <a:lnTo>
                    <a:pt x="3199" y="47"/>
                  </a:lnTo>
                  <a:cubicBezTo>
                    <a:pt x="2696" y="175"/>
                    <a:pt x="2173" y="237"/>
                    <a:pt x="1645" y="237"/>
                  </a:cubicBezTo>
                  <a:cubicBezTo>
                    <a:pt x="1152" y="237"/>
                    <a:pt x="656" y="183"/>
                    <a:pt x="170" y="78"/>
                  </a:cubicBezTo>
                  <a:lnTo>
                    <a:pt x="0" y="47"/>
                  </a:lnTo>
                  <a:lnTo>
                    <a:pt x="16" y="202"/>
                  </a:lnTo>
                  <a:cubicBezTo>
                    <a:pt x="108" y="743"/>
                    <a:pt x="155" y="1284"/>
                    <a:pt x="108" y="1856"/>
                  </a:cubicBezTo>
                  <a:lnTo>
                    <a:pt x="108" y="1964"/>
                  </a:lnTo>
                  <a:lnTo>
                    <a:pt x="232" y="1979"/>
                  </a:lnTo>
                  <a:cubicBezTo>
                    <a:pt x="696" y="2041"/>
                    <a:pt x="1159" y="2057"/>
                    <a:pt x="1608" y="2057"/>
                  </a:cubicBezTo>
                  <a:cubicBezTo>
                    <a:pt x="2179" y="2057"/>
                    <a:pt x="2720" y="2010"/>
                    <a:pt x="3153" y="1917"/>
                  </a:cubicBezTo>
                  <a:lnTo>
                    <a:pt x="3246" y="1902"/>
                  </a:lnTo>
                  <a:lnTo>
                    <a:pt x="3246" y="1825"/>
                  </a:lnTo>
                  <a:cubicBezTo>
                    <a:pt x="3246" y="1547"/>
                    <a:pt x="3277" y="1253"/>
                    <a:pt x="3308" y="990"/>
                  </a:cubicBezTo>
                  <a:cubicBezTo>
                    <a:pt x="3323" y="712"/>
                    <a:pt x="3354" y="434"/>
                    <a:pt x="3354" y="140"/>
                  </a:cubicBezTo>
                  <a:lnTo>
                    <a:pt x="33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8"/>
            <p:cNvSpPr/>
            <p:nvPr/>
          </p:nvSpPr>
          <p:spPr>
            <a:xfrm rot="864690">
              <a:off x="7587199" y="1226855"/>
              <a:ext cx="300352" cy="48828"/>
            </a:xfrm>
            <a:custGeom>
              <a:avLst/>
              <a:gdLst/>
              <a:ahLst/>
              <a:cxnLst/>
              <a:rect l="l" t="t" r="r" b="b"/>
              <a:pathLst>
                <a:path w="2319" h="377" extrusionOk="0">
                  <a:moveTo>
                    <a:pt x="125" y="0"/>
                  </a:moveTo>
                  <a:cubicBezTo>
                    <a:pt x="75" y="0"/>
                    <a:pt x="27" y="21"/>
                    <a:pt x="16" y="68"/>
                  </a:cubicBezTo>
                  <a:cubicBezTo>
                    <a:pt x="0" y="130"/>
                    <a:pt x="31" y="176"/>
                    <a:pt x="93" y="207"/>
                  </a:cubicBezTo>
                  <a:cubicBezTo>
                    <a:pt x="495" y="315"/>
                    <a:pt x="927" y="377"/>
                    <a:pt x="1376" y="377"/>
                  </a:cubicBezTo>
                  <a:cubicBezTo>
                    <a:pt x="1654" y="377"/>
                    <a:pt x="1932" y="361"/>
                    <a:pt x="2195" y="300"/>
                  </a:cubicBezTo>
                  <a:cubicBezTo>
                    <a:pt x="2272" y="300"/>
                    <a:pt x="2318" y="238"/>
                    <a:pt x="2303" y="176"/>
                  </a:cubicBezTo>
                  <a:cubicBezTo>
                    <a:pt x="2303" y="136"/>
                    <a:pt x="2245" y="96"/>
                    <a:pt x="2189" y="96"/>
                  </a:cubicBezTo>
                  <a:cubicBezTo>
                    <a:pt x="2181" y="96"/>
                    <a:pt x="2172" y="97"/>
                    <a:pt x="2164" y="99"/>
                  </a:cubicBezTo>
                  <a:cubicBezTo>
                    <a:pt x="1892" y="156"/>
                    <a:pt x="1615" y="184"/>
                    <a:pt x="1339" y="184"/>
                  </a:cubicBezTo>
                  <a:cubicBezTo>
                    <a:pt x="941" y="184"/>
                    <a:pt x="545" y="125"/>
                    <a:pt x="170" y="6"/>
                  </a:cubicBezTo>
                  <a:cubicBezTo>
                    <a:pt x="156" y="2"/>
                    <a:pt x="140" y="0"/>
                    <a:pt x="12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8"/>
            <p:cNvSpPr/>
            <p:nvPr/>
          </p:nvSpPr>
          <p:spPr>
            <a:xfrm rot="864690">
              <a:off x="7597803" y="1296128"/>
              <a:ext cx="250358" cy="46238"/>
            </a:xfrm>
            <a:custGeom>
              <a:avLst/>
              <a:gdLst/>
              <a:ahLst/>
              <a:cxnLst/>
              <a:rect l="l" t="t" r="r" b="b"/>
              <a:pathLst>
                <a:path w="1933" h="357" extrusionOk="0">
                  <a:moveTo>
                    <a:pt x="170" y="1"/>
                  </a:moveTo>
                  <a:cubicBezTo>
                    <a:pt x="93" y="1"/>
                    <a:pt x="31" y="16"/>
                    <a:pt x="16" y="78"/>
                  </a:cubicBezTo>
                  <a:cubicBezTo>
                    <a:pt x="0" y="140"/>
                    <a:pt x="31" y="202"/>
                    <a:pt x="93" y="217"/>
                  </a:cubicBezTo>
                  <a:cubicBezTo>
                    <a:pt x="433" y="310"/>
                    <a:pt x="789" y="356"/>
                    <a:pt x="1160" y="356"/>
                  </a:cubicBezTo>
                  <a:cubicBezTo>
                    <a:pt x="1361" y="356"/>
                    <a:pt x="1577" y="356"/>
                    <a:pt x="1809" y="279"/>
                  </a:cubicBezTo>
                  <a:cubicBezTo>
                    <a:pt x="1871" y="279"/>
                    <a:pt x="1932" y="217"/>
                    <a:pt x="1902" y="155"/>
                  </a:cubicBezTo>
                  <a:cubicBezTo>
                    <a:pt x="1902" y="104"/>
                    <a:pt x="1848" y="74"/>
                    <a:pt x="1804" y="74"/>
                  </a:cubicBezTo>
                  <a:cubicBezTo>
                    <a:pt x="1795" y="74"/>
                    <a:pt x="1786" y="76"/>
                    <a:pt x="1778" y="78"/>
                  </a:cubicBezTo>
                  <a:cubicBezTo>
                    <a:pt x="1572" y="108"/>
                    <a:pt x="1362" y="124"/>
                    <a:pt x="1151" y="124"/>
                  </a:cubicBezTo>
                  <a:cubicBezTo>
                    <a:pt x="822" y="124"/>
                    <a:pt x="490" y="86"/>
                    <a:pt x="17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8"/>
            <p:cNvSpPr/>
            <p:nvPr/>
          </p:nvSpPr>
          <p:spPr>
            <a:xfrm rot="864690">
              <a:off x="7754418" y="777788"/>
              <a:ext cx="92217" cy="407075"/>
            </a:xfrm>
            <a:custGeom>
              <a:avLst/>
              <a:gdLst/>
              <a:ahLst/>
              <a:cxnLst/>
              <a:rect l="l" t="t" r="r" b="b"/>
              <a:pathLst>
                <a:path w="712" h="3143" extrusionOk="0">
                  <a:moveTo>
                    <a:pt x="447" y="0"/>
                  </a:moveTo>
                  <a:cubicBezTo>
                    <a:pt x="416" y="0"/>
                    <a:pt x="383" y="15"/>
                    <a:pt x="356" y="51"/>
                  </a:cubicBezTo>
                  <a:cubicBezTo>
                    <a:pt x="186" y="330"/>
                    <a:pt x="263" y="654"/>
                    <a:pt x="325" y="886"/>
                  </a:cubicBezTo>
                  <a:lnTo>
                    <a:pt x="356" y="1025"/>
                  </a:lnTo>
                  <a:cubicBezTo>
                    <a:pt x="418" y="1226"/>
                    <a:pt x="480" y="1427"/>
                    <a:pt x="464" y="1612"/>
                  </a:cubicBezTo>
                  <a:cubicBezTo>
                    <a:pt x="433" y="1767"/>
                    <a:pt x="340" y="1922"/>
                    <a:pt x="263" y="2076"/>
                  </a:cubicBezTo>
                  <a:cubicBezTo>
                    <a:pt x="232" y="2153"/>
                    <a:pt x="186" y="2215"/>
                    <a:pt x="155" y="2293"/>
                  </a:cubicBezTo>
                  <a:cubicBezTo>
                    <a:pt x="0" y="2602"/>
                    <a:pt x="0" y="2911"/>
                    <a:pt x="170" y="3112"/>
                  </a:cubicBezTo>
                  <a:cubicBezTo>
                    <a:pt x="186" y="3127"/>
                    <a:pt x="232" y="3143"/>
                    <a:pt x="263" y="3143"/>
                  </a:cubicBezTo>
                  <a:cubicBezTo>
                    <a:pt x="294" y="3143"/>
                    <a:pt x="311" y="3136"/>
                    <a:pt x="324" y="3136"/>
                  </a:cubicBezTo>
                  <a:cubicBezTo>
                    <a:pt x="330" y="3136"/>
                    <a:pt x="335" y="3137"/>
                    <a:pt x="340" y="3143"/>
                  </a:cubicBezTo>
                  <a:cubicBezTo>
                    <a:pt x="387" y="3127"/>
                    <a:pt x="402" y="3050"/>
                    <a:pt x="356" y="3003"/>
                  </a:cubicBezTo>
                  <a:cubicBezTo>
                    <a:pt x="186" y="2818"/>
                    <a:pt x="279" y="2540"/>
                    <a:pt x="356" y="2385"/>
                  </a:cubicBezTo>
                  <a:cubicBezTo>
                    <a:pt x="387" y="2339"/>
                    <a:pt x="418" y="2262"/>
                    <a:pt x="464" y="2200"/>
                  </a:cubicBezTo>
                  <a:cubicBezTo>
                    <a:pt x="557" y="2030"/>
                    <a:pt x="650" y="1844"/>
                    <a:pt x="665" y="1659"/>
                  </a:cubicBezTo>
                  <a:cubicBezTo>
                    <a:pt x="711" y="1427"/>
                    <a:pt x="650" y="1195"/>
                    <a:pt x="572" y="979"/>
                  </a:cubicBezTo>
                  <a:lnTo>
                    <a:pt x="541" y="840"/>
                  </a:lnTo>
                  <a:cubicBezTo>
                    <a:pt x="480" y="654"/>
                    <a:pt x="418" y="361"/>
                    <a:pt x="557" y="144"/>
                  </a:cubicBezTo>
                  <a:cubicBezTo>
                    <a:pt x="588" y="113"/>
                    <a:pt x="572" y="36"/>
                    <a:pt x="510" y="21"/>
                  </a:cubicBezTo>
                  <a:cubicBezTo>
                    <a:pt x="491" y="8"/>
                    <a:pt x="469" y="0"/>
                    <a:pt x="44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8"/>
            <p:cNvSpPr/>
            <p:nvPr/>
          </p:nvSpPr>
          <p:spPr>
            <a:xfrm rot="864690">
              <a:off x="7974980" y="291837"/>
              <a:ext cx="34193" cy="250358"/>
            </a:xfrm>
            <a:custGeom>
              <a:avLst/>
              <a:gdLst/>
              <a:ahLst/>
              <a:cxnLst/>
              <a:rect l="l" t="t" r="r" b="b"/>
              <a:pathLst>
                <a:path w="264" h="1933" extrusionOk="0">
                  <a:moveTo>
                    <a:pt x="155" y="0"/>
                  </a:moveTo>
                  <a:cubicBezTo>
                    <a:pt x="93" y="0"/>
                    <a:pt x="47" y="31"/>
                    <a:pt x="47" y="93"/>
                  </a:cubicBezTo>
                  <a:lnTo>
                    <a:pt x="0" y="1840"/>
                  </a:lnTo>
                  <a:cubicBezTo>
                    <a:pt x="0" y="1886"/>
                    <a:pt x="47" y="1932"/>
                    <a:pt x="124" y="1932"/>
                  </a:cubicBezTo>
                  <a:cubicBezTo>
                    <a:pt x="201" y="1932"/>
                    <a:pt x="232" y="1886"/>
                    <a:pt x="232" y="1840"/>
                  </a:cubicBezTo>
                  <a:lnTo>
                    <a:pt x="263" y="93"/>
                  </a:lnTo>
                  <a:cubicBezTo>
                    <a:pt x="263" y="31"/>
                    <a:pt x="217" y="0"/>
                    <a:pt x="15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8"/>
            <p:cNvSpPr/>
            <p:nvPr/>
          </p:nvSpPr>
          <p:spPr>
            <a:xfrm rot="864690">
              <a:off x="8201277" y="909226"/>
              <a:ext cx="216295" cy="28105"/>
            </a:xfrm>
            <a:custGeom>
              <a:avLst/>
              <a:gdLst/>
              <a:ahLst/>
              <a:cxnLst/>
              <a:rect l="l" t="t" r="r" b="b"/>
              <a:pathLst>
                <a:path w="1670" h="217" extrusionOk="0">
                  <a:moveTo>
                    <a:pt x="1546" y="0"/>
                  </a:moveTo>
                  <a:lnTo>
                    <a:pt x="124" y="16"/>
                  </a:lnTo>
                  <a:cubicBezTo>
                    <a:pt x="62" y="16"/>
                    <a:pt x="0" y="62"/>
                    <a:pt x="0" y="124"/>
                  </a:cubicBezTo>
                  <a:cubicBezTo>
                    <a:pt x="0" y="170"/>
                    <a:pt x="62" y="217"/>
                    <a:pt x="124" y="217"/>
                  </a:cubicBezTo>
                  <a:lnTo>
                    <a:pt x="1546" y="201"/>
                  </a:lnTo>
                  <a:cubicBezTo>
                    <a:pt x="1608" y="201"/>
                    <a:pt x="1669" y="155"/>
                    <a:pt x="1669" y="93"/>
                  </a:cubicBezTo>
                  <a:cubicBezTo>
                    <a:pt x="1669" y="31"/>
                    <a:pt x="1608" y="0"/>
                    <a:pt x="154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8"/>
            <p:cNvSpPr/>
            <p:nvPr/>
          </p:nvSpPr>
          <p:spPr>
            <a:xfrm rot="864690">
              <a:off x="7251065" y="636179"/>
              <a:ext cx="312527" cy="66702"/>
            </a:xfrm>
            <a:custGeom>
              <a:avLst/>
              <a:gdLst/>
              <a:ahLst/>
              <a:cxnLst/>
              <a:rect l="l" t="t" r="r" b="b"/>
              <a:pathLst>
                <a:path w="2413" h="515" extrusionOk="0">
                  <a:moveTo>
                    <a:pt x="124" y="0"/>
                  </a:moveTo>
                  <a:cubicBezTo>
                    <a:pt x="74" y="0"/>
                    <a:pt x="29" y="30"/>
                    <a:pt x="16" y="82"/>
                  </a:cubicBezTo>
                  <a:cubicBezTo>
                    <a:pt x="1" y="143"/>
                    <a:pt x="63" y="205"/>
                    <a:pt x="109" y="205"/>
                  </a:cubicBezTo>
                  <a:lnTo>
                    <a:pt x="2258" y="514"/>
                  </a:lnTo>
                  <a:lnTo>
                    <a:pt x="2273" y="514"/>
                  </a:lnTo>
                  <a:cubicBezTo>
                    <a:pt x="2335" y="514"/>
                    <a:pt x="2397" y="483"/>
                    <a:pt x="2397" y="437"/>
                  </a:cubicBezTo>
                  <a:cubicBezTo>
                    <a:pt x="2412" y="375"/>
                    <a:pt x="2350" y="313"/>
                    <a:pt x="2304" y="313"/>
                  </a:cubicBezTo>
                  <a:lnTo>
                    <a:pt x="156" y="4"/>
                  </a:lnTo>
                  <a:cubicBezTo>
                    <a:pt x="145" y="2"/>
                    <a:pt x="134" y="0"/>
                    <a:pt x="12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8"/>
            <p:cNvSpPr/>
            <p:nvPr/>
          </p:nvSpPr>
          <p:spPr>
            <a:xfrm rot="864690">
              <a:off x="8164843" y="589260"/>
              <a:ext cx="92217" cy="114753"/>
            </a:xfrm>
            <a:custGeom>
              <a:avLst/>
              <a:gdLst/>
              <a:ahLst/>
              <a:cxnLst/>
              <a:rect l="l" t="t" r="r" b="b"/>
              <a:pathLst>
                <a:path w="712" h="886" extrusionOk="0">
                  <a:moveTo>
                    <a:pt x="567" y="0"/>
                  </a:moveTo>
                  <a:cubicBezTo>
                    <a:pt x="534" y="0"/>
                    <a:pt x="503" y="12"/>
                    <a:pt x="480" y="35"/>
                  </a:cubicBezTo>
                  <a:cubicBezTo>
                    <a:pt x="279" y="252"/>
                    <a:pt x="125" y="483"/>
                    <a:pt x="16" y="746"/>
                  </a:cubicBezTo>
                  <a:cubicBezTo>
                    <a:pt x="1" y="808"/>
                    <a:pt x="47" y="870"/>
                    <a:pt x="94" y="885"/>
                  </a:cubicBezTo>
                  <a:lnTo>
                    <a:pt x="140" y="885"/>
                  </a:lnTo>
                  <a:cubicBezTo>
                    <a:pt x="171" y="885"/>
                    <a:pt x="233" y="870"/>
                    <a:pt x="248" y="808"/>
                  </a:cubicBezTo>
                  <a:cubicBezTo>
                    <a:pt x="326" y="576"/>
                    <a:pt x="465" y="344"/>
                    <a:pt x="666" y="174"/>
                  </a:cubicBezTo>
                  <a:cubicBezTo>
                    <a:pt x="712" y="128"/>
                    <a:pt x="712" y="66"/>
                    <a:pt x="666" y="35"/>
                  </a:cubicBezTo>
                  <a:cubicBezTo>
                    <a:pt x="635" y="12"/>
                    <a:pt x="600" y="0"/>
                    <a:pt x="56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8"/>
            <p:cNvSpPr/>
            <p:nvPr/>
          </p:nvSpPr>
          <p:spPr>
            <a:xfrm rot="864690">
              <a:off x="7538891" y="362823"/>
              <a:ext cx="192334" cy="191946"/>
            </a:xfrm>
            <a:custGeom>
              <a:avLst/>
              <a:gdLst/>
              <a:ahLst/>
              <a:cxnLst/>
              <a:rect l="l" t="t" r="r" b="b"/>
              <a:pathLst>
                <a:path w="1485" h="1482" extrusionOk="0">
                  <a:moveTo>
                    <a:pt x="121" y="1"/>
                  </a:moveTo>
                  <a:cubicBezTo>
                    <a:pt x="105" y="1"/>
                    <a:pt x="91" y="5"/>
                    <a:pt x="78" y="13"/>
                  </a:cubicBezTo>
                  <a:cubicBezTo>
                    <a:pt x="16" y="28"/>
                    <a:pt x="1" y="90"/>
                    <a:pt x="16" y="137"/>
                  </a:cubicBezTo>
                  <a:cubicBezTo>
                    <a:pt x="264" y="693"/>
                    <a:pt x="727" y="1141"/>
                    <a:pt x="1284" y="1466"/>
                  </a:cubicBezTo>
                  <a:cubicBezTo>
                    <a:pt x="1315" y="1481"/>
                    <a:pt x="1330" y="1481"/>
                    <a:pt x="1346" y="1481"/>
                  </a:cubicBezTo>
                  <a:cubicBezTo>
                    <a:pt x="1392" y="1481"/>
                    <a:pt x="1423" y="1466"/>
                    <a:pt x="1438" y="1419"/>
                  </a:cubicBezTo>
                  <a:cubicBezTo>
                    <a:pt x="1485" y="1388"/>
                    <a:pt x="1469" y="1327"/>
                    <a:pt x="1407" y="1280"/>
                  </a:cubicBezTo>
                  <a:cubicBezTo>
                    <a:pt x="882" y="1002"/>
                    <a:pt x="465" y="569"/>
                    <a:pt x="233" y="75"/>
                  </a:cubicBezTo>
                  <a:cubicBezTo>
                    <a:pt x="210" y="29"/>
                    <a:pt x="163" y="1"/>
                    <a:pt x="12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8"/>
            <p:cNvSpPr/>
            <p:nvPr/>
          </p:nvSpPr>
          <p:spPr>
            <a:xfrm rot="864690">
              <a:off x="8092500" y="1038304"/>
              <a:ext cx="160343" cy="94289"/>
            </a:xfrm>
            <a:custGeom>
              <a:avLst/>
              <a:gdLst/>
              <a:ahLst/>
              <a:cxnLst/>
              <a:rect l="l" t="t" r="r" b="b"/>
              <a:pathLst>
                <a:path w="1238" h="728" extrusionOk="0">
                  <a:moveTo>
                    <a:pt x="126" y="0"/>
                  </a:moveTo>
                  <a:cubicBezTo>
                    <a:pt x="102" y="0"/>
                    <a:pt x="80" y="5"/>
                    <a:pt x="62" y="17"/>
                  </a:cubicBezTo>
                  <a:cubicBezTo>
                    <a:pt x="1" y="32"/>
                    <a:pt x="1" y="110"/>
                    <a:pt x="32" y="156"/>
                  </a:cubicBezTo>
                  <a:cubicBezTo>
                    <a:pt x="310" y="419"/>
                    <a:pt x="650" y="635"/>
                    <a:pt x="1067" y="728"/>
                  </a:cubicBezTo>
                  <a:lnTo>
                    <a:pt x="1098" y="728"/>
                  </a:lnTo>
                  <a:cubicBezTo>
                    <a:pt x="1160" y="728"/>
                    <a:pt x="1191" y="697"/>
                    <a:pt x="1206" y="697"/>
                  </a:cubicBezTo>
                  <a:cubicBezTo>
                    <a:pt x="1237" y="635"/>
                    <a:pt x="1191" y="573"/>
                    <a:pt x="1144" y="558"/>
                  </a:cubicBezTo>
                  <a:cubicBezTo>
                    <a:pt x="789" y="465"/>
                    <a:pt x="464" y="295"/>
                    <a:pt x="232" y="32"/>
                  </a:cubicBezTo>
                  <a:cubicBezTo>
                    <a:pt x="204" y="13"/>
                    <a:pt x="163" y="0"/>
                    <a:pt x="12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8"/>
            <p:cNvSpPr/>
            <p:nvPr/>
          </p:nvSpPr>
          <p:spPr>
            <a:xfrm rot="864690">
              <a:off x="7382482" y="916015"/>
              <a:ext cx="136253" cy="103226"/>
            </a:xfrm>
            <a:custGeom>
              <a:avLst/>
              <a:gdLst/>
              <a:ahLst/>
              <a:cxnLst/>
              <a:rect l="l" t="t" r="r" b="b"/>
              <a:pathLst>
                <a:path w="1052" h="797" extrusionOk="0">
                  <a:moveTo>
                    <a:pt x="920" y="1"/>
                  </a:moveTo>
                  <a:cubicBezTo>
                    <a:pt x="893" y="1"/>
                    <a:pt x="866" y="9"/>
                    <a:pt x="835" y="24"/>
                  </a:cubicBezTo>
                  <a:lnTo>
                    <a:pt x="47" y="627"/>
                  </a:lnTo>
                  <a:cubicBezTo>
                    <a:pt x="0" y="642"/>
                    <a:pt x="0" y="720"/>
                    <a:pt x="47" y="766"/>
                  </a:cubicBezTo>
                  <a:cubicBezTo>
                    <a:pt x="78" y="781"/>
                    <a:pt x="109" y="797"/>
                    <a:pt x="140" y="797"/>
                  </a:cubicBezTo>
                  <a:cubicBezTo>
                    <a:pt x="155" y="797"/>
                    <a:pt x="186" y="797"/>
                    <a:pt x="217" y="766"/>
                  </a:cubicBezTo>
                  <a:lnTo>
                    <a:pt x="1005" y="163"/>
                  </a:lnTo>
                  <a:cubicBezTo>
                    <a:pt x="1051" y="148"/>
                    <a:pt x="1051" y="70"/>
                    <a:pt x="1005" y="24"/>
                  </a:cubicBezTo>
                  <a:cubicBezTo>
                    <a:pt x="974" y="9"/>
                    <a:pt x="947" y="1"/>
                    <a:pt x="92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 name="Google Shape;232;p18"/>
          <p:cNvGrpSpPr/>
          <p:nvPr/>
        </p:nvGrpSpPr>
        <p:grpSpPr>
          <a:xfrm>
            <a:off x="8216462" y="0"/>
            <a:ext cx="1051685" cy="885376"/>
            <a:chOff x="284887" y="816125"/>
            <a:chExt cx="1051685" cy="885376"/>
          </a:xfrm>
        </p:grpSpPr>
        <p:sp>
          <p:nvSpPr>
            <p:cNvPr id="233" name="Google Shape;233;p18"/>
            <p:cNvSpPr/>
            <p:nvPr/>
          </p:nvSpPr>
          <p:spPr>
            <a:xfrm>
              <a:off x="575067" y="952593"/>
              <a:ext cx="471302" cy="504335"/>
            </a:xfrm>
            <a:custGeom>
              <a:avLst/>
              <a:gdLst/>
              <a:ahLst/>
              <a:cxnLst/>
              <a:rect l="l" t="t" r="r" b="b"/>
              <a:pathLst>
                <a:path w="3154" h="3375" extrusionOk="0">
                  <a:moveTo>
                    <a:pt x="1700" y="0"/>
                  </a:moveTo>
                  <a:cubicBezTo>
                    <a:pt x="1428" y="0"/>
                    <a:pt x="1165" y="138"/>
                    <a:pt x="1083" y="413"/>
                  </a:cubicBezTo>
                  <a:cubicBezTo>
                    <a:pt x="928" y="521"/>
                    <a:pt x="805" y="675"/>
                    <a:pt x="774" y="923"/>
                  </a:cubicBezTo>
                  <a:cubicBezTo>
                    <a:pt x="774" y="984"/>
                    <a:pt x="758" y="1046"/>
                    <a:pt x="758" y="1108"/>
                  </a:cubicBezTo>
                  <a:cubicBezTo>
                    <a:pt x="372" y="1154"/>
                    <a:pt x="1" y="1464"/>
                    <a:pt x="202" y="1912"/>
                  </a:cubicBezTo>
                  <a:cubicBezTo>
                    <a:pt x="279" y="2113"/>
                    <a:pt x="356" y="2314"/>
                    <a:pt x="341" y="2530"/>
                  </a:cubicBezTo>
                  <a:cubicBezTo>
                    <a:pt x="295" y="2855"/>
                    <a:pt x="387" y="3195"/>
                    <a:pt x="727" y="3318"/>
                  </a:cubicBezTo>
                  <a:cubicBezTo>
                    <a:pt x="811" y="3355"/>
                    <a:pt x="907" y="3374"/>
                    <a:pt x="1005" y="3374"/>
                  </a:cubicBezTo>
                  <a:cubicBezTo>
                    <a:pt x="1233" y="3374"/>
                    <a:pt x="1469" y="3272"/>
                    <a:pt x="1577" y="3056"/>
                  </a:cubicBezTo>
                  <a:cubicBezTo>
                    <a:pt x="1608" y="2978"/>
                    <a:pt x="1655" y="2901"/>
                    <a:pt x="1670" y="2824"/>
                  </a:cubicBezTo>
                  <a:lnTo>
                    <a:pt x="2072" y="2994"/>
                  </a:lnTo>
                  <a:cubicBezTo>
                    <a:pt x="2192" y="3047"/>
                    <a:pt x="2320" y="3077"/>
                    <a:pt x="2445" y="3077"/>
                  </a:cubicBezTo>
                  <a:cubicBezTo>
                    <a:pt x="2610" y="3077"/>
                    <a:pt x="2768" y="3024"/>
                    <a:pt x="2891" y="2901"/>
                  </a:cubicBezTo>
                  <a:cubicBezTo>
                    <a:pt x="3077" y="2731"/>
                    <a:pt x="3154" y="2345"/>
                    <a:pt x="2984" y="2113"/>
                  </a:cubicBezTo>
                  <a:cubicBezTo>
                    <a:pt x="2659" y="1665"/>
                    <a:pt x="2458" y="1201"/>
                    <a:pt x="2427" y="644"/>
                  </a:cubicBezTo>
                  <a:cubicBezTo>
                    <a:pt x="2393" y="215"/>
                    <a:pt x="2039" y="0"/>
                    <a:pt x="1700" y="0"/>
                  </a:cubicBezTo>
                  <a:close/>
                </a:path>
              </a:pathLst>
            </a:custGeom>
            <a:solidFill>
              <a:srgbClr val="88F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8"/>
            <p:cNvSpPr/>
            <p:nvPr/>
          </p:nvSpPr>
          <p:spPr>
            <a:xfrm>
              <a:off x="284887" y="816125"/>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bg>
      <p:bgPr>
        <a:solidFill>
          <a:schemeClr val="lt1"/>
        </a:solidFill>
        <a:effectLst/>
      </p:bgPr>
    </p:bg>
    <p:spTree>
      <p:nvGrpSpPr>
        <p:cNvPr id="1" name="Shape 235"/>
        <p:cNvGrpSpPr/>
        <p:nvPr/>
      </p:nvGrpSpPr>
      <p:grpSpPr>
        <a:xfrm>
          <a:off x="0" y="0"/>
          <a:ext cx="0" cy="0"/>
          <a:chOff x="0" y="0"/>
          <a:chExt cx="0" cy="0"/>
        </a:xfrm>
      </p:grpSpPr>
      <p:sp>
        <p:nvSpPr>
          <p:cNvPr id="236" name="Google Shape;236;p19"/>
          <p:cNvSpPr txBox="1">
            <a:spLocks noGrp="1"/>
          </p:cNvSpPr>
          <p:nvPr>
            <p:ph type="title"/>
          </p:nvPr>
        </p:nvSpPr>
        <p:spPr>
          <a:xfrm>
            <a:off x="1974300" y="6069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2700">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
        <p:nvSpPr>
          <p:cNvPr id="237" name="Google Shape;237;p19"/>
          <p:cNvSpPr txBox="1">
            <a:spLocks noGrp="1"/>
          </p:cNvSpPr>
          <p:nvPr>
            <p:ph type="title" idx="2"/>
          </p:nvPr>
        </p:nvSpPr>
        <p:spPr>
          <a:xfrm>
            <a:off x="2271525" y="1585275"/>
            <a:ext cx="13599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2000">
                <a:solidFill>
                  <a:schemeClr val="dk1"/>
                </a:solidFill>
              </a:defRPr>
            </a:lvl1pPr>
            <a:lvl2pPr lvl="1"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9pPr>
          </a:lstStyle>
          <a:p>
            <a:r>
              <a:rPr lang="en-US" smtClean="0"/>
              <a:t>Click to edit Master title style</a:t>
            </a:r>
            <a:endParaRPr/>
          </a:p>
        </p:txBody>
      </p:sp>
      <p:sp>
        <p:nvSpPr>
          <p:cNvPr id="238" name="Google Shape;238;p19"/>
          <p:cNvSpPr txBox="1">
            <a:spLocks noGrp="1"/>
          </p:cNvSpPr>
          <p:nvPr>
            <p:ph type="subTitle" idx="1"/>
          </p:nvPr>
        </p:nvSpPr>
        <p:spPr>
          <a:xfrm>
            <a:off x="1496175" y="1871761"/>
            <a:ext cx="2732700" cy="20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800"/>
              <a:buNone/>
              <a:defRPr sz="14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r>
              <a:rPr lang="en-US" smtClean="0"/>
              <a:t>Click to edit Master subtitle style</a:t>
            </a:r>
            <a:endParaRPr/>
          </a:p>
        </p:txBody>
      </p:sp>
      <p:sp>
        <p:nvSpPr>
          <p:cNvPr id="239" name="Google Shape;239;p19"/>
          <p:cNvSpPr txBox="1">
            <a:spLocks noGrp="1"/>
          </p:cNvSpPr>
          <p:nvPr>
            <p:ph type="title" idx="3"/>
          </p:nvPr>
        </p:nvSpPr>
        <p:spPr>
          <a:xfrm>
            <a:off x="2271525" y="3096975"/>
            <a:ext cx="13599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2000">
                <a:solidFill>
                  <a:schemeClr val="dk1"/>
                </a:solidFill>
              </a:defRPr>
            </a:lvl1pPr>
            <a:lvl2pPr lvl="1"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9pPr>
          </a:lstStyle>
          <a:p>
            <a:r>
              <a:rPr lang="en-US" smtClean="0"/>
              <a:t>Click to edit Master title style</a:t>
            </a:r>
            <a:endParaRPr/>
          </a:p>
        </p:txBody>
      </p:sp>
      <p:sp>
        <p:nvSpPr>
          <p:cNvPr id="240" name="Google Shape;240;p19"/>
          <p:cNvSpPr txBox="1">
            <a:spLocks noGrp="1"/>
          </p:cNvSpPr>
          <p:nvPr>
            <p:ph type="subTitle" idx="4"/>
          </p:nvPr>
        </p:nvSpPr>
        <p:spPr>
          <a:xfrm>
            <a:off x="1496175" y="3390397"/>
            <a:ext cx="2732700" cy="20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800"/>
              <a:buNone/>
              <a:defRPr sz="14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r>
              <a:rPr lang="en-US" smtClean="0"/>
              <a:t>Click to edit Master subtitle style</a:t>
            </a:r>
            <a:endParaRPr/>
          </a:p>
        </p:txBody>
      </p:sp>
      <p:sp>
        <p:nvSpPr>
          <p:cNvPr id="241" name="Google Shape;241;p19"/>
          <p:cNvSpPr txBox="1">
            <a:spLocks noGrp="1"/>
          </p:cNvSpPr>
          <p:nvPr>
            <p:ph type="title" idx="5"/>
          </p:nvPr>
        </p:nvSpPr>
        <p:spPr>
          <a:xfrm>
            <a:off x="5601525" y="1585275"/>
            <a:ext cx="13599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2000">
                <a:solidFill>
                  <a:schemeClr val="dk1"/>
                </a:solidFill>
              </a:defRPr>
            </a:lvl1pPr>
            <a:lvl2pPr lvl="1"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9pPr>
          </a:lstStyle>
          <a:p>
            <a:r>
              <a:rPr lang="en-US" smtClean="0"/>
              <a:t>Click to edit Master title style</a:t>
            </a:r>
            <a:endParaRPr/>
          </a:p>
        </p:txBody>
      </p:sp>
      <p:sp>
        <p:nvSpPr>
          <p:cNvPr id="242" name="Google Shape;242;p19"/>
          <p:cNvSpPr txBox="1">
            <a:spLocks noGrp="1"/>
          </p:cNvSpPr>
          <p:nvPr>
            <p:ph type="subTitle" idx="6"/>
          </p:nvPr>
        </p:nvSpPr>
        <p:spPr>
          <a:xfrm>
            <a:off x="4915125" y="1871761"/>
            <a:ext cx="2732700" cy="20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800"/>
              <a:buNone/>
              <a:defRPr sz="14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r>
              <a:rPr lang="en-US" smtClean="0"/>
              <a:t>Click to edit Master subtitle style</a:t>
            </a:r>
            <a:endParaRPr/>
          </a:p>
        </p:txBody>
      </p:sp>
      <p:sp>
        <p:nvSpPr>
          <p:cNvPr id="243" name="Google Shape;243;p19"/>
          <p:cNvSpPr txBox="1">
            <a:spLocks noGrp="1"/>
          </p:cNvSpPr>
          <p:nvPr>
            <p:ph type="title" idx="7"/>
          </p:nvPr>
        </p:nvSpPr>
        <p:spPr>
          <a:xfrm>
            <a:off x="5601525" y="3097125"/>
            <a:ext cx="13599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2000">
                <a:solidFill>
                  <a:schemeClr val="dk1"/>
                </a:solidFill>
              </a:defRPr>
            </a:lvl1pPr>
            <a:lvl2pPr lvl="1"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9pPr>
          </a:lstStyle>
          <a:p>
            <a:r>
              <a:rPr lang="en-US" smtClean="0"/>
              <a:t>Click to edit Master title style</a:t>
            </a:r>
            <a:endParaRPr/>
          </a:p>
        </p:txBody>
      </p:sp>
      <p:sp>
        <p:nvSpPr>
          <p:cNvPr id="244" name="Google Shape;244;p19"/>
          <p:cNvSpPr txBox="1">
            <a:spLocks noGrp="1"/>
          </p:cNvSpPr>
          <p:nvPr>
            <p:ph type="subTitle" idx="8"/>
          </p:nvPr>
        </p:nvSpPr>
        <p:spPr>
          <a:xfrm>
            <a:off x="4915125" y="3389952"/>
            <a:ext cx="2732700" cy="20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800"/>
              <a:buNone/>
              <a:defRPr sz="14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r>
              <a:rPr lang="en-US" smtClean="0"/>
              <a:t>Click to edit Master subtitle style</a:t>
            </a:r>
            <a:endParaRPr/>
          </a:p>
        </p:txBody>
      </p:sp>
      <p:grpSp>
        <p:nvGrpSpPr>
          <p:cNvPr id="245" name="Google Shape;245;p19"/>
          <p:cNvGrpSpPr/>
          <p:nvPr/>
        </p:nvGrpSpPr>
        <p:grpSpPr>
          <a:xfrm>
            <a:off x="12" y="4079200"/>
            <a:ext cx="1051685" cy="885376"/>
            <a:chOff x="284887" y="816125"/>
            <a:chExt cx="1051685" cy="885376"/>
          </a:xfrm>
        </p:grpSpPr>
        <p:sp>
          <p:nvSpPr>
            <p:cNvPr id="246" name="Google Shape;246;p19"/>
            <p:cNvSpPr/>
            <p:nvPr/>
          </p:nvSpPr>
          <p:spPr>
            <a:xfrm>
              <a:off x="575067" y="952593"/>
              <a:ext cx="471302" cy="504335"/>
            </a:xfrm>
            <a:custGeom>
              <a:avLst/>
              <a:gdLst/>
              <a:ahLst/>
              <a:cxnLst/>
              <a:rect l="l" t="t" r="r" b="b"/>
              <a:pathLst>
                <a:path w="3154" h="3375" extrusionOk="0">
                  <a:moveTo>
                    <a:pt x="1700" y="0"/>
                  </a:moveTo>
                  <a:cubicBezTo>
                    <a:pt x="1428" y="0"/>
                    <a:pt x="1165" y="138"/>
                    <a:pt x="1083" y="413"/>
                  </a:cubicBezTo>
                  <a:cubicBezTo>
                    <a:pt x="928" y="521"/>
                    <a:pt x="805" y="675"/>
                    <a:pt x="774" y="923"/>
                  </a:cubicBezTo>
                  <a:cubicBezTo>
                    <a:pt x="774" y="984"/>
                    <a:pt x="758" y="1046"/>
                    <a:pt x="758" y="1108"/>
                  </a:cubicBezTo>
                  <a:cubicBezTo>
                    <a:pt x="372" y="1154"/>
                    <a:pt x="1" y="1464"/>
                    <a:pt x="202" y="1912"/>
                  </a:cubicBezTo>
                  <a:cubicBezTo>
                    <a:pt x="279" y="2113"/>
                    <a:pt x="356" y="2314"/>
                    <a:pt x="341" y="2530"/>
                  </a:cubicBezTo>
                  <a:cubicBezTo>
                    <a:pt x="295" y="2855"/>
                    <a:pt x="387" y="3195"/>
                    <a:pt x="727" y="3318"/>
                  </a:cubicBezTo>
                  <a:cubicBezTo>
                    <a:pt x="811" y="3355"/>
                    <a:pt x="907" y="3374"/>
                    <a:pt x="1005" y="3374"/>
                  </a:cubicBezTo>
                  <a:cubicBezTo>
                    <a:pt x="1233" y="3374"/>
                    <a:pt x="1469" y="3272"/>
                    <a:pt x="1577" y="3056"/>
                  </a:cubicBezTo>
                  <a:cubicBezTo>
                    <a:pt x="1608" y="2978"/>
                    <a:pt x="1655" y="2901"/>
                    <a:pt x="1670" y="2824"/>
                  </a:cubicBezTo>
                  <a:lnTo>
                    <a:pt x="2072" y="2994"/>
                  </a:lnTo>
                  <a:cubicBezTo>
                    <a:pt x="2192" y="3047"/>
                    <a:pt x="2320" y="3077"/>
                    <a:pt x="2445" y="3077"/>
                  </a:cubicBezTo>
                  <a:cubicBezTo>
                    <a:pt x="2610" y="3077"/>
                    <a:pt x="2768" y="3024"/>
                    <a:pt x="2891" y="2901"/>
                  </a:cubicBezTo>
                  <a:cubicBezTo>
                    <a:pt x="3077" y="2731"/>
                    <a:pt x="3154" y="2345"/>
                    <a:pt x="2984" y="2113"/>
                  </a:cubicBezTo>
                  <a:cubicBezTo>
                    <a:pt x="2659" y="1665"/>
                    <a:pt x="2458" y="1201"/>
                    <a:pt x="2427" y="644"/>
                  </a:cubicBezTo>
                  <a:cubicBezTo>
                    <a:pt x="2393" y="215"/>
                    <a:pt x="2039" y="0"/>
                    <a:pt x="17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284887" y="816125"/>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8" name="Google Shape;248;p19"/>
          <p:cNvSpPr/>
          <p:nvPr/>
        </p:nvSpPr>
        <p:spPr>
          <a:xfrm rot="-1582263">
            <a:off x="94175" y="-157235"/>
            <a:ext cx="734753" cy="1339114"/>
          </a:xfrm>
          <a:custGeom>
            <a:avLst/>
            <a:gdLst/>
            <a:ahLst/>
            <a:cxnLst/>
            <a:rect l="l" t="t" r="r" b="b"/>
            <a:pathLst>
              <a:path w="5549" h="10113" extrusionOk="0">
                <a:moveTo>
                  <a:pt x="3207" y="0"/>
                </a:moveTo>
                <a:cubicBezTo>
                  <a:pt x="2393" y="0"/>
                  <a:pt x="1505" y="185"/>
                  <a:pt x="1051" y="581"/>
                </a:cubicBezTo>
                <a:cubicBezTo>
                  <a:pt x="263" y="1292"/>
                  <a:pt x="773" y="3054"/>
                  <a:pt x="850" y="3966"/>
                </a:cubicBezTo>
                <a:cubicBezTo>
                  <a:pt x="896" y="4770"/>
                  <a:pt x="958" y="5604"/>
                  <a:pt x="1020" y="6423"/>
                </a:cubicBezTo>
                <a:cubicBezTo>
                  <a:pt x="1051" y="6856"/>
                  <a:pt x="974" y="7505"/>
                  <a:pt x="1345" y="7830"/>
                </a:cubicBezTo>
                <a:cubicBezTo>
                  <a:pt x="1547" y="8002"/>
                  <a:pt x="1856" y="8081"/>
                  <a:pt x="2181" y="8081"/>
                </a:cubicBezTo>
                <a:cubicBezTo>
                  <a:pt x="2702" y="8081"/>
                  <a:pt x="3265" y="7879"/>
                  <a:pt x="3493" y="7536"/>
                </a:cubicBezTo>
                <a:cubicBezTo>
                  <a:pt x="3818" y="7042"/>
                  <a:pt x="3679" y="6269"/>
                  <a:pt x="3679" y="5697"/>
                </a:cubicBezTo>
                <a:cubicBezTo>
                  <a:pt x="3709" y="4692"/>
                  <a:pt x="3725" y="3688"/>
                  <a:pt x="3740" y="2714"/>
                </a:cubicBezTo>
                <a:cubicBezTo>
                  <a:pt x="3740" y="2528"/>
                  <a:pt x="3597" y="2436"/>
                  <a:pt x="3454" y="2436"/>
                </a:cubicBezTo>
                <a:cubicBezTo>
                  <a:pt x="3311" y="2436"/>
                  <a:pt x="3168" y="2528"/>
                  <a:pt x="3168" y="2714"/>
                </a:cubicBezTo>
                <a:cubicBezTo>
                  <a:pt x="3138" y="3827"/>
                  <a:pt x="3122" y="4970"/>
                  <a:pt x="3107" y="6083"/>
                </a:cubicBezTo>
                <a:cubicBezTo>
                  <a:pt x="3092" y="6613"/>
                  <a:pt x="3051" y="7475"/>
                  <a:pt x="2418" y="7475"/>
                </a:cubicBezTo>
                <a:cubicBezTo>
                  <a:pt x="2368" y="7475"/>
                  <a:pt x="2314" y="7470"/>
                  <a:pt x="2257" y="7459"/>
                </a:cubicBezTo>
                <a:cubicBezTo>
                  <a:pt x="1484" y="7320"/>
                  <a:pt x="1592" y="6238"/>
                  <a:pt x="1546" y="5666"/>
                </a:cubicBezTo>
                <a:cubicBezTo>
                  <a:pt x="1453" y="4522"/>
                  <a:pt x="1391" y="3409"/>
                  <a:pt x="1298" y="2266"/>
                </a:cubicBezTo>
                <a:cubicBezTo>
                  <a:pt x="1267" y="1740"/>
                  <a:pt x="1206" y="1678"/>
                  <a:pt x="1499" y="1246"/>
                </a:cubicBezTo>
                <a:cubicBezTo>
                  <a:pt x="1793" y="797"/>
                  <a:pt x="1839" y="828"/>
                  <a:pt x="2334" y="736"/>
                </a:cubicBezTo>
                <a:cubicBezTo>
                  <a:pt x="2643" y="674"/>
                  <a:pt x="2952" y="643"/>
                  <a:pt x="3261" y="627"/>
                </a:cubicBezTo>
                <a:cubicBezTo>
                  <a:pt x="3379" y="621"/>
                  <a:pt x="3486" y="615"/>
                  <a:pt x="3584" y="615"/>
                </a:cubicBezTo>
                <a:cubicBezTo>
                  <a:pt x="3935" y="615"/>
                  <a:pt x="4172" y="692"/>
                  <a:pt x="4389" y="1091"/>
                </a:cubicBezTo>
                <a:cubicBezTo>
                  <a:pt x="4915" y="1972"/>
                  <a:pt x="4529" y="3610"/>
                  <a:pt x="4513" y="4661"/>
                </a:cubicBezTo>
                <a:cubicBezTo>
                  <a:pt x="4467" y="5774"/>
                  <a:pt x="4436" y="6902"/>
                  <a:pt x="4389" y="8046"/>
                </a:cubicBezTo>
                <a:cubicBezTo>
                  <a:pt x="4389" y="8232"/>
                  <a:pt x="4389" y="8463"/>
                  <a:pt x="4343" y="8664"/>
                </a:cubicBezTo>
                <a:cubicBezTo>
                  <a:pt x="4158" y="9236"/>
                  <a:pt x="3648" y="9314"/>
                  <a:pt x="3138" y="9391"/>
                </a:cubicBezTo>
                <a:cubicBezTo>
                  <a:pt x="2763" y="9451"/>
                  <a:pt x="2219" y="9559"/>
                  <a:pt x="1778" y="9559"/>
                </a:cubicBezTo>
                <a:cubicBezTo>
                  <a:pt x="1655" y="9559"/>
                  <a:pt x="1539" y="9550"/>
                  <a:pt x="1437" y="9530"/>
                </a:cubicBezTo>
                <a:cubicBezTo>
                  <a:pt x="618" y="9360"/>
                  <a:pt x="711" y="8664"/>
                  <a:pt x="696" y="7969"/>
                </a:cubicBezTo>
                <a:cubicBezTo>
                  <a:pt x="665" y="7366"/>
                  <a:pt x="649" y="6763"/>
                  <a:pt x="634" y="6191"/>
                </a:cubicBezTo>
                <a:cubicBezTo>
                  <a:pt x="602" y="5994"/>
                  <a:pt x="438" y="5898"/>
                  <a:pt x="284" y="5898"/>
                </a:cubicBezTo>
                <a:cubicBezTo>
                  <a:pt x="137" y="5898"/>
                  <a:pt x="0" y="5987"/>
                  <a:pt x="0" y="6161"/>
                </a:cubicBezTo>
                <a:cubicBezTo>
                  <a:pt x="16" y="6933"/>
                  <a:pt x="31" y="7706"/>
                  <a:pt x="77" y="8479"/>
                </a:cubicBezTo>
                <a:cubicBezTo>
                  <a:pt x="93" y="8927"/>
                  <a:pt x="31" y="9468"/>
                  <a:pt x="340" y="9839"/>
                </a:cubicBezTo>
                <a:cubicBezTo>
                  <a:pt x="537" y="10064"/>
                  <a:pt x="797" y="10113"/>
                  <a:pt x="1067" y="10113"/>
                </a:cubicBezTo>
                <a:cubicBezTo>
                  <a:pt x="1242" y="10113"/>
                  <a:pt x="1422" y="10092"/>
                  <a:pt x="1592" y="10086"/>
                </a:cubicBezTo>
                <a:cubicBezTo>
                  <a:pt x="2318" y="10055"/>
                  <a:pt x="3107" y="10055"/>
                  <a:pt x="3818" y="9916"/>
                </a:cubicBezTo>
                <a:cubicBezTo>
                  <a:pt x="4776" y="9715"/>
                  <a:pt x="4915" y="8912"/>
                  <a:pt x="4961" y="8046"/>
                </a:cubicBezTo>
                <a:cubicBezTo>
                  <a:pt x="5039" y="6361"/>
                  <a:pt x="5070" y="4661"/>
                  <a:pt x="5147" y="2977"/>
                </a:cubicBezTo>
                <a:cubicBezTo>
                  <a:pt x="5193" y="2049"/>
                  <a:pt x="5549" y="643"/>
                  <a:pt x="4482" y="195"/>
                </a:cubicBezTo>
                <a:cubicBezTo>
                  <a:pt x="4157" y="67"/>
                  <a:pt x="3696" y="0"/>
                  <a:pt x="3207" y="0"/>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 name="Google Shape;249;p19"/>
          <p:cNvGrpSpPr/>
          <p:nvPr/>
        </p:nvGrpSpPr>
        <p:grpSpPr>
          <a:xfrm>
            <a:off x="8055925" y="7"/>
            <a:ext cx="894906" cy="1024649"/>
            <a:chOff x="5731825" y="4473182"/>
            <a:chExt cx="894906" cy="1024649"/>
          </a:xfrm>
        </p:grpSpPr>
        <p:sp>
          <p:nvSpPr>
            <p:cNvPr id="250" name="Google Shape;250;p19"/>
            <p:cNvSpPr/>
            <p:nvPr/>
          </p:nvSpPr>
          <p:spPr>
            <a:xfrm>
              <a:off x="5832430" y="4560965"/>
              <a:ext cx="773932" cy="847479"/>
            </a:xfrm>
            <a:custGeom>
              <a:avLst/>
              <a:gdLst/>
              <a:ahLst/>
              <a:cxnLst/>
              <a:rect l="l" t="t" r="r" b="b"/>
              <a:pathLst>
                <a:path w="8208" h="8988" extrusionOk="0">
                  <a:moveTo>
                    <a:pt x="5717" y="0"/>
                  </a:moveTo>
                  <a:cubicBezTo>
                    <a:pt x="5427" y="0"/>
                    <a:pt x="5149" y="154"/>
                    <a:pt x="5101" y="497"/>
                  </a:cubicBezTo>
                  <a:cubicBezTo>
                    <a:pt x="5008" y="1130"/>
                    <a:pt x="4931" y="1779"/>
                    <a:pt x="4853" y="2429"/>
                  </a:cubicBezTo>
                  <a:cubicBezTo>
                    <a:pt x="4765" y="2396"/>
                    <a:pt x="4672" y="2379"/>
                    <a:pt x="4581" y="2379"/>
                  </a:cubicBezTo>
                  <a:cubicBezTo>
                    <a:pt x="4326" y="2379"/>
                    <a:pt x="4091" y="2519"/>
                    <a:pt x="4034" y="2861"/>
                  </a:cubicBezTo>
                  <a:cubicBezTo>
                    <a:pt x="3880" y="3773"/>
                    <a:pt x="3710" y="4670"/>
                    <a:pt x="3493" y="5551"/>
                  </a:cubicBezTo>
                  <a:cubicBezTo>
                    <a:pt x="3416" y="4747"/>
                    <a:pt x="3401" y="3912"/>
                    <a:pt x="3169" y="3155"/>
                  </a:cubicBezTo>
                  <a:cubicBezTo>
                    <a:pt x="3069" y="2835"/>
                    <a:pt x="2796" y="2680"/>
                    <a:pt x="2519" y="2680"/>
                  </a:cubicBezTo>
                  <a:cubicBezTo>
                    <a:pt x="2408" y="2680"/>
                    <a:pt x="2296" y="2705"/>
                    <a:pt x="2195" y="2753"/>
                  </a:cubicBezTo>
                  <a:lnTo>
                    <a:pt x="2195" y="1733"/>
                  </a:lnTo>
                  <a:cubicBezTo>
                    <a:pt x="2195" y="1312"/>
                    <a:pt x="1821" y="1062"/>
                    <a:pt x="1471" y="1062"/>
                  </a:cubicBezTo>
                  <a:cubicBezTo>
                    <a:pt x="1255" y="1062"/>
                    <a:pt x="1049" y="1156"/>
                    <a:pt x="943" y="1362"/>
                  </a:cubicBezTo>
                  <a:cubicBezTo>
                    <a:pt x="870" y="1339"/>
                    <a:pt x="792" y="1327"/>
                    <a:pt x="713" y="1327"/>
                  </a:cubicBezTo>
                  <a:cubicBezTo>
                    <a:pt x="376" y="1327"/>
                    <a:pt x="31" y="1542"/>
                    <a:pt x="31" y="1980"/>
                  </a:cubicBezTo>
                  <a:cubicBezTo>
                    <a:pt x="16" y="2908"/>
                    <a:pt x="0" y="3820"/>
                    <a:pt x="0" y="4747"/>
                  </a:cubicBezTo>
                  <a:cubicBezTo>
                    <a:pt x="0" y="5141"/>
                    <a:pt x="369" y="5424"/>
                    <a:pt x="736" y="5424"/>
                  </a:cubicBezTo>
                  <a:cubicBezTo>
                    <a:pt x="800" y="5424"/>
                    <a:pt x="865" y="5415"/>
                    <a:pt x="928" y="5396"/>
                  </a:cubicBezTo>
                  <a:cubicBezTo>
                    <a:pt x="1020" y="5844"/>
                    <a:pt x="1252" y="6215"/>
                    <a:pt x="1654" y="6493"/>
                  </a:cubicBezTo>
                  <a:cubicBezTo>
                    <a:pt x="1773" y="6573"/>
                    <a:pt x="1893" y="6608"/>
                    <a:pt x="2008" y="6608"/>
                  </a:cubicBezTo>
                  <a:cubicBezTo>
                    <a:pt x="2116" y="6608"/>
                    <a:pt x="2221" y="6577"/>
                    <a:pt x="2319" y="6524"/>
                  </a:cubicBezTo>
                  <a:cubicBezTo>
                    <a:pt x="2411" y="7112"/>
                    <a:pt x="2597" y="7715"/>
                    <a:pt x="2968" y="8255"/>
                  </a:cubicBezTo>
                  <a:cubicBezTo>
                    <a:pt x="3126" y="8462"/>
                    <a:pt x="3352" y="8574"/>
                    <a:pt x="3569" y="8574"/>
                  </a:cubicBezTo>
                  <a:cubicBezTo>
                    <a:pt x="3627" y="8574"/>
                    <a:pt x="3685" y="8566"/>
                    <a:pt x="3741" y="8549"/>
                  </a:cubicBezTo>
                  <a:lnTo>
                    <a:pt x="3803" y="8657"/>
                  </a:lnTo>
                  <a:cubicBezTo>
                    <a:pt x="3943" y="8884"/>
                    <a:pt x="4155" y="8987"/>
                    <a:pt x="4368" y="8987"/>
                  </a:cubicBezTo>
                  <a:cubicBezTo>
                    <a:pt x="4646" y="8987"/>
                    <a:pt x="4925" y="8810"/>
                    <a:pt x="5039" y="8503"/>
                  </a:cubicBezTo>
                  <a:cubicBezTo>
                    <a:pt x="5178" y="8116"/>
                    <a:pt x="5302" y="7761"/>
                    <a:pt x="5410" y="7374"/>
                  </a:cubicBezTo>
                  <a:cubicBezTo>
                    <a:pt x="5420" y="7375"/>
                    <a:pt x="5429" y="7375"/>
                    <a:pt x="5439" y="7375"/>
                  </a:cubicBezTo>
                  <a:cubicBezTo>
                    <a:pt x="5738" y="7375"/>
                    <a:pt x="6032" y="7149"/>
                    <a:pt x="6136" y="6864"/>
                  </a:cubicBezTo>
                  <a:cubicBezTo>
                    <a:pt x="6291" y="6416"/>
                    <a:pt x="6445" y="5999"/>
                    <a:pt x="6600" y="5551"/>
                  </a:cubicBezTo>
                  <a:cubicBezTo>
                    <a:pt x="6690" y="5587"/>
                    <a:pt x="6787" y="5604"/>
                    <a:pt x="6884" y="5604"/>
                  </a:cubicBezTo>
                  <a:cubicBezTo>
                    <a:pt x="7119" y="5604"/>
                    <a:pt x="7354" y="5500"/>
                    <a:pt x="7496" y="5303"/>
                  </a:cubicBezTo>
                  <a:cubicBezTo>
                    <a:pt x="7836" y="4732"/>
                    <a:pt x="8053" y="4160"/>
                    <a:pt x="8146" y="3495"/>
                  </a:cubicBezTo>
                  <a:cubicBezTo>
                    <a:pt x="8207" y="3124"/>
                    <a:pt x="8037" y="2861"/>
                    <a:pt x="7806" y="2738"/>
                  </a:cubicBezTo>
                  <a:cubicBezTo>
                    <a:pt x="7821" y="2599"/>
                    <a:pt x="7821" y="2475"/>
                    <a:pt x="7836" y="2351"/>
                  </a:cubicBezTo>
                  <a:cubicBezTo>
                    <a:pt x="7883" y="1779"/>
                    <a:pt x="7790" y="1424"/>
                    <a:pt x="7326" y="1069"/>
                  </a:cubicBezTo>
                  <a:cubicBezTo>
                    <a:pt x="7229" y="1000"/>
                    <a:pt x="7115" y="969"/>
                    <a:pt x="7000" y="969"/>
                  </a:cubicBezTo>
                  <a:cubicBezTo>
                    <a:pt x="6751" y="969"/>
                    <a:pt x="6495" y="1114"/>
                    <a:pt x="6368" y="1347"/>
                  </a:cubicBezTo>
                  <a:cubicBezTo>
                    <a:pt x="6399" y="1115"/>
                    <a:pt x="6415" y="898"/>
                    <a:pt x="6430" y="667"/>
                  </a:cubicBezTo>
                  <a:cubicBezTo>
                    <a:pt x="6464" y="245"/>
                    <a:pt x="6081" y="0"/>
                    <a:pt x="57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5731825" y="4473182"/>
              <a:ext cx="894906" cy="1024649"/>
            </a:xfrm>
            <a:custGeom>
              <a:avLst/>
              <a:gdLst/>
              <a:ahLst/>
              <a:cxnLst/>
              <a:rect l="l" t="t" r="r" b="b"/>
              <a:pathLst>
                <a:path w="9491" h="10867" extrusionOk="0">
                  <a:moveTo>
                    <a:pt x="6926" y="528"/>
                  </a:moveTo>
                  <a:cubicBezTo>
                    <a:pt x="8293" y="528"/>
                    <a:pt x="8615" y="2778"/>
                    <a:pt x="8455" y="3870"/>
                  </a:cubicBezTo>
                  <a:cubicBezTo>
                    <a:pt x="8138" y="6123"/>
                    <a:pt x="7154" y="8243"/>
                    <a:pt x="6012" y="10186"/>
                  </a:cubicBezTo>
                  <a:lnTo>
                    <a:pt x="6012" y="10186"/>
                  </a:lnTo>
                  <a:cubicBezTo>
                    <a:pt x="4203" y="8572"/>
                    <a:pt x="2346" y="6754"/>
                    <a:pt x="1237" y="4612"/>
                  </a:cubicBezTo>
                  <a:cubicBezTo>
                    <a:pt x="944" y="4055"/>
                    <a:pt x="758" y="3452"/>
                    <a:pt x="743" y="2819"/>
                  </a:cubicBezTo>
                  <a:cubicBezTo>
                    <a:pt x="707" y="2061"/>
                    <a:pt x="1214" y="1368"/>
                    <a:pt x="1885" y="1368"/>
                  </a:cubicBezTo>
                  <a:cubicBezTo>
                    <a:pt x="2076" y="1368"/>
                    <a:pt x="2280" y="1425"/>
                    <a:pt x="2489" y="1551"/>
                  </a:cubicBezTo>
                  <a:cubicBezTo>
                    <a:pt x="3509" y="2170"/>
                    <a:pt x="3942" y="3282"/>
                    <a:pt x="4390" y="4318"/>
                  </a:cubicBezTo>
                  <a:cubicBezTo>
                    <a:pt x="4430" y="4421"/>
                    <a:pt x="4515" y="4465"/>
                    <a:pt x="4606" y="4465"/>
                  </a:cubicBezTo>
                  <a:cubicBezTo>
                    <a:pt x="4760" y="4465"/>
                    <a:pt x="4931" y="4338"/>
                    <a:pt x="4931" y="4163"/>
                  </a:cubicBezTo>
                  <a:cubicBezTo>
                    <a:pt x="4931" y="2989"/>
                    <a:pt x="4931" y="1319"/>
                    <a:pt x="6183" y="717"/>
                  </a:cubicBezTo>
                  <a:cubicBezTo>
                    <a:pt x="6460" y="586"/>
                    <a:pt x="6706" y="528"/>
                    <a:pt x="6926" y="528"/>
                  </a:cubicBezTo>
                  <a:close/>
                  <a:moveTo>
                    <a:pt x="6788" y="1"/>
                  </a:moveTo>
                  <a:cubicBezTo>
                    <a:pt x="6450" y="1"/>
                    <a:pt x="6107" y="90"/>
                    <a:pt x="5781" y="284"/>
                  </a:cubicBezTo>
                  <a:cubicBezTo>
                    <a:pt x="4819" y="859"/>
                    <a:pt x="4498" y="1878"/>
                    <a:pt x="4393" y="2920"/>
                  </a:cubicBezTo>
                  <a:lnTo>
                    <a:pt x="4393" y="2920"/>
                  </a:lnTo>
                  <a:cubicBezTo>
                    <a:pt x="3958" y="2051"/>
                    <a:pt x="3407" y="1247"/>
                    <a:pt x="2474" y="840"/>
                  </a:cubicBezTo>
                  <a:cubicBezTo>
                    <a:pt x="2271" y="752"/>
                    <a:pt x="2067" y="711"/>
                    <a:pt x="1870" y="711"/>
                  </a:cubicBezTo>
                  <a:cubicBezTo>
                    <a:pt x="999" y="711"/>
                    <a:pt x="244" y="1497"/>
                    <a:pt x="155" y="2417"/>
                  </a:cubicBezTo>
                  <a:cubicBezTo>
                    <a:pt x="1" y="3947"/>
                    <a:pt x="990" y="5338"/>
                    <a:pt x="1840" y="6482"/>
                  </a:cubicBezTo>
                  <a:cubicBezTo>
                    <a:pt x="3015" y="8089"/>
                    <a:pt x="4390" y="9480"/>
                    <a:pt x="5874" y="10763"/>
                  </a:cubicBezTo>
                  <a:cubicBezTo>
                    <a:pt x="5936" y="10836"/>
                    <a:pt x="6009" y="10866"/>
                    <a:pt x="6079" y="10866"/>
                  </a:cubicBezTo>
                  <a:cubicBezTo>
                    <a:pt x="6188" y="10866"/>
                    <a:pt x="6290" y="10795"/>
                    <a:pt x="6335" y="10701"/>
                  </a:cubicBezTo>
                  <a:lnTo>
                    <a:pt x="6335" y="10701"/>
                  </a:lnTo>
                  <a:cubicBezTo>
                    <a:pt x="6371" y="10677"/>
                    <a:pt x="6404" y="10641"/>
                    <a:pt x="6431" y="10593"/>
                  </a:cubicBezTo>
                  <a:cubicBezTo>
                    <a:pt x="7358" y="9032"/>
                    <a:pt x="8177" y="7378"/>
                    <a:pt x="8672" y="5616"/>
                  </a:cubicBezTo>
                  <a:cubicBezTo>
                    <a:pt x="9058" y="4225"/>
                    <a:pt x="9491" y="2432"/>
                    <a:pt x="8656" y="1103"/>
                  </a:cubicBezTo>
                  <a:cubicBezTo>
                    <a:pt x="8232" y="425"/>
                    <a:pt x="7525" y="1"/>
                    <a:pt x="6788" y="1"/>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lt1"/>
        </a:solidFill>
        <a:effectLst/>
      </p:bgPr>
    </p:bg>
    <p:spTree>
      <p:nvGrpSpPr>
        <p:cNvPr id="1" name="Shape 252"/>
        <p:cNvGrpSpPr/>
        <p:nvPr/>
      </p:nvGrpSpPr>
      <p:grpSpPr>
        <a:xfrm>
          <a:off x="0" y="0"/>
          <a:ext cx="0" cy="0"/>
          <a:chOff x="0" y="0"/>
          <a:chExt cx="0" cy="0"/>
        </a:xfrm>
      </p:grpSpPr>
      <p:sp>
        <p:nvSpPr>
          <p:cNvPr id="253" name="Google Shape;253;p20"/>
          <p:cNvSpPr txBox="1">
            <a:spLocks noGrp="1"/>
          </p:cNvSpPr>
          <p:nvPr>
            <p:ph type="title"/>
          </p:nvPr>
        </p:nvSpPr>
        <p:spPr>
          <a:xfrm>
            <a:off x="2914950" y="1784925"/>
            <a:ext cx="33615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000"/>
              <a:buNone/>
              <a:defRPr sz="2000">
                <a:solidFill>
                  <a:schemeClr val="dk1"/>
                </a:solidFill>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r>
              <a:rPr lang="en-US" smtClean="0"/>
              <a:t>Click to edit Master title style</a:t>
            </a:r>
            <a:endParaRPr/>
          </a:p>
        </p:txBody>
      </p:sp>
      <p:sp>
        <p:nvSpPr>
          <p:cNvPr id="254" name="Google Shape;254;p20"/>
          <p:cNvSpPr txBox="1">
            <a:spLocks noGrp="1"/>
          </p:cNvSpPr>
          <p:nvPr>
            <p:ph type="subTitle" idx="1"/>
          </p:nvPr>
        </p:nvSpPr>
        <p:spPr>
          <a:xfrm>
            <a:off x="6874450" y="3752150"/>
            <a:ext cx="1311000" cy="25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r>
              <a:rPr lang="en-US" smtClean="0"/>
              <a:t>Click to edit Master subtitle style</a:t>
            </a:r>
            <a:endParaRPr/>
          </a:p>
        </p:txBody>
      </p:sp>
      <p:grpSp>
        <p:nvGrpSpPr>
          <p:cNvPr id="255" name="Google Shape;255;p20"/>
          <p:cNvGrpSpPr/>
          <p:nvPr/>
        </p:nvGrpSpPr>
        <p:grpSpPr>
          <a:xfrm>
            <a:off x="6626725" y="-100504"/>
            <a:ext cx="1051672" cy="685801"/>
            <a:chOff x="7255375" y="4149246"/>
            <a:chExt cx="1051672" cy="685801"/>
          </a:xfrm>
        </p:grpSpPr>
        <p:sp>
          <p:nvSpPr>
            <p:cNvPr id="256" name="Google Shape;256;p20"/>
            <p:cNvSpPr/>
            <p:nvPr/>
          </p:nvSpPr>
          <p:spPr>
            <a:xfrm>
              <a:off x="7420482" y="4402677"/>
              <a:ext cx="708329" cy="349265"/>
            </a:xfrm>
            <a:custGeom>
              <a:avLst/>
              <a:gdLst/>
              <a:ahLst/>
              <a:cxnLst/>
              <a:rect l="l" t="t" r="r" b="b"/>
              <a:pathLst>
                <a:path w="35523" h="17518" extrusionOk="0">
                  <a:moveTo>
                    <a:pt x="3774" y="10775"/>
                  </a:moveTo>
                  <a:cubicBezTo>
                    <a:pt x="2619" y="10198"/>
                    <a:pt x="353" y="8285"/>
                    <a:pt x="100" y="9551"/>
                  </a:cubicBezTo>
                  <a:cubicBezTo>
                    <a:pt x="-700" y="13554"/>
                    <a:pt x="6631" y="19346"/>
                    <a:pt x="9897" y="16898"/>
                  </a:cubicBezTo>
                  <a:cubicBezTo>
                    <a:pt x="14519" y="13434"/>
                    <a:pt x="9580" y="3364"/>
                    <a:pt x="14387" y="162"/>
                  </a:cubicBezTo>
                  <a:cubicBezTo>
                    <a:pt x="15361" y="-487"/>
                    <a:pt x="16028" y="1919"/>
                    <a:pt x="16428" y="3019"/>
                  </a:cubicBezTo>
                  <a:cubicBezTo>
                    <a:pt x="17676" y="6450"/>
                    <a:pt x="17937" y="11459"/>
                    <a:pt x="21327" y="12816"/>
                  </a:cubicBezTo>
                  <a:cubicBezTo>
                    <a:pt x="23352" y="13627"/>
                    <a:pt x="26043" y="14435"/>
                    <a:pt x="27858" y="13225"/>
                  </a:cubicBezTo>
                  <a:cubicBezTo>
                    <a:pt x="30136" y="11706"/>
                    <a:pt x="34340" y="6953"/>
                    <a:pt x="35206" y="9551"/>
                  </a:cubicBezTo>
                  <a:cubicBezTo>
                    <a:pt x="37745" y="17172"/>
                    <a:pt x="18742" y="7827"/>
                    <a:pt x="11122" y="10367"/>
                  </a:cubicBezTo>
                </a:path>
              </a:pathLst>
            </a:custGeom>
            <a:noFill/>
            <a:ln w="228600" cap="flat" cmpd="sng">
              <a:solidFill>
                <a:schemeClr val="accent1"/>
              </a:solidFill>
              <a:prstDash val="solid"/>
              <a:round/>
              <a:headEnd type="none" w="med" len="med"/>
              <a:tailEnd type="none" w="med" len="med"/>
            </a:ln>
          </p:spPr>
        </p:sp>
        <p:sp>
          <p:nvSpPr>
            <p:cNvPr id="257" name="Google Shape;257;p20"/>
            <p:cNvSpPr/>
            <p:nvPr/>
          </p:nvSpPr>
          <p:spPr>
            <a:xfrm>
              <a:off x="7255375" y="4149246"/>
              <a:ext cx="1051672" cy="685801"/>
            </a:xfrm>
            <a:custGeom>
              <a:avLst/>
              <a:gdLst/>
              <a:ahLst/>
              <a:cxnLst/>
              <a:rect l="l" t="t" r="r" b="b"/>
              <a:pathLst>
                <a:path w="10141" h="6613" extrusionOk="0">
                  <a:moveTo>
                    <a:pt x="4689" y="581"/>
                  </a:moveTo>
                  <a:cubicBezTo>
                    <a:pt x="5301" y="581"/>
                    <a:pt x="5834" y="1062"/>
                    <a:pt x="6038" y="1698"/>
                  </a:cubicBezTo>
                  <a:cubicBezTo>
                    <a:pt x="6305" y="2398"/>
                    <a:pt x="6171" y="3199"/>
                    <a:pt x="6104" y="3933"/>
                  </a:cubicBezTo>
                  <a:cubicBezTo>
                    <a:pt x="6071" y="4116"/>
                    <a:pt x="6205" y="4208"/>
                    <a:pt x="6350" y="4208"/>
                  </a:cubicBezTo>
                  <a:cubicBezTo>
                    <a:pt x="6496" y="4208"/>
                    <a:pt x="6655" y="4116"/>
                    <a:pt x="6672" y="3933"/>
                  </a:cubicBezTo>
                  <a:lnTo>
                    <a:pt x="6672" y="3899"/>
                  </a:lnTo>
                  <a:cubicBezTo>
                    <a:pt x="7039" y="3614"/>
                    <a:pt x="7493" y="3440"/>
                    <a:pt x="7944" y="3440"/>
                  </a:cubicBezTo>
                  <a:cubicBezTo>
                    <a:pt x="8230" y="3440"/>
                    <a:pt x="8514" y="3510"/>
                    <a:pt x="8773" y="3666"/>
                  </a:cubicBezTo>
                  <a:cubicBezTo>
                    <a:pt x="9407" y="4133"/>
                    <a:pt x="9474" y="5100"/>
                    <a:pt x="9107" y="5801"/>
                  </a:cubicBezTo>
                  <a:cubicBezTo>
                    <a:pt x="9073" y="5867"/>
                    <a:pt x="9073" y="5934"/>
                    <a:pt x="9073" y="5967"/>
                  </a:cubicBezTo>
                  <a:cubicBezTo>
                    <a:pt x="9007" y="5934"/>
                    <a:pt x="8940" y="5901"/>
                    <a:pt x="8906" y="5901"/>
                  </a:cubicBezTo>
                  <a:cubicBezTo>
                    <a:pt x="7922" y="5838"/>
                    <a:pt x="6928" y="5813"/>
                    <a:pt x="5932" y="5813"/>
                  </a:cubicBezTo>
                  <a:cubicBezTo>
                    <a:pt x="4262" y="5813"/>
                    <a:pt x="2585" y="5884"/>
                    <a:pt x="934" y="5967"/>
                  </a:cubicBezTo>
                  <a:cubicBezTo>
                    <a:pt x="967" y="5934"/>
                    <a:pt x="967" y="5834"/>
                    <a:pt x="934" y="5767"/>
                  </a:cubicBezTo>
                  <a:cubicBezTo>
                    <a:pt x="567" y="5334"/>
                    <a:pt x="567" y="4566"/>
                    <a:pt x="1001" y="4166"/>
                  </a:cubicBezTo>
                  <a:cubicBezTo>
                    <a:pt x="1140" y="4055"/>
                    <a:pt x="1312" y="4006"/>
                    <a:pt x="1489" y="4006"/>
                  </a:cubicBezTo>
                  <a:cubicBezTo>
                    <a:pt x="1952" y="4006"/>
                    <a:pt x="2454" y="4342"/>
                    <a:pt x="2502" y="4800"/>
                  </a:cubicBezTo>
                  <a:cubicBezTo>
                    <a:pt x="2535" y="4983"/>
                    <a:pt x="2694" y="5075"/>
                    <a:pt x="2840" y="5075"/>
                  </a:cubicBezTo>
                  <a:cubicBezTo>
                    <a:pt x="2986" y="5075"/>
                    <a:pt x="3119" y="4983"/>
                    <a:pt x="3102" y="4800"/>
                  </a:cubicBezTo>
                  <a:cubicBezTo>
                    <a:pt x="3102" y="4733"/>
                    <a:pt x="3102" y="4667"/>
                    <a:pt x="3036" y="4633"/>
                  </a:cubicBezTo>
                  <a:lnTo>
                    <a:pt x="3036" y="4566"/>
                  </a:lnTo>
                  <a:cubicBezTo>
                    <a:pt x="3002" y="3232"/>
                    <a:pt x="2669" y="1464"/>
                    <a:pt x="4103" y="730"/>
                  </a:cubicBezTo>
                  <a:cubicBezTo>
                    <a:pt x="4301" y="627"/>
                    <a:pt x="4499" y="581"/>
                    <a:pt x="4689" y="581"/>
                  </a:cubicBezTo>
                  <a:close/>
                  <a:moveTo>
                    <a:pt x="4671" y="1"/>
                  </a:moveTo>
                  <a:cubicBezTo>
                    <a:pt x="4562" y="1"/>
                    <a:pt x="4450" y="10"/>
                    <a:pt x="4337" y="30"/>
                  </a:cubicBezTo>
                  <a:cubicBezTo>
                    <a:pt x="2502" y="363"/>
                    <a:pt x="2268" y="2298"/>
                    <a:pt x="2502" y="3899"/>
                  </a:cubicBezTo>
                  <a:cubicBezTo>
                    <a:pt x="2231" y="3607"/>
                    <a:pt x="1842" y="3433"/>
                    <a:pt x="1442" y="3433"/>
                  </a:cubicBezTo>
                  <a:cubicBezTo>
                    <a:pt x="1202" y="3433"/>
                    <a:pt x="959" y="3495"/>
                    <a:pt x="734" y="3632"/>
                  </a:cubicBezTo>
                  <a:cubicBezTo>
                    <a:pt x="300" y="3899"/>
                    <a:pt x="67" y="4366"/>
                    <a:pt x="67" y="4867"/>
                  </a:cubicBezTo>
                  <a:cubicBezTo>
                    <a:pt x="0" y="5334"/>
                    <a:pt x="234" y="5734"/>
                    <a:pt x="634" y="6034"/>
                  </a:cubicBezTo>
                  <a:cubicBezTo>
                    <a:pt x="434" y="6101"/>
                    <a:pt x="467" y="6401"/>
                    <a:pt x="734" y="6434"/>
                  </a:cubicBezTo>
                  <a:cubicBezTo>
                    <a:pt x="2535" y="6523"/>
                    <a:pt x="4351" y="6612"/>
                    <a:pt x="6172" y="6612"/>
                  </a:cubicBezTo>
                  <a:cubicBezTo>
                    <a:pt x="7083" y="6612"/>
                    <a:pt x="7995" y="6590"/>
                    <a:pt x="8906" y="6535"/>
                  </a:cubicBezTo>
                  <a:cubicBezTo>
                    <a:pt x="9107" y="6535"/>
                    <a:pt x="9173" y="6368"/>
                    <a:pt x="9173" y="6168"/>
                  </a:cubicBezTo>
                  <a:cubicBezTo>
                    <a:pt x="9240" y="6218"/>
                    <a:pt x="9315" y="6251"/>
                    <a:pt x="9390" y="6251"/>
                  </a:cubicBezTo>
                  <a:cubicBezTo>
                    <a:pt x="9465" y="6251"/>
                    <a:pt x="9540" y="6218"/>
                    <a:pt x="9607" y="6134"/>
                  </a:cubicBezTo>
                  <a:cubicBezTo>
                    <a:pt x="10141" y="5134"/>
                    <a:pt x="9907" y="3799"/>
                    <a:pt x="8973" y="3232"/>
                  </a:cubicBezTo>
                  <a:cubicBezTo>
                    <a:pt x="8641" y="3011"/>
                    <a:pt x="8256" y="2902"/>
                    <a:pt x="7873" y="2902"/>
                  </a:cubicBezTo>
                  <a:cubicBezTo>
                    <a:pt x="7447" y="2902"/>
                    <a:pt x="7022" y="3036"/>
                    <a:pt x="6672" y="3299"/>
                  </a:cubicBezTo>
                  <a:cubicBezTo>
                    <a:pt x="6772" y="2432"/>
                    <a:pt x="6738" y="1564"/>
                    <a:pt x="6171" y="797"/>
                  </a:cubicBezTo>
                  <a:cubicBezTo>
                    <a:pt x="5830" y="314"/>
                    <a:pt x="5296" y="1"/>
                    <a:pt x="467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20"/>
          <p:cNvGrpSpPr/>
          <p:nvPr/>
        </p:nvGrpSpPr>
        <p:grpSpPr>
          <a:xfrm>
            <a:off x="-305663" y="3275350"/>
            <a:ext cx="1051685" cy="885376"/>
            <a:chOff x="284887" y="816125"/>
            <a:chExt cx="1051685" cy="885376"/>
          </a:xfrm>
        </p:grpSpPr>
        <p:sp>
          <p:nvSpPr>
            <p:cNvPr id="259" name="Google Shape;259;p20"/>
            <p:cNvSpPr/>
            <p:nvPr/>
          </p:nvSpPr>
          <p:spPr>
            <a:xfrm>
              <a:off x="575067" y="952593"/>
              <a:ext cx="471302" cy="504335"/>
            </a:xfrm>
            <a:custGeom>
              <a:avLst/>
              <a:gdLst/>
              <a:ahLst/>
              <a:cxnLst/>
              <a:rect l="l" t="t" r="r" b="b"/>
              <a:pathLst>
                <a:path w="3154" h="3375" extrusionOk="0">
                  <a:moveTo>
                    <a:pt x="1700" y="0"/>
                  </a:moveTo>
                  <a:cubicBezTo>
                    <a:pt x="1428" y="0"/>
                    <a:pt x="1165" y="138"/>
                    <a:pt x="1083" y="413"/>
                  </a:cubicBezTo>
                  <a:cubicBezTo>
                    <a:pt x="928" y="521"/>
                    <a:pt x="805" y="675"/>
                    <a:pt x="774" y="923"/>
                  </a:cubicBezTo>
                  <a:cubicBezTo>
                    <a:pt x="774" y="984"/>
                    <a:pt x="758" y="1046"/>
                    <a:pt x="758" y="1108"/>
                  </a:cubicBezTo>
                  <a:cubicBezTo>
                    <a:pt x="372" y="1154"/>
                    <a:pt x="1" y="1464"/>
                    <a:pt x="202" y="1912"/>
                  </a:cubicBezTo>
                  <a:cubicBezTo>
                    <a:pt x="279" y="2113"/>
                    <a:pt x="356" y="2314"/>
                    <a:pt x="341" y="2530"/>
                  </a:cubicBezTo>
                  <a:cubicBezTo>
                    <a:pt x="295" y="2855"/>
                    <a:pt x="387" y="3195"/>
                    <a:pt x="727" y="3318"/>
                  </a:cubicBezTo>
                  <a:cubicBezTo>
                    <a:pt x="811" y="3355"/>
                    <a:pt x="907" y="3374"/>
                    <a:pt x="1005" y="3374"/>
                  </a:cubicBezTo>
                  <a:cubicBezTo>
                    <a:pt x="1233" y="3374"/>
                    <a:pt x="1469" y="3272"/>
                    <a:pt x="1577" y="3056"/>
                  </a:cubicBezTo>
                  <a:cubicBezTo>
                    <a:pt x="1608" y="2978"/>
                    <a:pt x="1655" y="2901"/>
                    <a:pt x="1670" y="2824"/>
                  </a:cubicBezTo>
                  <a:lnTo>
                    <a:pt x="2072" y="2994"/>
                  </a:lnTo>
                  <a:cubicBezTo>
                    <a:pt x="2192" y="3047"/>
                    <a:pt x="2320" y="3077"/>
                    <a:pt x="2445" y="3077"/>
                  </a:cubicBezTo>
                  <a:cubicBezTo>
                    <a:pt x="2610" y="3077"/>
                    <a:pt x="2768" y="3024"/>
                    <a:pt x="2891" y="2901"/>
                  </a:cubicBezTo>
                  <a:cubicBezTo>
                    <a:pt x="3077" y="2731"/>
                    <a:pt x="3154" y="2345"/>
                    <a:pt x="2984" y="2113"/>
                  </a:cubicBezTo>
                  <a:cubicBezTo>
                    <a:pt x="2659" y="1665"/>
                    <a:pt x="2458" y="1201"/>
                    <a:pt x="2427" y="644"/>
                  </a:cubicBezTo>
                  <a:cubicBezTo>
                    <a:pt x="2393" y="215"/>
                    <a:pt x="2039" y="0"/>
                    <a:pt x="1700" y="0"/>
                  </a:cubicBezTo>
                  <a:close/>
                </a:path>
              </a:pathLst>
            </a:custGeom>
            <a:solidFill>
              <a:srgbClr val="88F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0"/>
            <p:cNvSpPr/>
            <p:nvPr/>
          </p:nvSpPr>
          <p:spPr>
            <a:xfrm>
              <a:off x="284887" y="816125"/>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1" name="Google Shape;261;p20"/>
          <p:cNvSpPr/>
          <p:nvPr/>
        </p:nvSpPr>
        <p:spPr>
          <a:xfrm rot="-1191946">
            <a:off x="8603567" y="2034493"/>
            <a:ext cx="1189101" cy="1420602"/>
          </a:xfrm>
          <a:custGeom>
            <a:avLst/>
            <a:gdLst/>
            <a:ahLst/>
            <a:cxnLst/>
            <a:rect l="l" t="t" r="r" b="b"/>
            <a:pathLst>
              <a:path w="18214" h="21760" extrusionOk="0">
                <a:moveTo>
                  <a:pt x="7097" y="9137"/>
                </a:moveTo>
                <a:cubicBezTo>
                  <a:pt x="7930" y="9137"/>
                  <a:pt x="8824" y="9338"/>
                  <a:pt x="9707" y="9507"/>
                </a:cubicBezTo>
                <a:cubicBezTo>
                  <a:pt x="8806" y="11508"/>
                  <a:pt x="8440" y="13710"/>
                  <a:pt x="8673" y="15978"/>
                </a:cubicBezTo>
                <a:cubicBezTo>
                  <a:pt x="8273" y="16012"/>
                  <a:pt x="7839" y="16012"/>
                  <a:pt x="7439" y="16045"/>
                </a:cubicBezTo>
                <a:cubicBezTo>
                  <a:pt x="7272" y="14811"/>
                  <a:pt x="6972" y="13610"/>
                  <a:pt x="6605" y="12376"/>
                </a:cubicBezTo>
                <a:cubicBezTo>
                  <a:pt x="6505" y="12109"/>
                  <a:pt x="5838" y="10674"/>
                  <a:pt x="5304" y="9607"/>
                </a:cubicBezTo>
                <a:cubicBezTo>
                  <a:pt x="5843" y="9258"/>
                  <a:pt x="6452" y="9137"/>
                  <a:pt x="7097" y="9137"/>
                </a:cubicBezTo>
                <a:close/>
                <a:moveTo>
                  <a:pt x="8155" y="807"/>
                </a:moveTo>
                <a:cubicBezTo>
                  <a:pt x="8439" y="807"/>
                  <a:pt x="8723" y="817"/>
                  <a:pt x="9007" y="834"/>
                </a:cubicBezTo>
                <a:cubicBezTo>
                  <a:pt x="14477" y="1001"/>
                  <a:pt x="18213" y="6271"/>
                  <a:pt x="14044" y="10674"/>
                </a:cubicBezTo>
                <a:cubicBezTo>
                  <a:pt x="12776" y="12042"/>
                  <a:pt x="9040" y="13476"/>
                  <a:pt x="10007" y="15845"/>
                </a:cubicBezTo>
                <a:lnTo>
                  <a:pt x="9007" y="15978"/>
                </a:lnTo>
                <a:cubicBezTo>
                  <a:pt x="8973" y="13710"/>
                  <a:pt x="9374" y="11575"/>
                  <a:pt x="10274" y="9640"/>
                </a:cubicBezTo>
                <a:cubicBezTo>
                  <a:pt x="10374" y="9674"/>
                  <a:pt x="10508" y="9674"/>
                  <a:pt x="10674" y="9707"/>
                </a:cubicBezTo>
                <a:cubicBezTo>
                  <a:pt x="10888" y="9741"/>
                  <a:pt x="11091" y="9760"/>
                  <a:pt x="11283" y="9760"/>
                </a:cubicBezTo>
                <a:cubicBezTo>
                  <a:pt x="12026" y="9760"/>
                  <a:pt x="12612" y="9481"/>
                  <a:pt x="13009" y="8740"/>
                </a:cubicBezTo>
                <a:cubicBezTo>
                  <a:pt x="13124" y="8557"/>
                  <a:pt x="12940" y="8374"/>
                  <a:pt x="12759" y="8374"/>
                </a:cubicBezTo>
                <a:cubicBezTo>
                  <a:pt x="12677" y="8374"/>
                  <a:pt x="12595" y="8412"/>
                  <a:pt x="12542" y="8506"/>
                </a:cubicBezTo>
                <a:cubicBezTo>
                  <a:pt x="12220" y="9052"/>
                  <a:pt x="11695" y="9229"/>
                  <a:pt x="11104" y="9229"/>
                </a:cubicBezTo>
                <a:cubicBezTo>
                  <a:pt x="10900" y="9229"/>
                  <a:pt x="10688" y="9208"/>
                  <a:pt x="10474" y="9173"/>
                </a:cubicBezTo>
                <a:cubicBezTo>
                  <a:pt x="10775" y="8540"/>
                  <a:pt x="11108" y="7973"/>
                  <a:pt x="11508" y="7372"/>
                </a:cubicBezTo>
                <a:cubicBezTo>
                  <a:pt x="11643" y="7170"/>
                  <a:pt x="11491" y="6999"/>
                  <a:pt x="11307" y="6999"/>
                </a:cubicBezTo>
                <a:cubicBezTo>
                  <a:pt x="11216" y="6999"/>
                  <a:pt x="11118" y="7040"/>
                  <a:pt x="11041" y="7139"/>
                </a:cubicBezTo>
                <a:cubicBezTo>
                  <a:pt x="10641" y="7739"/>
                  <a:pt x="10207" y="8406"/>
                  <a:pt x="9941" y="9073"/>
                </a:cubicBezTo>
                <a:cubicBezTo>
                  <a:pt x="9340" y="8907"/>
                  <a:pt x="8806" y="8740"/>
                  <a:pt x="8306" y="8673"/>
                </a:cubicBezTo>
                <a:cubicBezTo>
                  <a:pt x="8011" y="8622"/>
                  <a:pt x="7720" y="8595"/>
                  <a:pt x="7431" y="8595"/>
                </a:cubicBezTo>
                <a:cubicBezTo>
                  <a:pt x="6969" y="8595"/>
                  <a:pt x="6510" y="8663"/>
                  <a:pt x="6038" y="8806"/>
                </a:cubicBezTo>
                <a:cubicBezTo>
                  <a:pt x="5671" y="8907"/>
                  <a:pt x="5337" y="9073"/>
                  <a:pt x="5037" y="9307"/>
                </a:cubicBezTo>
                <a:cubicBezTo>
                  <a:pt x="4970" y="9140"/>
                  <a:pt x="4870" y="8973"/>
                  <a:pt x="4804" y="8840"/>
                </a:cubicBezTo>
                <a:cubicBezTo>
                  <a:pt x="4837" y="8840"/>
                  <a:pt x="4837" y="8806"/>
                  <a:pt x="4870" y="8806"/>
                </a:cubicBezTo>
                <a:cubicBezTo>
                  <a:pt x="5004" y="8706"/>
                  <a:pt x="5037" y="8540"/>
                  <a:pt x="4970" y="8406"/>
                </a:cubicBezTo>
                <a:cubicBezTo>
                  <a:pt x="4837" y="8173"/>
                  <a:pt x="4770" y="8139"/>
                  <a:pt x="4470" y="8073"/>
                </a:cubicBezTo>
                <a:cubicBezTo>
                  <a:pt x="4337" y="8073"/>
                  <a:pt x="4203" y="8173"/>
                  <a:pt x="4170" y="8306"/>
                </a:cubicBezTo>
                <a:cubicBezTo>
                  <a:pt x="4036" y="8740"/>
                  <a:pt x="4270" y="9240"/>
                  <a:pt x="4503" y="9707"/>
                </a:cubicBezTo>
                <a:cubicBezTo>
                  <a:pt x="4203" y="10041"/>
                  <a:pt x="3970" y="10408"/>
                  <a:pt x="3803" y="10875"/>
                </a:cubicBezTo>
                <a:cubicBezTo>
                  <a:pt x="3735" y="10987"/>
                  <a:pt x="3850" y="11085"/>
                  <a:pt x="3963" y="11085"/>
                </a:cubicBezTo>
                <a:cubicBezTo>
                  <a:pt x="4017" y="11085"/>
                  <a:pt x="4071" y="11062"/>
                  <a:pt x="4103" y="11008"/>
                </a:cubicBezTo>
                <a:cubicBezTo>
                  <a:pt x="4303" y="10641"/>
                  <a:pt x="4503" y="10341"/>
                  <a:pt x="4770" y="10074"/>
                </a:cubicBezTo>
                <a:cubicBezTo>
                  <a:pt x="5004" y="10474"/>
                  <a:pt x="5271" y="10841"/>
                  <a:pt x="5371" y="11141"/>
                </a:cubicBezTo>
                <a:cubicBezTo>
                  <a:pt x="6138" y="12743"/>
                  <a:pt x="6605" y="14410"/>
                  <a:pt x="6972" y="16178"/>
                </a:cubicBezTo>
                <a:lnTo>
                  <a:pt x="6138" y="16178"/>
                </a:lnTo>
                <a:cubicBezTo>
                  <a:pt x="6271" y="15511"/>
                  <a:pt x="6105" y="14911"/>
                  <a:pt x="5537" y="14344"/>
                </a:cubicBezTo>
                <a:cubicBezTo>
                  <a:pt x="4970" y="13710"/>
                  <a:pt x="4003" y="13376"/>
                  <a:pt x="3303" y="12876"/>
                </a:cubicBezTo>
                <a:cubicBezTo>
                  <a:pt x="2369" y="12209"/>
                  <a:pt x="1768" y="11342"/>
                  <a:pt x="1334" y="10308"/>
                </a:cubicBezTo>
                <a:cubicBezTo>
                  <a:pt x="467" y="8139"/>
                  <a:pt x="801" y="5671"/>
                  <a:pt x="2002" y="3703"/>
                </a:cubicBezTo>
                <a:cubicBezTo>
                  <a:pt x="3345" y="1493"/>
                  <a:pt x="5731" y="807"/>
                  <a:pt x="8155" y="807"/>
                </a:cubicBezTo>
                <a:close/>
                <a:moveTo>
                  <a:pt x="10174" y="16312"/>
                </a:moveTo>
                <a:cubicBezTo>
                  <a:pt x="10174" y="16345"/>
                  <a:pt x="10207" y="16379"/>
                  <a:pt x="10207" y="16445"/>
                </a:cubicBezTo>
                <a:cubicBezTo>
                  <a:pt x="10641" y="16912"/>
                  <a:pt x="10441" y="17212"/>
                  <a:pt x="10007" y="17446"/>
                </a:cubicBezTo>
                <a:cubicBezTo>
                  <a:pt x="9941" y="17446"/>
                  <a:pt x="9807" y="17479"/>
                  <a:pt x="9774" y="17513"/>
                </a:cubicBezTo>
                <a:cubicBezTo>
                  <a:pt x="9107" y="17780"/>
                  <a:pt x="8139" y="17813"/>
                  <a:pt x="7939" y="17813"/>
                </a:cubicBezTo>
                <a:cubicBezTo>
                  <a:pt x="7717" y="17813"/>
                  <a:pt x="7465" y="17828"/>
                  <a:pt x="7223" y="17828"/>
                </a:cubicBezTo>
                <a:cubicBezTo>
                  <a:pt x="7102" y="17828"/>
                  <a:pt x="6983" y="17824"/>
                  <a:pt x="6872" y="17813"/>
                </a:cubicBezTo>
                <a:cubicBezTo>
                  <a:pt x="6338" y="17713"/>
                  <a:pt x="5271" y="16912"/>
                  <a:pt x="5804" y="16479"/>
                </a:cubicBezTo>
                <a:lnTo>
                  <a:pt x="5804" y="16479"/>
                </a:lnTo>
                <a:cubicBezTo>
                  <a:pt x="5827" y="16490"/>
                  <a:pt x="5856" y="16497"/>
                  <a:pt x="5890" y="16497"/>
                </a:cubicBezTo>
                <a:cubicBezTo>
                  <a:pt x="5956" y="16497"/>
                  <a:pt x="6038" y="16468"/>
                  <a:pt x="6105" y="16379"/>
                </a:cubicBezTo>
                <a:cubicBezTo>
                  <a:pt x="6678" y="16479"/>
                  <a:pt x="7258" y="16524"/>
                  <a:pt x="7842" y="16524"/>
                </a:cubicBezTo>
                <a:cubicBezTo>
                  <a:pt x="8615" y="16524"/>
                  <a:pt x="9395" y="16445"/>
                  <a:pt x="10174" y="16312"/>
                </a:cubicBezTo>
                <a:close/>
                <a:moveTo>
                  <a:pt x="9874" y="18013"/>
                </a:moveTo>
                <a:lnTo>
                  <a:pt x="9874" y="18013"/>
                </a:lnTo>
                <a:cubicBezTo>
                  <a:pt x="10308" y="19014"/>
                  <a:pt x="9173" y="19814"/>
                  <a:pt x="8273" y="19814"/>
                </a:cubicBezTo>
                <a:cubicBezTo>
                  <a:pt x="7806" y="19814"/>
                  <a:pt x="7339" y="19714"/>
                  <a:pt x="6872" y="19547"/>
                </a:cubicBezTo>
                <a:cubicBezTo>
                  <a:pt x="6638" y="19481"/>
                  <a:pt x="6438" y="19381"/>
                  <a:pt x="6205" y="19281"/>
                </a:cubicBezTo>
                <a:cubicBezTo>
                  <a:pt x="5604" y="18847"/>
                  <a:pt x="5537" y="18447"/>
                  <a:pt x="6038" y="18046"/>
                </a:cubicBezTo>
                <a:lnTo>
                  <a:pt x="6038" y="18046"/>
                </a:lnTo>
                <a:cubicBezTo>
                  <a:pt x="6338" y="18180"/>
                  <a:pt x="6672" y="18280"/>
                  <a:pt x="6972" y="18313"/>
                </a:cubicBezTo>
                <a:cubicBezTo>
                  <a:pt x="7211" y="18333"/>
                  <a:pt x="7492" y="18347"/>
                  <a:pt x="7791" y="18347"/>
                </a:cubicBezTo>
                <a:cubicBezTo>
                  <a:pt x="8492" y="18347"/>
                  <a:pt x="9289" y="18270"/>
                  <a:pt x="9874" y="18013"/>
                </a:cubicBezTo>
                <a:close/>
                <a:moveTo>
                  <a:pt x="8440" y="0"/>
                </a:moveTo>
                <a:cubicBezTo>
                  <a:pt x="4370" y="0"/>
                  <a:pt x="1201" y="1868"/>
                  <a:pt x="334" y="6038"/>
                </a:cubicBezTo>
                <a:cubicBezTo>
                  <a:pt x="0" y="7739"/>
                  <a:pt x="167" y="9540"/>
                  <a:pt x="1001" y="11075"/>
                </a:cubicBezTo>
                <a:cubicBezTo>
                  <a:pt x="1368" y="11809"/>
                  <a:pt x="1868" y="12476"/>
                  <a:pt x="2469" y="12976"/>
                </a:cubicBezTo>
                <a:cubicBezTo>
                  <a:pt x="3436" y="13843"/>
                  <a:pt x="6004" y="14544"/>
                  <a:pt x="5671" y="16245"/>
                </a:cubicBezTo>
                <a:cubicBezTo>
                  <a:pt x="5371" y="16479"/>
                  <a:pt x="5204" y="16846"/>
                  <a:pt x="5304" y="17246"/>
                </a:cubicBezTo>
                <a:cubicBezTo>
                  <a:pt x="5337" y="17546"/>
                  <a:pt x="5471" y="17746"/>
                  <a:pt x="5638" y="17913"/>
                </a:cubicBezTo>
                <a:cubicBezTo>
                  <a:pt x="5337" y="18146"/>
                  <a:pt x="5171" y="18513"/>
                  <a:pt x="5271" y="18914"/>
                </a:cubicBezTo>
                <a:cubicBezTo>
                  <a:pt x="5471" y="19848"/>
                  <a:pt x="6672" y="20148"/>
                  <a:pt x="7439" y="20248"/>
                </a:cubicBezTo>
                <a:cubicBezTo>
                  <a:pt x="7694" y="20294"/>
                  <a:pt x="7958" y="20325"/>
                  <a:pt x="8220" y="20325"/>
                </a:cubicBezTo>
                <a:cubicBezTo>
                  <a:pt x="8710" y="20325"/>
                  <a:pt x="9194" y="20219"/>
                  <a:pt x="9607" y="19914"/>
                </a:cubicBezTo>
                <a:lnTo>
                  <a:pt x="9607" y="19914"/>
                </a:lnTo>
                <a:cubicBezTo>
                  <a:pt x="9198" y="20884"/>
                  <a:pt x="8390" y="21338"/>
                  <a:pt x="7592" y="21338"/>
                </a:cubicBezTo>
                <a:cubicBezTo>
                  <a:pt x="6633" y="21338"/>
                  <a:pt x="5689" y="20682"/>
                  <a:pt x="5471" y="19481"/>
                </a:cubicBezTo>
                <a:cubicBezTo>
                  <a:pt x="5455" y="19418"/>
                  <a:pt x="5395" y="19385"/>
                  <a:pt x="5335" y="19385"/>
                </a:cubicBezTo>
                <a:cubicBezTo>
                  <a:pt x="5269" y="19385"/>
                  <a:pt x="5204" y="19426"/>
                  <a:pt x="5204" y="19514"/>
                </a:cubicBezTo>
                <a:cubicBezTo>
                  <a:pt x="5294" y="20981"/>
                  <a:pt x="6456" y="21759"/>
                  <a:pt x="7628" y="21759"/>
                </a:cubicBezTo>
                <a:cubicBezTo>
                  <a:pt x="8614" y="21759"/>
                  <a:pt x="9608" y="21207"/>
                  <a:pt x="9974" y="20048"/>
                </a:cubicBezTo>
                <a:cubicBezTo>
                  <a:pt x="10007" y="19881"/>
                  <a:pt x="9874" y="19814"/>
                  <a:pt x="9774" y="19814"/>
                </a:cubicBezTo>
                <a:cubicBezTo>
                  <a:pt x="9807" y="19748"/>
                  <a:pt x="9874" y="19714"/>
                  <a:pt x="9941" y="19648"/>
                </a:cubicBezTo>
                <a:cubicBezTo>
                  <a:pt x="10341" y="19147"/>
                  <a:pt x="10508" y="18513"/>
                  <a:pt x="10274" y="17913"/>
                </a:cubicBezTo>
                <a:cubicBezTo>
                  <a:pt x="10841" y="17513"/>
                  <a:pt x="11008" y="16812"/>
                  <a:pt x="10541" y="16245"/>
                </a:cubicBezTo>
                <a:cubicBezTo>
                  <a:pt x="10708" y="16178"/>
                  <a:pt x="10808" y="15978"/>
                  <a:pt x="10674" y="15811"/>
                </a:cubicBezTo>
                <a:cubicBezTo>
                  <a:pt x="9941" y="14344"/>
                  <a:pt x="14511" y="11475"/>
                  <a:pt x="15344" y="10308"/>
                </a:cubicBezTo>
                <a:cubicBezTo>
                  <a:pt x="16345" y="8840"/>
                  <a:pt x="16879" y="7305"/>
                  <a:pt x="16612" y="5671"/>
                </a:cubicBezTo>
                <a:cubicBezTo>
                  <a:pt x="15978" y="1801"/>
                  <a:pt x="11975" y="0"/>
                  <a:pt x="84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0"/>
          <p:cNvSpPr/>
          <p:nvPr/>
        </p:nvSpPr>
        <p:spPr>
          <a:xfrm rot="-1582230">
            <a:off x="403123" y="-376560"/>
            <a:ext cx="493312" cy="899078"/>
          </a:xfrm>
          <a:custGeom>
            <a:avLst/>
            <a:gdLst/>
            <a:ahLst/>
            <a:cxnLst/>
            <a:rect l="l" t="t" r="r" b="b"/>
            <a:pathLst>
              <a:path w="5549" h="10113" extrusionOk="0">
                <a:moveTo>
                  <a:pt x="3207" y="0"/>
                </a:moveTo>
                <a:cubicBezTo>
                  <a:pt x="2393" y="0"/>
                  <a:pt x="1505" y="185"/>
                  <a:pt x="1051" y="581"/>
                </a:cubicBezTo>
                <a:cubicBezTo>
                  <a:pt x="263" y="1292"/>
                  <a:pt x="773" y="3054"/>
                  <a:pt x="850" y="3966"/>
                </a:cubicBezTo>
                <a:cubicBezTo>
                  <a:pt x="896" y="4770"/>
                  <a:pt x="958" y="5604"/>
                  <a:pt x="1020" y="6423"/>
                </a:cubicBezTo>
                <a:cubicBezTo>
                  <a:pt x="1051" y="6856"/>
                  <a:pt x="974" y="7505"/>
                  <a:pt x="1345" y="7830"/>
                </a:cubicBezTo>
                <a:cubicBezTo>
                  <a:pt x="1547" y="8002"/>
                  <a:pt x="1856" y="8081"/>
                  <a:pt x="2181" y="8081"/>
                </a:cubicBezTo>
                <a:cubicBezTo>
                  <a:pt x="2702" y="8081"/>
                  <a:pt x="3265" y="7879"/>
                  <a:pt x="3493" y="7536"/>
                </a:cubicBezTo>
                <a:cubicBezTo>
                  <a:pt x="3818" y="7042"/>
                  <a:pt x="3679" y="6269"/>
                  <a:pt x="3679" y="5697"/>
                </a:cubicBezTo>
                <a:cubicBezTo>
                  <a:pt x="3709" y="4692"/>
                  <a:pt x="3725" y="3688"/>
                  <a:pt x="3740" y="2714"/>
                </a:cubicBezTo>
                <a:cubicBezTo>
                  <a:pt x="3740" y="2528"/>
                  <a:pt x="3597" y="2436"/>
                  <a:pt x="3454" y="2436"/>
                </a:cubicBezTo>
                <a:cubicBezTo>
                  <a:pt x="3311" y="2436"/>
                  <a:pt x="3168" y="2528"/>
                  <a:pt x="3168" y="2714"/>
                </a:cubicBezTo>
                <a:cubicBezTo>
                  <a:pt x="3138" y="3827"/>
                  <a:pt x="3122" y="4970"/>
                  <a:pt x="3107" y="6083"/>
                </a:cubicBezTo>
                <a:cubicBezTo>
                  <a:pt x="3092" y="6613"/>
                  <a:pt x="3051" y="7475"/>
                  <a:pt x="2418" y="7475"/>
                </a:cubicBezTo>
                <a:cubicBezTo>
                  <a:pt x="2368" y="7475"/>
                  <a:pt x="2314" y="7470"/>
                  <a:pt x="2257" y="7459"/>
                </a:cubicBezTo>
                <a:cubicBezTo>
                  <a:pt x="1484" y="7320"/>
                  <a:pt x="1592" y="6238"/>
                  <a:pt x="1546" y="5666"/>
                </a:cubicBezTo>
                <a:cubicBezTo>
                  <a:pt x="1453" y="4522"/>
                  <a:pt x="1391" y="3409"/>
                  <a:pt x="1298" y="2266"/>
                </a:cubicBezTo>
                <a:cubicBezTo>
                  <a:pt x="1267" y="1740"/>
                  <a:pt x="1206" y="1678"/>
                  <a:pt x="1499" y="1246"/>
                </a:cubicBezTo>
                <a:cubicBezTo>
                  <a:pt x="1793" y="797"/>
                  <a:pt x="1839" y="828"/>
                  <a:pt x="2334" y="736"/>
                </a:cubicBezTo>
                <a:cubicBezTo>
                  <a:pt x="2643" y="674"/>
                  <a:pt x="2952" y="643"/>
                  <a:pt x="3261" y="627"/>
                </a:cubicBezTo>
                <a:cubicBezTo>
                  <a:pt x="3379" y="621"/>
                  <a:pt x="3486" y="615"/>
                  <a:pt x="3584" y="615"/>
                </a:cubicBezTo>
                <a:cubicBezTo>
                  <a:pt x="3935" y="615"/>
                  <a:pt x="4172" y="692"/>
                  <a:pt x="4389" y="1091"/>
                </a:cubicBezTo>
                <a:cubicBezTo>
                  <a:pt x="4915" y="1972"/>
                  <a:pt x="4529" y="3610"/>
                  <a:pt x="4513" y="4661"/>
                </a:cubicBezTo>
                <a:cubicBezTo>
                  <a:pt x="4467" y="5774"/>
                  <a:pt x="4436" y="6902"/>
                  <a:pt x="4389" y="8046"/>
                </a:cubicBezTo>
                <a:cubicBezTo>
                  <a:pt x="4389" y="8232"/>
                  <a:pt x="4389" y="8463"/>
                  <a:pt x="4343" y="8664"/>
                </a:cubicBezTo>
                <a:cubicBezTo>
                  <a:pt x="4158" y="9236"/>
                  <a:pt x="3648" y="9314"/>
                  <a:pt x="3138" y="9391"/>
                </a:cubicBezTo>
                <a:cubicBezTo>
                  <a:pt x="2763" y="9451"/>
                  <a:pt x="2219" y="9559"/>
                  <a:pt x="1778" y="9559"/>
                </a:cubicBezTo>
                <a:cubicBezTo>
                  <a:pt x="1655" y="9559"/>
                  <a:pt x="1539" y="9550"/>
                  <a:pt x="1437" y="9530"/>
                </a:cubicBezTo>
                <a:cubicBezTo>
                  <a:pt x="618" y="9360"/>
                  <a:pt x="711" y="8664"/>
                  <a:pt x="696" y="7969"/>
                </a:cubicBezTo>
                <a:cubicBezTo>
                  <a:pt x="665" y="7366"/>
                  <a:pt x="649" y="6763"/>
                  <a:pt x="634" y="6191"/>
                </a:cubicBezTo>
                <a:cubicBezTo>
                  <a:pt x="602" y="5994"/>
                  <a:pt x="438" y="5898"/>
                  <a:pt x="284" y="5898"/>
                </a:cubicBezTo>
                <a:cubicBezTo>
                  <a:pt x="137" y="5898"/>
                  <a:pt x="0" y="5987"/>
                  <a:pt x="0" y="6161"/>
                </a:cubicBezTo>
                <a:cubicBezTo>
                  <a:pt x="16" y="6933"/>
                  <a:pt x="31" y="7706"/>
                  <a:pt x="77" y="8479"/>
                </a:cubicBezTo>
                <a:cubicBezTo>
                  <a:pt x="93" y="8927"/>
                  <a:pt x="31" y="9468"/>
                  <a:pt x="340" y="9839"/>
                </a:cubicBezTo>
                <a:cubicBezTo>
                  <a:pt x="537" y="10064"/>
                  <a:pt x="797" y="10113"/>
                  <a:pt x="1067" y="10113"/>
                </a:cubicBezTo>
                <a:cubicBezTo>
                  <a:pt x="1242" y="10113"/>
                  <a:pt x="1422" y="10092"/>
                  <a:pt x="1592" y="10086"/>
                </a:cubicBezTo>
                <a:cubicBezTo>
                  <a:pt x="2318" y="10055"/>
                  <a:pt x="3107" y="10055"/>
                  <a:pt x="3818" y="9916"/>
                </a:cubicBezTo>
                <a:cubicBezTo>
                  <a:pt x="4776" y="9715"/>
                  <a:pt x="4915" y="8912"/>
                  <a:pt x="4961" y="8046"/>
                </a:cubicBezTo>
                <a:cubicBezTo>
                  <a:pt x="5039" y="6361"/>
                  <a:pt x="5070" y="4661"/>
                  <a:pt x="5147" y="2977"/>
                </a:cubicBezTo>
                <a:cubicBezTo>
                  <a:pt x="5193" y="2049"/>
                  <a:pt x="5549" y="643"/>
                  <a:pt x="4482" y="195"/>
                </a:cubicBezTo>
                <a:cubicBezTo>
                  <a:pt x="4157" y="67"/>
                  <a:pt x="3696" y="0"/>
                  <a:pt x="3207" y="0"/>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 name="Google Shape;263;p20"/>
          <p:cNvGrpSpPr/>
          <p:nvPr/>
        </p:nvGrpSpPr>
        <p:grpSpPr>
          <a:xfrm>
            <a:off x="5122225" y="4611082"/>
            <a:ext cx="894906" cy="1024649"/>
            <a:chOff x="5731825" y="4473182"/>
            <a:chExt cx="894906" cy="1024649"/>
          </a:xfrm>
        </p:grpSpPr>
        <p:sp>
          <p:nvSpPr>
            <p:cNvPr id="264" name="Google Shape;264;p20"/>
            <p:cNvSpPr/>
            <p:nvPr/>
          </p:nvSpPr>
          <p:spPr>
            <a:xfrm>
              <a:off x="5832430" y="4560965"/>
              <a:ext cx="773932" cy="847479"/>
            </a:xfrm>
            <a:custGeom>
              <a:avLst/>
              <a:gdLst/>
              <a:ahLst/>
              <a:cxnLst/>
              <a:rect l="l" t="t" r="r" b="b"/>
              <a:pathLst>
                <a:path w="8208" h="8988" extrusionOk="0">
                  <a:moveTo>
                    <a:pt x="5717" y="0"/>
                  </a:moveTo>
                  <a:cubicBezTo>
                    <a:pt x="5427" y="0"/>
                    <a:pt x="5149" y="154"/>
                    <a:pt x="5101" y="497"/>
                  </a:cubicBezTo>
                  <a:cubicBezTo>
                    <a:pt x="5008" y="1130"/>
                    <a:pt x="4931" y="1779"/>
                    <a:pt x="4853" y="2429"/>
                  </a:cubicBezTo>
                  <a:cubicBezTo>
                    <a:pt x="4765" y="2396"/>
                    <a:pt x="4672" y="2379"/>
                    <a:pt x="4581" y="2379"/>
                  </a:cubicBezTo>
                  <a:cubicBezTo>
                    <a:pt x="4326" y="2379"/>
                    <a:pt x="4091" y="2519"/>
                    <a:pt x="4034" y="2861"/>
                  </a:cubicBezTo>
                  <a:cubicBezTo>
                    <a:pt x="3880" y="3773"/>
                    <a:pt x="3710" y="4670"/>
                    <a:pt x="3493" y="5551"/>
                  </a:cubicBezTo>
                  <a:cubicBezTo>
                    <a:pt x="3416" y="4747"/>
                    <a:pt x="3401" y="3912"/>
                    <a:pt x="3169" y="3155"/>
                  </a:cubicBezTo>
                  <a:cubicBezTo>
                    <a:pt x="3069" y="2835"/>
                    <a:pt x="2796" y="2680"/>
                    <a:pt x="2519" y="2680"/>
                  </a:cubicBezTo>
                  <a:cubicBezTo>
                    <a:pt x="2408" y="2680"/>
                    <a:pt x="2296" y="2705"/>
                    <a:pt x="2195" y="2753"/>
                  </a:cubicBezTo>
                  <a:lnTo>
                    <a:pt x="2195" y="1733"/>
                  </a:lnTo>
                  <a:cubicBezTo>
                    <a:pt x="2195" y="1312"/>
                    <a:pt x="1821" y="1062"/>
                    <a:pt x="1471" y="1062"/>
                  </a:cubicBezTo>
                  <a:cubicBezTo>
                    <a:pt x="1255" y="1062"/>
                    <a:pt x="1049" y="1156"/>
                    <a:pt x="943" y="1362"/>
                  </a:cubicBezTo>
                  <a:cubicBezTo>
                    <a:pt x="870" y="1339"/>
                    <a:pt x="792" y="1327"/>
                    <a:pt x="713" y="1327"/>
                  </a:cubicBezTo>
                  <a:cubicBezTo>
                    <a:pt x="376" y="1327"/>
                    <a:pt x="31" y="1542"/>
                    <a:pt x="31" y="1980"/>
                  </a:cubicBezTo>
                  <a:cubicBezTo>
                    <a:pt x="16" y="2908"/>
                    <a:pt x="0" y="3820"/>
                    <a:pt x="0" y="4747"/>
                  </a:cubicBezTo>
                  <a:cubicBezTo>
                    <a:pt x="0" y="5141"/>
                    <a:pt x="369" y="5424"/>
                    <a:pt x="736" y="5424"/>
                  </a:cubicBezTo>
                  <a:cubicBezTo>
                    <a:pt x="800" y="5424"/>
                    <a:pt x="865" y="5415"/>
                    <a:pt x="928" y="5396"/>
                  </a:cubicBezTo>
                  <a:cubicBezTo>
                    <a:pt x="1020" y="5844"/>
                    <a:pt x="1252" y="6215"/>
                    <a:pt x="1654" y="6493"/>
                  </a:cubicBezTo>
                  <a:cubicBezTo>
                    <a:pt x="1773" y="6573"/>
                    <a:pt x="1893" y="6608"/>
                    <a:pt x="2008" y="6608"/>
                  </a:cubicBezTo>
                  <a:cubicBezTo>
                    <a:pt x="2116" y="6608"/>
                    <a:pt x="2221" y="6577"/>
                    <a:pt x="2319" y="6524"/>
                  </a:cubicBezTo>
                  <a:cubicBezTo>
                    <a:pt x="2411" y="7112"/>
                    <a:pt x="2597" y="7715"/>
                    <a:pt x="2968" y="8255"/>
                  </a:cubicBezTo>
                  <a:cubicBezTo>
                    <a:pt x="3126" y="8462"/>
                    <a:pt x="3352" y="8574"/>
                    <a:pt x="3569" y="8574"/>
                  </a:cubicBezTo>
                  <a:cubicBezTo>
                    <a:pt x="3627" y="8574"/>
                    <a:pt x="3685" y="8566"/>
                    <a:pt x="3741" y="8549"/>
                  </a:cubicBezTo>
                  <a:lnTo>
                    <a:pt x="3803" y="8657"/>
                  </a:lnTo>
                  <a:cubicBezTo>
                    <a:pt x="3943" y="8884"/>
                    <a:pt x="4155" y="8987"/>
                    <a:pt x="4368" y="8987"/>
                  </a:cubicBezTo>
                  <a:cubicBezTo>
                    <a:pt x="4646" y="8987"/>
                    <a:pt x="4925" y="8810"/>
                    <a:pt x="5039" y="8503"/>
                  </a:cubicBezTo>
                  <a:cubicBezTo>
                    <a:pt x="5178" y="8116"/>
                    <a:pt x="5302" y="7761"/>
                    <a:pt x="5410" y="7374"/>
                  </a:cubicBezTo>
                  <a:cubicBezTo>
                    <a:pt x="5420" y="7375"/>
                    <a:pt x="5429" y="7375"/>
                    <a:pt x="5439" y="7375"/>
                  </a:cubicBezTo>
                  <a:cubicBezTo>
                    <a:pt x="5738" y="7375"/>
                    <a:pt x="6032" y="7149"/>
                    <a:pt x="6136" y="6864"/>
                  </a:cubicBezTo>
                  <a:cubicBezTo>
                    <a:pt x="6291" y="6416"/>
                    <a:pt x="6445" y="5999"/>
                    <a:pt x="6600" y="5551"/>
                  </a:cubicBezTo>
                  <a:cubicBezTo>
                    <a:pt x="6690" y="5587"/>
                    <a:pt x="6787" y="5604"/>
                    <a:pt x="6884" y="5604"/>
                  </a:cubicBezTo>
                  <a:cubicBezTo>
                    <a:pt x="7119" y="5604"/>
                    <a:pt x="7354" y="5500"/>
                    <a:pt x="7496" y="5303"/>
                  </a:cubicBezTo>
                  <a:cubicBezTo>
                    <a:pt x="7836" y="4732"/>
                    <a:pt x="8053" y="4160"/>
                    <a:pt x="8146" y="3495"/>
                  </a:cubicBezTo>
                  <a:cubicBezTo>
                    <a:pt x="8207" y="3124"/>
                    <a:pt x="8037" y="2861"/>
                    <a:pt x="7806" y="2738"/>
                  </a:cubicBezTo>
                  <a:cubicBezTo>
                    <a:pt x="7821" y="2599"/>
                    <a:pt x="7821" y="2475"/>
                    <a:pt x="7836" y="2351"/>
                  </a:cubicBezTo>
                  <a:cubicBezTo>
                    <a:pt x="7883" y="1779"/>
                    <a:pt x="7790" y="1424"/>
                    <a:pt x="7326" y="1069"/>
                  </a:cubicBezTo>
                  <a:cubicBezTo>
                    <a:pt x="7229" y="1000"/>
                    <a:pt x="7115" y="969"/>
                    <a:pt x="7000" y="969"/>
                  </a:cubicBezTo>
                  <a:cubicBezTo>
                    <a:pt x="6751" y="969"/>
                    <a:pt x="6495" y="1114"/>
                    <a:pt x="6368" y="1347"/>
                  </a:cubicBezTo>
                  <a:cubicBezTo>
                    <a:pt x="6399" y="1115"/>
                    <a:pt x="6415" y="898"/>
                    <a:pt x="6430" y="667"/>
                  </a:cubicBezTo>
                  <a:cubicBezTo>
                    <a:pt x="6464" y="245"/>
                    <a:pt x="6081" y="0"/>
                    <a:pt x="57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0"/>
            <p:cNvSpPr/>
            <p:nvPr/>
          </p:nvSpPr>
          <p:spPr>
            <a:xfrm>
              <a:off x="5731825" y="4473182"/>
              <a:ext cx="894906" cy="1024649"/>
            </a:xfrm>
            <a:custGeom>
              <a:avLst/>
              <a:gdLst/>
              <a:ahLst/>
              <a:cxnLst/>
              <a:rect l="l" t="t" r="r" b="b"/>
              <a:pathLst>
                <a:path w="9491" h="10867" extrusionOk="0">
                  <a:moveTo>
                    <a:pt x="6926" y="528"/>
                  </a:moveTo>
                  <a:cubicBezTo>
                    <a:pt x="8293" y="528"/>
                    <a:pt x="8615" y="2778"/>
                    <a:pt x="8455" y="3870"/>
                  </a:cubicBezTo>
                  <a:cubicBezTo>
                    <a:pt x="8138" y="6123"/>
                    <a:pt x="7154" y="8243"/>
                    <a:pt x="6012" y="10186"/>
                  </a:cubicBezTo>
                  <a:lnTo>
                    <a:pt x="6012" y="10186"/>
                  </a:lnTo>
                  <a:cubicBezTo>
                    <a:pt x="4203" y="8572"/>
                    <a:pt x="2346" y="6754"/>
                    <a:pt x="1237" y="4612"/>
                  </a:cubicBezTo>
                  <a:cubicBezTo>
                    <a:pt x="944" y="4055"/>
                    <a:pt x="758" y="3452"/>
                    <a:pt x="743" y="2819"/>
                  </a:cubicBezTo>
                  <a:cubicBezTo>
                    <a:pt x="707" y="2061"/>
                    <a:pt x="1214" y="1368"/>
                    <a:pt x="1885" y="1368"/>
                  </a:cubicBezTo>
                  <a:cubicBezTo>
                    <a:pt x="2076" y="1368"/>
                    <a:pt x="2280" y="1425"/>
                    <a:pt x="2489" y="1551"/>
                  </a:cubicBezTo>
                  <a:cubicBezTo>
                    <a:pt x="3509" y="2170"/>
                    <a:pt x="3942" y="3282"/>
                    <a:pt x="4390" y="4318"/>
                  </a:cubicBezTo>
                  <a:cubicBezTo>
                    <a:pt x="4430" y="4421"/>
                    <a:pt x="4515" y="4465"/>
                    <a:pt x="4606" y="4465"/>
                  </a:cubicBezTo>
                  <a:cubicBezTo>
                    <a:pt x="4760" y="4465"/>
                    <a:pt x="4931" y="4338"/>
                    <a:pt x="4931" y="4163"/>
                  </a:cubicBezTo>
                  <a:cubicBezTo>
                    <a:pt x="4931" y="2989"/>
                    <a:pt x="4931" y="1319"/>
                    <a:pt x="6183" y="717"/>
                  </a:cubicBezTo>
                  <a:cubicBezTo>
                    <a:pt x="6460" y="586"/>
                    <a:pt x="6706" y="528"/>
                    <a:pt x="6926" y="528"/>
                  </a:cubicBezTo>
                  <a:close/>
                  <a:moveTo>
                    <a:pt x="6788" y="1"/>
                  </a:moveTo>
                  <a:cubicBezTo>
                    <a:pt x="6450" y="1"/>
                    <a:pt x="6107" y="90"/>
                    <a:pt x="5781" y="284"/>
                  </a:cubicBezTo>
                  <a:cubicBezTo>
                    <a:pt x="4819" y="859"/>
                    <a:pt x="4498" y="1878"/>
                    <a:pt x="4393" y="2920"/>
                  </a:cubicBezTo>
                  <a:lnTo>
                    <a:pt x="4393" y="2920"/>
                  </a:lnTo>
                  <a:cubicBezTo>
                    <a:pt x="3958" y="2051"/>
                    <a:pt x="3407" y="1247"/>
                    <a:pt x="2474" y="840"/>
                  </a:cubicBezTo>
                  <a:cubicBezTo>
                    <a:pt x="2271" y="752"/>
                    <a:pt x="2067" y="711"/>
                    <a:pt x="1870" y="711"/>
                  </a:cubicBezTo>
                  <a:cubicBezTo>
                    <a:pt x="999" y="711"/>
                    <a:pt x="244" y="1497"/>
                    <a:pt x="155" y="2417"/>
                  </a:cubicBezTo>
                  <a:cubicBezTo>
                    <a:pt x="1" y="3947"/>
                    <a:pt x="990" y="5338"/>
                    <a:pt x="1840" y="6482"/>
                  </a:cubicBezTo>
                  <a:cubicBezTo>
                    <a:pt x="3015" y="8089"/>
                    <a:pt x="4390" y="9480"/>
                    <a:pt x="5874" y="10763"/>
                  </a:cubicBezTo>
                  <a:cubicBezTo>
                    <a:pt x="5936" y="10836"/>
                    <a:pt x="6009" y="10866"/>
                    <a:pt x="6079" y="10866"/>
                  </a:cubicBezTo>
                  <a:cubicBezTo>
                    <a:pt x="6188" y="10866"/>
                    <a:pt x="6290" y="10795"/>
                    <a:pt x="6335" y="10701"/>
                  </a:cubicBezTo>
                  <a:lnTo>
                    <a:pt x="6335" y="10701"/>
                  </a:lnTo>
                  <a:cubicBezTo>
                    <a:pt x="6371" y="10677"/>
                    <a:pt x="6404" y="10641"/>
                    <a:pt x="6431" y="10593"/>
                  </a:cubicBezTo>
                  <a:cubicBezTo>
                    <a:pt x="7358" y="9032"/>
                    <a:pt x="8177" y="7378"/>
                    <a:pt x="8672" y="5616"/>
                  </a:cubicBezTo>
                  <a:cubicBezTo>
                    <a:pt x="9058" y="4225"/>
                    <a:pt x="9491" y="2432"/>
                    <a:pt x="8656" y="1103"/>
                  </a:cubicBezTo>
                  <a:cubicBezTo>
                    <a:pt x="8232" y="425"/>
                    <a:pt x="7525" y="1"/>
                    <a:pt x="6788" y="1"/>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4">
  <p:cSld name="Title only 4">
    <p:bg>
      <p:bgPr>
        <a:solidFill>
          <a:schemeClr val="lt1"/>
        </a:solidFill>
        <a:effectLst/>
      </p:bgPr>
    </p:bg>
    <p:spTree>
      <p:nvGrpSpPr>
        <p:cNvPr id="1" name="Shape 266"/>
        <p:cNvGrpSpPr/>
        <p:nvPr/>
      </p:nvGrpSpPr>
      <p:grpSpPr>
        <a:xfrm>
          <a:off x="0" y="0"/>
          <a:ext cx="0" cy="0"/>
          <a:chOff x="0" y="0"/>
          <a:chExt cx="0" cy="0"/>
        </a:xfrm>
      </p:grpSpPr>
      <p:sp>
        <p:nvSpPr>
          <p:cNvPr id="267" name="Google Shape;267;p21"/>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r>
              <a:rPr lang="en-US" smtClean="0"/>
              <a:t>Click to edit Master title style</a:t>
            </a:r>
            <a:endParaRPr/>
          </a:p>
        </p:txBody>
      </p:sp>
      <p:grpSp>
        <p:nvGrpSpPr>
          <p:cNvPr id="268" name="Google Shape;268;p21"/>
          <p:cNvGrpSpPr/>
          <p:nvPr/>
        </p:nvGrpSpPr>
        <p:grpSpPr>
          <a:xfrm>
            <a:off x="7698462" y="-242874"/>
            <a:ext cx="1606265" cy="1531049"/>
            <a:chOff x="7643700" y="4212512"/>
            <a:chExt cx="1051702" cy="1002389"/>
          </a:xfrm>
        </p:grpSpPr>
        <p:sp>
          <p:nvSpPr>
            <p:cNvPr id="269" name="Google Shape;269;p21"/>
            <p:cNvSpPr/>
            <p:nvPr/>
          </p:nvSpPr>
          <p:spPr>
            <a:xfrm>
              <a:off x="7965275" y="4524183"/>
              <a:ext cx="437508" cy="403159"/>
            </a:xfrm>
            <a:custGeom>
              <a:avLst/>
              <a:gdLst/>
              <a:ahLst/>
              <a:cxnLst/>
              <a:rect l="l" t="t" r="r" b="b"/>
              <a:pathLst>
                <a:path w="3974" h="3662" extrusionOk="0">
                  <a:moveTo>
                    <a:pt x="2010" y="183"/>
                  </a:moveTo>
                  <a:cubicBezTo>
                    <a:pt x="2165" y="183"/>
                    <a:pt x="2319" y="199"/>
                    <a:pt x="2474" y="276"/>
                  </a:cubicBezTo>
                  <a:cubicBezTo>
                    <a:pt x="3077" y="508"/>
                    <a:pt x="3509" y="1111"/>
                    <a:pt x="3587" y="1559"/>
                  </a:cubicBezTo>
                  <a:cubicBezTo>
                    <a:pt x="3710" y="2193"/>
                    <a:pt x="3370" y="2888"/>
                    <a:pt x="2721" y="3244"/>
                  </a:cubicBezTo>
                  <a:cubicBezTo>
                    <a:pt x="2457" y="3376"/>
                    <a:pt x="2169" y="3453"/>
                    <a:pt x="1897" y="3453"/>
                  </a:cubicBezTo>
                  <a:cubicBezTo>
                    <a:pt x="1787" y="3453"/>
                    <a:pt x="1680" y="3440"/>
                    <a:pt x="1577" y="3414"/>
                  </a:cubicBezTo>
                  <a:cubicBezTo>
                    <a:pt x="1222" y="3321"/>
                    <a:pt x="882" y="3043"/>
                    <a:pt x="696" y="2656"/>
                  </a:cubicBezTo>
                  <a:cubicBezTo>
                    <a:pt x="279" y="1822"/>
                    <a:pt x="681" y="740"/>
                    <a:pt x="1547" y="307"/>
                  </a:cubicBezTo>
                  <a:cubicBezTo>
                    <a:pt x="1686" y="230"/>
                    <a:pt x="1856" y="183"/>
                    <a:pt x="2010" y="183"/>
                  </a:cubicBezTo>
                  <a:close/>
                  <a:moveTo>
                    <a:pt x="2042" y="1"/>
                  </a:moveTo>
                  <a:cubicBezTo>
                    <a:pt x="1828" y="1"/>
                    <a:pt x="1624" y="51"/>
                    <a:pt x="1438" y="153"/>
                  </a:cubicBezTo>
                  <a:cubicBezTo>
                    <a:pt x="434" y="632"/>
                    <a:pt x="1" y="1806"/>
                    <a:pt x="465" y="2749"/>
                  </a:cubicBezTo>
                  <a:cubicBezTo>
                    <a:pt x="681" y="3197"/>
                    <a:pt x="1067" y="3506"/>
                    <a:pt x="1516" y="3630"/>
                  </a:cubicBezTo>
                  <a:cubicBezTo>
                    <a:pt x="1624" y="3646"/>
                    <a:pt x="1763" y="3661"/>
                    <a:pt x="1902" y="3661"/>
                  </a:cubicBezTo>
                  <a:cubicBezTo>
                    <a:pt x="2211" y="3661"/>
                    <a:pt x="2551" y="3568"/>
                    <a:pt x="2860" y="3414"/>
                  </a:cubicBezTo>
                  <a:cubicBezTo>
                    <a:pt x="3571" y="3027"/>
                    <a:pt x="3973" y="2255"/>
                    <a:pt x="3849" y="1544"/>
                  </a:cubicBezTo>
                  <a:cubicBezTo>
                    <a:pt x="3726" y="956"/>
                    <a:pt x="3185" y="338"/>
                    <a:pt x="2598" y="106"/>
                  </a:cubicBezTo>
                  <a:cubicBezTo>
                    <a:pt x="2408" y="36"/>
                    <a:pt x="2221" y="1"/>
                    <a:pt x="2042"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1"/>
            <p:cNvSpPr/>
            <p:nvPr/>
          </p:nvSpPr>
          <p:spPr>
            <a:xfrm>
              <a:off x="8188210" y="4212512"/>
              <a:ext cx="29064" cy="272369"/>
            </a:xfrm>
            <a:custGeom>
              <a:avLst/>
              <a:gdLst/>
              <a:ahLst/>
              <a:cxnLst/>
              <a:rect l="l" t="t" r="r" b="b"/>
              <a:pathLst>
                <a:path w="264" h="2474" extrusionOk="0">
                  <a:moveTo>
                    <a:pt x="140" y="1"/>
                  </a:moveTo>
                  <a:cubicBezTo>
                    <a:pt x="78" y="1"/>
                    <a:pt x="32" y="31"/>
                    <a:pt x="32" y="93"/>
                  </a:cubicBezTo>
                  <a:lnTo>
                    <a:pt x="1" y="2381"/>
                  </a:lnTo>
                  <a:cubicBezTo>
                    <a:pt x="1" y="2443"/>
                    <a:pt x="62" y="2474"/>
                    <a:pt x="124" y="2474"/>
                  </a:cubicBezTo>
                  <a:cubicBezTo>
                    <a:pt x="186" y="2474"/>
                    <a:pt x="232" y="2443"/>
                    <a:pt x="232" y="2381"/>
                  </a:cubicBezTo>
                  <a:lnTo>
                    <a:pt x="263" y="93"/>
                  </a:lnTo>
                  <a:cubicBezTo>
                    <a:pt x="263" y="31"/>
                    <a:pt x="202" y="1"/>
                    <a:pt x="140"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1"/>
            <p:cNvSpPr/>
            <p:nvPr/>
          </p:nvSpPr>
          <p:spPr>
            <a:xfrm>
              <a:off x="8162668" y="4952661"/>
              <a:ext cx="46129" cy="262240"/>
            </a:xfrm>
            <a:custGeom>
              <a:avLst/>
              <a:gdLst/>
              <a:ahLst/>
              <a:cxnLst/>
              <a:rect l="l" t="t" r="r" b="b"/>
              <a:pathLst>
                <a:path w="419" h="2382" extrusionOk="0">
                  <a:moveTo>
                    <a:pt x="124" y="1"/>
                  </a:moveTo>
                  <a:cubicBezTo>
                    <a:pt x="63" y="1"/>
                    <a:pt x="1" y="32"/>
                    <a:pt x="1" y="94"/>
                  </a:cubicBezTo>
                  <a:cubicBezTo>
                    <a:pt x="32" y="805"/>
                    <a:pt x="78" y="1562"/>
                    <a:pt x="155" y="2288"/>
                  </a:cubicBezTo>
                  <a:cubicBezTo>
                    <a:pt x="155" y="2335"/>
                    <a:pt x="217" y="2381"/>
                    <a:pt x="279" y="2381"/>
                  </a:cubicBezTo>
                  <a:cubicBezTo>
                    <a:pt x="356" y="2381"/>
                    <a:pt x="418" y="2335"/>
                    <a:pt x="387" y="2288"/>
                  </a:cubicBezTo>
                  <a:cubicBezTo>
                    <a:pt x="310" y="1546"/>
                    <a:pt x="279" y="835"/>
                    <a:pt x="233" y="94"/>
                  </a:cubicBezTo>
                  <a:cubicBezTo>
                    <a:pt x="233" y="32"/>
                    <a:pt x="186" y="1"/>
                    <a:pt x="124"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1"/>
            <p:cNvSpPr/>
            <p:nvPr/>
          </p:nvSpPr>
          <p:spPr>
            <a:xfrm>
              <a:off x="7643700" y="4681504"/>
              <a:ext cx="282607" cy="48441"/>
            </a:xfrm>
            <a:custGeom>
              <a:avLst/>
              <a:gdLst/>
              <a:ahLst/>
              <a:cxnLst/>
              <a:rect l="l" t="t" r="r" b="b"/>
              <a:pathLst>
                <a:path w="2567" h="440" extrusionOk="0">
                  <a:moveTo>
                    <a:pt x="141" y="1"/>
                  </a:moveTo>
                  <a:cubicBezTo>
                    <a:pt x="91" y="1"/>
                    <a:pt x="44" y="21"/>
                    <a:pt x="32" y="68"/>
                  </a:cubicBezTo>
                  <a:cubicBezTo>
                    <a:pt x="1" y="130"/>
                    <a:pt x="47" y="192"/>
                    <a:pt x="109" y="207"/>
                  </a:cubicBezTo>
                  <a:cubicBezTo>
                    <a:pt x="619" y="362"/>
                    <a:pt x="1191" y="439"/>
                    <a:pt x="1732" y="439"/>
                  </a:cubicBezTo>
                  <a:cubicBezTo>
                    <a:pt x="1979" y="439"/>
                    <a:pt x="2226" y="424"/>
                    <a:pt x="2458" y="377"/>
                  </a:cubicBezTo>
                  <a:cubicBezTo>
                    <a:pt x="2520" y="377"/>
                    <a:pt x="2566" y="315"/>
                    <a:pt x="2551" y="269"/>
                  </a:cubicBezTo>
                  <a:cubicBezTo>
                    <a:pt x="2551" y="223"/>
                    <a:pt x="2474" y="192"/>
                    <a:pt x="2427" y="192"/>
                  </a:cubicBezTo>
                  <a:cubicBezTo>
                    <a:pt x="2200" y="220"/>
                    <a:pt x="1972" y="234"/>
                    <a:pt x="1744" y="234"/>
                  </a:cubicBezTo>
                  <a:cubicBezTo>
                    <a:pt x="1212" y="234"/>
                    <a:pt x="684" y="158"/>
                    <a:pt x="186" y="6"/>
                  </a:cubicBezTo>
                  <a:cubicBezTo>
                    <a:pt x="172" y="3"/>
                    <a:pt x="156" y="1"/>
                    <a:pt x="141"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1"/>
            <p:cNvSpPr/>
            <p:nvPr/>
          </p:nvSpPr>
          <p:spPr>
            <a:xfrm>
              <a:off x="8433272" y="4682165"/>
              <a:ext cx="262130" cy="25652"/>
            </a:xfrm>
            <a:custGeom>
              <a:avLst/>
              <a:gdLst/>
              <a:ahLst/>
              <a:cxnLst/>
              <a:rect l="l" t="t" r="r" b="b"/>
              <a:pathLst>
                <a:path w="2381" h="233" extrusionOk="0">
                  <a:moveTo>
                    <a:pt x="124" y="0"/>
                  </a:moveTo>
                  <a:cubicBezTo>
                    <a:pt x="62" y="0"/>
                    <a:pt x="0" y="47"/>
                    <a:pt x="0" y="109"/>
                  </a:cubicBezTo>
                  <a:cubicBezTo>
                    <a:pt x="0" y="155"/>
                    <a:pt x="62" y="201"/>
                    <a:pt x="124" y="201"/>
                  </a:cubicBezTo>
                  <a:lnTo>
                    <a:pt x="2241" y="232"/>
                  </a:lnTo>
                  <a:cubicBezTo>
                    <a:pt x="2319" y="232"/>
                    <a:pt x="2380" y="201"/>
                    <a:pt x="2365" y="139"/>
                  </a:cubicBezTo>
                  <a:cubicBezTo>
                    <a:pt x="2365" y="78"/>
                    <a:pt x="2303" y="47"/>
                    <a:pt x="2241" y="47"/>
                  </a:cubicBezTo>
                  <a:lnTo>
                    <a:pt x="124" y="0"/>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1"/>
            <p:cNvSpPr/>
            <p:nvPr/>
          </p:nvSpPr>
          <p:spPr>
            <a:xfrm>
              <a:off x="8365236" y="4435779"/>
              <a:ext cx="119120" cy="115487"/>
            </a:xfrm>
            <a:custGeom>
              <a:avLst/>
              <a:gdLst/>
              <a:ahLst/>
              <a:cxnLst/>
              <a:rect l="l" t="t" r="r" b="b"/>
              <a:pathLst>
                <a:path w="1082" h="1049" extrusionOk="0">
                  <a:moveTo>
                    <a:pt x="950" y="0"/>
                  </a:moveTo>
                  <a:cubicBezTo>
                    <a:pt x="914" y="0"/>
                    <a:pt x="877" y="17"/>
                    <a:pt x="850" y="44"/>
                  </a:cubicBezTo>
                  <a:lnTo>
                    <a:pt x="46" y="894"/>
                  </a:lnTo>
                  <a:cubicBezTo>
                    <a:pt x="0" y="925"/>
                    <a:pt x="0" y="986"/>
                    <a:pt x="62" y="1033"/>
                  </a:cubicBezTo>
                  <a:cubicBezTo>
                    <a:pt x="77" y="1048"/>
                    <a:pt x="124" y="1048"/>
                    <a:pt x="139" y="1048"/>
                  </a:cubicBezTo>
                  <a:cubicBezTo>
                    <a:pt x="170" y="1048"/>
                    <a:pt x="201" y="1033"/>
                    <a:pt x="232" y="1002"/>
                  </a:cubicBezTo>
                  <a:lnTo>
                    <a:pt x="1051" y="152"/>
                  </a:lnTo>
                  <a:cubicBezTo>
                    <a:pt x="1082" y="121"/>
                    <a:pt x="1082" y="59"/>
                    <a:pt x="1020" y="28"/>
                  </a:cubicBezTo>
                  <a:cubicBezTo>
                    <a:pt x="1001" y="9"/>
                    <a:pt x="976" y="0"/>
                    <a:pt x="950"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1"/>
            <p:cNvSpPr/>
            <p:nvPr/>
          </p:nvSpPr>
          <p:spPr>
            <a:xfrm>
              <a:off x="7902414" y="4456916"/>
              <a:ext cx="141249" cy="111304"/>
            </a:xfrm>
            <a:custGeom>
              <a:avLst/>
              <a:gdLst/>
              <a:ahLst/>
              <a:cxnLst/>
              <a:rect l="l" t="t" r="r" b="b"/>
              <a:pathLst>
                <a:path w="1283" h="1011" extrusionOk="0">
                  <a:moveTo>
                    <a:pt x="135" y="0"/>
                  </a:moveTo>
                  <a:cubicBezTo>
                    <a:pt x="105" y="0"/>
                    <a:pt x="74" y="8"/>
                    <a:pt x="46" y="22"/>
                  </a:cubicBezTo>
                  <a:cubicBezTo>
                    <a:pt x="0" y="37"/>
                    <a:pt x="0" y="114"/>
                    <a:pt x="31" y="161"/>
                  </a:cubicBezTo>
                  <a:cubicBezTo>
                    <a:pt x="325" y="485"/>
                    <a:pt x="696" y="764"/>
                    <a:pt x="1082" y="995"/>
                  </a:cubicBezTo>
                  <a:cubicBezTo>
                    <a:pt x="1113" y="1011"/>
                    <a:pt x="1128" y="1011"/>
                    <a:pt x="1159" y="1011"/>
                  </a:cubicBezTo>
                  <a:cubicBezTo>
                    <a:pt x="1190" y="1011"/>
                    <a:pt x="1237" y="995"/>
                    <a:pt x="1267" y="964"/>
                  </a:cubicBezTo>
                  <a:cubicBezTo>
                    <a:pt x="1283" y="934"/>
                    <a:pt x="1283" y="872"/>
                    <a:pt x="1237" y="841"/>
                  </a:cubicBezTo>
                  <a:cubicBezTo>
                    <a:pt x="866" y="609"/>
                    <a:pt x="510" y="346"/>
                    <a:pt x="232" y="37"/>
                  </a:cubicBezTo>
                  <a:cubicBezTo>
                    <a:pt x="206" y="12"/>
                    <a:pt x="171" y="0"/>
                    <a:pt x="135"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1"/>
            <p:cNvSpPr/>
            <p:nvPr/>
          </p:nvSpPr>
          <p:spPr>
            <a:xfrm>
              <a:off x="7859808" y="4844110"/>
              <a:ext cx="146423" cy="122313"/>
            </a:xfrm>
            <a:custGeom>
              <a:avLst/>
              <a:gdLst/>
              <a:ahLst/>
              <a:cxnLst/>
              <a:rect l="l" t="t" r="r" b="b"/>
              <a:pathLst>
                <a:path w="1330" h="1111" extrusionOk="0">
                  <a:moveTo>
                    <a:pt x="1195" y="1"/>
                  </a:moveTo>
                  <a:cubicBezTo>
                    <a:pt x="1168" y="1"/>
                    <a:pt x="1139" y="9"/>
                    <a:pt x="1113" y="29"/>
                  </a:cubicBezTo>
                  <a:cubicBezTo>
                    <a:pt x="696" y="276"/>
                    <a:pt x="341" y="585"/>
                    <a:pt x="32" y="956"/>
                  </a:cubicBezTo>
                  <a:cubicBezTo>
                    <a:pt x="1" y="987"/>
                    <a:pt x="1" y="1049"/>
                    <a:pt x="47" y="1080"/>
                  </a:cubicBezTo>
                  <a:cubicBezTo>
                    <a:pt x="93" y="1111"/>
                    <a:pt x="109" y="1111"/>
                    <a:pt x="124" y="1111"/>
                  </a:cubicBezTo>
                  <a:cubicBezTo>
                    <a:pt x="171" y="1111"/>
                    <a:pt x="202" y="1080"/>
                    <a:pt x="248" y="1064"/>
                  </a:cubicBezTo>
                  <a:cubicBezTo>
                    <a:pt x="511" y="709"/>
                    <a:pt x="866" y="430"/>
                    <a:pt x="1268" y="168"/>
                  </a:cubicBezTo>
                  <a:cubicBezTo>
                    <a:pt x="1314" y="152"/>
                    <a:pt x="1330" y="75"/>
                    <a:pt x="1284" y="44"/>
                  </a:cubicBezTo>
                  <a:cubicBezTo>
                    <a:pt x="1266" y="17"/>
                    <a:pt x="1232" y="1"/>
                    <a:pt x="1195"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1"/>
            <p:cNvSpPr/>
            <p:nvPr/>
          </p:nvSpPr>
          <p:spPr>
            <a:xfrm>
              <a:off x="8337933" y="4925358"/>
              <a:ext cx="165139" cy="114276"/>
            </a:xfrm>
            <a:custGeom>
              <a:avLst/>
              <a:gdLst/>
              <a:ahLst/>
              <a:cxnLst/>
              <a:rect l="l" t="t" r="r" b="b"/>
              <a:pathLst>
                <a:path w="1500" h="1038" extrusionOk="0">
                  <a:moveTo>
                    <a:pt x="142" y="0"/>
                  </a:moveTo>
                  <a:cubicBezTo>
                    <a:pt x="101" y="0"/>
                    <a:pt x="60" y="13"/>
                    <a:pt x="32" y="32"/>
                  </a:cubicBezTo>
                  <a:cubicBezTo>
                    <a:pt x="1" y="79"/>
                    <a:pt x="1" y="141"/>
                    <a:pt x="63" y="172"/>
                  </a:cubicBezTo>
                  <a:lnTo>
                    <a:pt x="1299" y="1022"/>
                  </a:lnTo>
                  <a:cubicBezTo>
                    <a:pt x="1314" y="1037"/>
                    <a:pt x="1345" y="1037"/>
                    <a:pt x="1376" y="1037"/>
                  </a:cubicBezTo>
                  <a:cubicBezTo>
                    <a:pt x="1407" y="1037"/>
                    <a:pt x="1423" y="1022"/>
                    <a:pt x="1469" y="1006"/>
                  </a:cubicBezTo>
                  <a:cubicBezTo>
                    <a:pt x="1500" y="960"/>
                    <a:pt x="1500" y="898"/>
                    <a:pt x="1454" y="867"/>
                  </a:cubicBezTo>
                  <a:lnTo>
                    <a:pt x="217" y="17"/>
                  </a:lnTo>
                  <a:cubicBezTo>
                    <a:pt x="194" y="5"/>
                    <a:pt x="168"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1"/>
            <p:cNvSpPr/>
            <p:nvPr/>
          </p:nvSpPr>
          <p:spPr>
            <a:xfrm>
              <a:off x="8201861" y="4593541"/>
              <a:ext cx="114056" cy="250350"/>
            </a:xfrm>
            <a:custGeom>
              <a:avLst/>
              <a:gdLst/>
              <a:ahLst/>
              <a:cxnLst/>
              <a:rect l="l" t="t" r="r" b="b"/>
              <a:pathLst>
                <a:path w="1036" h="2274" extrusionOk="0">
                  <a:moveTo>
                    <a:pt x="142" y="0"/>
                  </a:moveTo>
                  <a:cubicBezTo>
                    <a:pt x="100" y="0"/>
                    <a:pt x="60" y="13"/>
                    <a:pt x="31" y="33"/>
                  </a:cubicBezTo>
                  <a:cubicBezTo>
                    <a:pt x="0" y="79"/>
                    <a:pt x="16" y="141"/>
                    <a:pt x="78" y="172"/>
                  </a:cubicBezTo>
                  <a:cubicBezTo>
                    <a:pt x="418" y="373"/>
                    <a:pt x="680" y="713"/>
                    <a:pt x="727" y="1084"/>
                  </a:cubicBezTo>
                  <a:cubicBezTo>
                    <a:pt x="789" y="1455"/>
                    <a:pt x="649" y="1841"/>
                    <a:pt x="387" y="2119"/>
                  </a:cubicBezTo>
                  <a:cubicBezTo>
                    <a:pt x="340" y="2165"/>
                    <a:pt x="340" y="2227"/>
                    <a:pt x="402" y="2258"/>
                  </a:cubicBezTo>
                  <a:cubicBezTo>
                    <a:pt x="418" y="2274"/>
                    <a:pt x="464" y="2274"/>
                    <a:pt x="479" y="2274"/>
                  </a:cubicBezTo>
                  <a:lnTo>
                    <a:pt x="572" y="2274"/>
                  </a:lnTo>
                  <a:cubicBezTo>
                    <a:pt x="912" y="1949"/>
                    <a:pt x="1036" y="1501"/>
                    <a:pt x="989" y="1084"/>
                  </a:cubicBezTo>
                  <a:cubicBezTo>
                    <a:pt x="912" y="651"/>
                    <a:pt x="619" y="249"/>
                    <a:pt x="217" y="17"/>
                  </a:cubicBezTo>
                  <a:cubicBezTo>
                    <a:pt x="193" y="5"/>
                    <a:pt x="167"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 name="Google Shape;279;p21"/>
          <p:cNvSpPr/>
          <p:nvPr/>
        </p:nvSpPr>
        <p:spPr>
          <a:xfrm rot="10800000" flipH="1">
            <a:off x="-1336722" y="-847305"/>
            <a:ext cx="2005919" cy="2300534"/>
          </a:xfrm>
          <a:custGeom>
            <a:avLst/>
            <a:gdLst/>
            <a:ahLst/>
            <a:cxnLst/>
            <a:rect l="l" t="t" r="r" b="b"/>
            <a:pathLst>
              <a:path w="16216" h="15253" extrusionOk="0">
                <a:moveTo>
                  <a:pt x="13952" y="466"/>
                </a:moveTo>
                <a:cubicBezTo>
                  <a:pt x="14137" y="466"/>
                  <a:pt x="14323" y="470"/>
                  <a:pt x="14504" y="478"/>
                </a:cubicBezTo>
                <a:cubicBezTo>
                  <a:pt x="14762" y="493"/>
                  <a:pt x="15367" y="1205"/>
                  <a:pt x="15428" y="1462"/>
                </a:cubicBezTo>
                <a:cubicBezTo>
                  <a:pt x="15655" y="2355"/>
                  <a:pt x="15534" y="3264"/>
                  <a:pt x="15594" y="4172"/>
                </a:cubicBezTo>
                <a:cubicBezTo>
                  <a:pt x="15610" y="4505"/>
                  <a:pt x="15549" y="4853"/>
                  <a:pt x="15579" y="5035"/>
                </a:cubicBezTo>
                <a:cubicBezTo>
                  <a:pt x="15579" y="5777"/>
                  <a:pt x="15534" y="6352"/>
                  <a:pt x="15625" y="6912"/>
                </a:cubicBezTo>
                <a:cubicBezTo>
                  <a:pt x="15731" y="7866"/>
                  <a:pt x="15700" y="8790"/>
                  <a:pt x="15746" y="9728"/>
                </a:cubicBezTo>
                <a:cubicBezTo>
                  <a:pt x="15776" y="10606"/>
                  <a:pt x="15806" y="11515"/>
                  <a:pt x="15700" y="12378"/>
                </a:cubicBezTo>
                <a:cubicBezTo>
                  <a:pt x="15670" y="12756"/>
                  <a:pt x="15625" y="13195"/>
                  <a:pt x="15443" y="13559"/>
                </a:cubicBezTo>
                <a:cubicBezTo>
                  <a:pt x="15367" y="13695"/>
                  <a:pt x="15155" y="13771"/>
                  <a:pt x="15049" y="13892"/>
                </a:cubicBezTo>
                <a:cubicBezTo>
                  <a:pt x="14550" y="14497"/>
                  <a:pt x="13853" y="14497"/>
                  <a:pt x="13187" y="14558"/>
                </a:cubicBezTo>
                <a:cubicBezTo>
                  <a:pt x="12627" y="14618"/>
                  <a:pt x="12037" y="14649"/>
                  <a:pt x="11461" y="14649"/>
                </a:cubicBezTo>
                <a:cubicBezTo>
                  <a:pt x="10772" y="14649"/>
                  <a:pt x="10095" y="14730"/>
                  <a:pt x="9409" y="14730"/>
                </a:cubicBezTo>
                <a:cubicBezTo>
                  <a:pt x="9311" y="14730"/>
                  <a:pt x="9213" y="14728"/>
                  <a:pt x="9115" y="14724"/>
                </a:cubicBezTo>
                <a:cubicBezTo>
                  <a:pt x="8874" y="14719"/>
                  <a:pt x="8630" y="14713"/>
                  <a:pt x="8384" y="14713"/>
                </a:cubicBezTo>
                <a:cubicBezTo>
                  <a:pt x="7979" y="14713"/>
                  <a:pt x="7572" y="14728"/>
                  <a:pt x="7177" y="14785"/>
                </a:cubicBezTo>
                <a:cubicBezTo>
                  <a:pt x="7097" y="14797"/>
                  <a:pt x="7017" y="14801"/>
                  <a:pt x="6937" y="14801"/>
                </a:cubicBezTo>
                <a:cubicBezTo>
                  <a:pt x="6714" y="14801"/>
                  <a:pt x="6491" y="14768"/>
                  <a:pt x="6276" y="14768"/>
                </a:cubicBezTo>
                <a:cubicBezTo>
                  <a:pt x="6170" y="14768"/>
                  <a:pt x="6066" y="14776"/>
                  <a:pt x="5966" y="14800"/>
                </a:cubicBezTo>
                <a:cubicBezTo>
                  <a:pt x="5803" y="14841"/>
                  <a:pt x="5645" y="14855"/>
                  <a:pt x="5490" y="14855"/>
                </a:cubicBezTo>
                <a:cubicBezTo>
                  <a:pt x="5242" y="14855"/>
                  <a:pt x="5003" y="14819"/>
                  <a:pt x="4769" y="14800"/>
                </a:cubicBezTo>
                <a:cubicBezTo>
                  <a:pt x="4672" y="14794"/>
                  <a:pt x="4574" y="14792"/>
                  <a:pt x="4474" y="14792"/>
                </a:cubicBezTo>
                <a:cubicBezTo>
                  <a:pt x="4353" y="14792"/>
                  <a:pt x="4232" y="14795"/>
                  <a:pt x="4109" y="14795"/>
                </a:cubicBezTo>
                <a:cubicBezTo>
                  <a:pt x="3848" y="14795"/>
                  <a:pt x="3585" y="14783"/>
                  <a:pt x="3331" y="14709"/>
                </a:cubicBezTo>
                <a:cubicBezTo>
                  <a:pt x="3044" y="14634"/>
                  <a:pt x="2741" y="14679"/>
                  <a:pt x="2438" y="14634"/>
                </a:cubicBezTo>
                <a:cubicBezTo>
                  <a:pt x="2181" y="14618"/>
                  <a:pt x="1984" y="14452"/>
                  <a:pt x="1802" y="14300"/>
                </a:cubicBezTo>
                <a:cubicBezTo>
                  <a:pt x="985" y="13710"/>
                  <a:pt x="833" y="12832"/>
                  <a:pt x="773" y="11954"/>
                </a:cubicBezTo>
                <a:cubicBezTo>
                  <a:pt x="727" y="11288"/>
                  <a:pt x="727" y="10606"/>
                  <a:pt x="742" y="9940"/>
                </a:cubicBezTo>
                <a:cubicBezTo>
                  <a:pt x="773" y="8850"/>
                  <a:pt x="727" y="7745"/>
                  <a:pt x="651" y="6655"/>
                </a:cubicBezTo>
                <a:cubicBezTo>
                  <a:pt x="545" y="5459"/>
                  <a:pt x="651" y="4248"/>
                  <a:pt x="682" y="3036"/>
                </a:cubicBezTo>
                <a:cubicBezTo>
                  <a:pt x="697" y="2567"/>
                  <a:pt x="773" y="2052"/>
                  <a:pt x="1030" y="1613"/>
                </a:cubicBezTo>
                <a:cubicBezTo>
                  <a:pt x="1196" y="1280"/>
                  <a:pt x="1514" y="1099"/>
                  <a:pt x="1832" y="977"/>
                </a:cubicBezTo>
                <a:cubicBezTo>
                  <a:pt x="2311" y="774"/>
                  <a:pt x="2817" y="613"/>
                  <a:pt x="3338" y="613"/>
                </a:cubicBezTo>
                <a:cubicBezTo>
                  <a:pt x="3361" y="613"/>
                  <a:pt x="3384" y="613"/>
                  <a:pt x="3407" y="614"/>
                </a:cubicBezTo>
                <a:cubicBezTo>
                  <a:pt x="3997" y="629"/>
                  <a:pt x="4558" y="675"/>
                  <a:pt x="5148" y="675"/>
                </a:cubicBezTo>
                <a:cubicBezTo>
                  <a:pt x="5678" y="675"/>
                  <a:pt x="6208" y="675"/>
                  <a:pt x="6738" y="644"/>
                </a:cubicBezTo>
                <a:lnTo>
                  <a:pt x="8842" y="599"/>
                </a:lnTo>
                <a:cubicBezTo>
                  <a:pt x="9205" y="599"/>
                  <a:pt x="9569" y="560"/>
                  <a:pt x="9924" y="560"/>
                </a:cubicBezTo>
                <a:cubicBezTo>
                  <a:pt x="10013" y="560"/>
                  <a:pt x="10102" y="563"/>
                  <a:pt x="10190" y="569"/>
                </a:cubicBezTo>
                <a:cubicBezTo>
                  <a:pt x="10412" y="591"/>
                  <a:pt x="10628" y="601"/>
                  <a:pt x="10842" y="601"/>
                </a:cubicBezTo>
                <a:cubicBezTo>
                  <a:pt x="11210" y="601"/>
                  <a:pt x="11572" y="571"/>
                  <a:pt x="11946" y="523"/>
                </a:cubicBezTo>
                <a:cubicBezTo>
                  <a:pt x="12259" y="483"/>
                  <a:pt x="12585" y="476"/>
                  <a:pt x="12911" y="476"/>
                </a:cubicBezTo>
                <a:cubicBezTo>
                  <a:pt x="13074" y="476"/>
                  <a:pt x="13238" y="478"/>
                  <a:pt x="13399" y="478"/>
                </a:cubicBezTo>
                <a:cubicBezTo>
                  <a:pt x="13581" y="470"/>
                  <a:pt x="13766" y="466"/>
                  <a:pt x="13952" y="466"/>
                </a:cubicBezTo>
                <a:close/>
                <a:moveTo>
                  <a:pt x="13590" y="0"/>
                </a:moveTo>
                <a:cubicBezTo>
                  <a:pt x="13172" y="0"/>
                  <a:pt x="12755" y="31"/>
                  <a:pt x="12339" y="39"/>
                </a:cubicBezTo>
                <a:cubicBezTo>
                  <a:pt x="11840" y="69"/>
                  <a:pt x="11340" y="114"/>
                  <a:pt x="10841" y="145"/>
                </a:cubicBezTo>
                <a:cubicBezTo>
                  <a:pt x="10295" y="160"/>
                  <a:pt x="9766" y="160"/>
                  <a:pt x="9221" y="175"/>
                </a:cubicBezTo>
                <a:cubicBezTo>
                  <a:pt x="8630" y="190"/>
                  <a:pt x="8040" y="236"/>
                  <a:pt x="7449" y="236"/>
                </a:cubicBezTo>
                <a:cubicBezTo>
                  <a:pt x="7212" y="241"/>
                  <a:pt x="6973" y="242"/>
                  <a:pt x="6734" y="242"/>
                </a:cubicBezTo>
                <a:cubicBezTo>
                  <a:pt x="6255" y="242"/>
                  <a:pt x="5774" y="236"/>
                  <a:pt x="5299" y="236"/>
                </a:cubicBezTo>
                <a:cubicBezTo>
                  <a:pt x="4906" y="236"/>
                  <a:pt x="4505" y="249"/>
                  <a:pt x="4107" y="249"/>
                </a:cubicBezTo>
                <a:cubicBezTo>
                  <a:pt x="3908" y="249"/>
                  <a:pt x="3710" y="246"/>
                  <a:pt x="3513" y="236"/>
                </a:cubicBezTo>
                <a:cubicBezTo>
                  <a:pt x="3255" y="217"/>
                  <a:pt x="2992" y="189"/>
                  <a:pt x="2734" y="189"/>
                </a:cubicBezTo>
                <a:cubicBezTo>
                  <a:pt x="2354" y="189"/>
                  <a:pt x="1984" y="250"/>
                  <a:pt x="1651" y="493"/>
                </a:cubicBezTo>
                <a:cubicBezTo>
                  <a:pt x="1302" y="750"/>
                  <a:pt x="788" y="826"/>
                  <a:pt x="682" y="1280"/>
                </a:cubicBezTo>
                <a:cubicBezTo>
                  <a:pt x="591" y="1659"/>
                  <a:pt x="379" y="1992"/>
                  <a:pt x="303" y="2385"/>
                </a:cubicBezTo>
                <a:cubicBezTo>
                  <a:pt x="197" y="2946"/>
                  <a:pt x="197" y="3491"/>
                  <a:pt x="167" y="4036"/>
                </a:cubicBezTo>
                <a:cubicBezTo>
                  <a:pt x="152" y="4157"/>
                  <a:pt x="243" y="4278"/>
                  <a:pt x="212" y="4354"/>
                </a:cubicBezTo>
                <a:cubicBezTo>
                  <a:pt x="76" y="4656"/>
                  <a:pt x="167" y="5005"/>
                  <a:pt x="91" y="5323"/>
                </a:cubicBezTo>
                <a:cubicBezTo>
                  <a:pt x="0" y="5671"/>
                  <a:pt x="61" y="6064"/>
                  <a:pt x="76" y="6428"/>
                </a:cubicBezTo>
                <a:cubicBezTo>
                  <a:pt x="106" y="6852"/>
                  <a:pt x="152" y="7291"/>
                  <a:pt x="152" y="7730"/>
                </a:cubicBezTo>
                <a:cubicBezTo>
                  <a:pt x="152" y="8108"/>
                  <a:pt x="318" y="8487"/>
                  <a:pt x="228" y="8820"/>
                </a:cubicBezTo>
                <a:cubicBezTo>
                  <a:pt x="106" y="9259"/>
                  <a:pt x="258" y="9683"/>
                  <a:pt x="228" y="10107"/>
                </a:cubicBezTo>
                <a:cubicBezTo>
                  <a:pt x="182" y="10410"/>
                  <a:pt x="76" y="10758"/>
                  <a:pt x="182" y="11076"/>
                </a:cubicBezTo>
                <a:cubicBezTo>
                  <a:pt x="243" y="11288"/>
                  <a:pt x="137" y="11575"/>
                  <a:pt x="182" y="11681"/>
                </a:cubicBezTo>
                <a:cubicBezTo>
                  <a:pt x="334" y="12045"/>
                  <a:pt x="243" y="12423"/>
                  <a:pt x="303" y="12771"/>
                </a:cubicBezTo>
                <a:cubicBezTo>
                  <a:pt x="409" y="13559"/>
                  <a:pt x="833" y="14088"/>
                  <a:pt x="1363" y="14573"/>
                </a:cubicBezTo>
                <a:cubicBezTo>
                  <a:pt x="2044" y="15224"/>
                  <a:pt x="2938" y="15179"/>
                  <a:pt x="3770" y="15224"/>
                </a:cubicBezTo>
                <a:cubicBezTo>
                  <a:pt x="4277" y="15241"/>
                  <a:pt x="4784" y="15253"/>
                  <a:pt x="5290" y="15253"/>
                </a:cubicBezTo>
                <a:cubicBezTo>
                  <a:pt x="5707" y="15253"/>
                  <a:pt x="6124" y="15244"/>
                  <a:pt x="6541" y="15224"/>
                </a:cubicBezTo>
                <a:cubicBezTo>
                  <a:pt x="7120" y="15182"/>
                  <a:pt x="7697" y="15173"/>
                  <a:pt x="8273" y="15173"/>
                </a:cubicBezTo>
                <a:cubicBezTo>
                  <a:pt x="8693" y="15173"/>
                  <a:pt x="9112" y="15178"/>
                  <a:pt x="9531" y="15178"/>
                </a:cubicBezTo>
                <a:cubicBezTo>
                  <a:pt x="9993" y="15178"/>
                  <a:pt x="10455" y="15172"/>
                  <a:pt x="10916" y="15148"/>
                </a:cubicBezTo>
                <a:cubicBezTo>
                  <a:pt x="11749" y="15103"/>
                  <a:pt x="12582" y="15088"/>
                  <a:pt x="13414" y="14997"/>
                </a:cubicBezTo>
                <a:cubicBezTo>
                  <a:pt x="15352" y="14770"/>
                  <a:pt x="15912" y="13695"/>
                  <a:pt x="16094" y="12196"/>
                </a:cubicBezTo>
                <a:cubicBezTo>
                  <a:pt x="16215" y="11091"/>
                  <a:pt x="16064" y="9986"/>
                  <a:pt x="15988" y="8865"/>
                </a:cubicBezTo>
                <a:cubicBezTo>
                  <a:pt x="15897" y="7457"/>
                  <a:pt x="15988" y="6049"/>
                  <a:pt x="16018" y="4641"/>
                </a:cubicBezTo>
                <a:cubicBezTo>
                  <a:pt x="16033" y="3733"/>
                  <a:pt x="16018" y="2840"/>
                  <a:pt x="16018" y="1810"/>
                </a:cubicBezTo>
                <a:cubicBezTo>
                  <a:pt x="16094" y="1144"/>
                  <a:pt x="15458" y="236"/>
                  <a:pt x="14671" y="99"/>
                </a:cubicBezTo>
                <a:cubicBezTo>
                  <a:pt x="14308" y="23"/>
                  <a:pt x="13948" y="0"/>
                  <a:pt x="13590"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0" name="Google Shape;280;p21"/>
          <p:cNvGrpSpPr/>
          <p:nvPr/>
        </p:nvGrpSpPr>
        <p:grpSpPr>
          <a:xfrm>
            <a:off x="8253050" y="4495071"/>
            <a:ext cx="1051672" cy="685801"/>
            <a:chOff x="7255375" y="4149246"/>
            <a:chExt cx="1051672" cy="685801"/>
          </a:xfrm>
        </p:grpSpPr>
        <p:sp>
          <p:nvSpPr>
            <p:cNvPr id="281" name="Google Shape;281;p21"/>
            <p:cNvSpPr/>
            <p:nvPr/>
          </p:nvSpPr>
          <p:spPr>
            <a:xfrm>
              <a:off x="7420482" y="4402677"/>
              <a:ext cx="708329" cy="349265"/>
            </a:xfrm>
            <a:custGeom>
              <a:avLst/>
              <a:gdLst/>
              <a:ahLst/>
              <a:cxnLst/>
              <a:rect l="l" t="t" r="r" b="b"/>
              <a:pathLst>
                <a:path w="35523" h="17518" extrusionOk="0">
                  <a:moveTo>
                    <a:pt x="3774" y="10775"/>
                  </a:moveTo>
                  <a:cubicBezTo>
                    <a:pt x="2619" y="10198"/>
                    <a:pt x="353" y="8285"/>
                    <a:pt x="100" y="9551"/>
                  </a:cubicBezTo>
                  <a:cubicBezTo>
                    <a:pt x="-700" y="13554"/>
                    <a:pt x="6631" y="19346"/>
                    <a:pt x="9897" y="16898"/>
                  </a:cubicBezTo>
                  <a:cubicBezTo>
                    <a:pt x="14519" y="13434"/>
                    <a:pt x="9580" y="3364"/>
                    <a:pt x="14387" y="162"/>
                  </a:cubicBezTo>
                  <a:cubicBezTo>
                    <a:pt x="15361" y="-487"/>
                    <a:pt x="16028" y="1919"/>
                    <a:pt x="16428" y="3019"/>
                  </a:cubicBezTo>
                  <a:cubicBezTo>
                    <a:pt x="17676" y="6450"/>
                    <a:pt x="17937" y="11459"/>
                    <a:pt x="21327" y="12816"/>
                  </a:cubicBezTo>
                  <a:cubicBezTo>
                    <a:pt x="23352" y="13627"/>
                    <a:pt x="26043" y="14435"/>
                    <a:pt x="27858" y="13225"/>
                  </a:cubicBezTo>
                  <a:cubicBezTo>
                    <a:pt x="30136" y="11706"/>
                    <a:pt x="34340" y="6953"/>
                    <a:pt x="35206" y="9551"/>
                  </a:cubicBezTo>
                  <a:cubicBezTo>
                    <a:pt x="37745" y="17172"/>
                    <a:pt x="18742" y="7827"/>
                    <a:pt x="11122" y="10367"/>
                  </a:cubicBezTo>
                </a:path>
              </a:pathLst>
            </a:custGeom>
            <a:noFill/>
            <a:ln w="228600" cap="flat" cmpd="sng">
              <a:solidFill>
                <a:srgbClr val="88F175"/>
              </a:solidFill>
              <a:prstDash val="solid"/>
              <a:round/>
              <a:headEnd type="none" w="med" len="med"/>
              <a:tailEnd type="none" w="med" len="med"/>
            </a:ln>
          </p:spPr>
        </p:sp>
        <p:sp>
          <p:nvSpPr>
            <p:cNvPr id="282" name="Google Shape;282;p21"/>
            <p:cNvSpPr/>
            <p:nvPr/>
          </p:nvSpPr>
          <p:spPr>
            <a:xfrm>
              <a:off x="7255375" y="4149246"/>
              <a:ext cx="1051672" cy="685801"/>
            </a:xfrm>
            <a:custGeom>
              <a:avLst/>
              <a:gdLst/>
              <a:ahLst/>
              <a:cxnLst/>
              <a:rect l="l" t="t" r="r" b="b"/>
              <a:pathLst>
                <a:path w="10141" h="6613" extrusionOk="0">
                  <a:moveTo>
                    <a:pt x="4689" y="581"/>
                  </a:moveTo>
                  <a:cubicBezTo>
                    <a:pt x="5301" y="581"/>
                    <a:pt x="5834" y="1062"/>
                    <a:pt x="6038" y="1698"/>
                  </a:cubicBezTo>
                  <a:cubicBezTo>
                    <a:pt x="6305" y="2398"/>
                    <a:pt x="6171" y="3199"/>
                    <a:pt x="6104" y="3933"/>
                  </a:cubicBezTo>
                  <a:cubicBezTo>
                    <a:pt x="6071" y="4116"/>
                    <a:pt x="6205" y="4208"/>
                    <a:pt x="6350" y="4208"/>
                  </a:cubicBezTo>
                  <a:cubicBezTo>
                    <a:pt x="6496" y="4208"/>
                    <a:pt x="6655" y="4116"/>
                    <a:pt x="6672" y="3933"/>
                  </a:cubicBezTo>
                  <a:lnTo>
                    <a:pt x="6672" y="3899"/>
                  </a:lnTo>
                  <a:cubicBezTo>
                    <a:pt x="7039" y="3614"/>
                    <a:pt x="7493" y="3440"/>
                    <a:pt x="7944" y="3440"/>
                  </a:cubicBezTo>
                  <a:cubicBezTo>
                    <a:pt x="8230" y="3440"/>
                    <a:pt x="8514" y="3510"/>
                    <a:pt x="8773" y="3666"/>
                  </a:cubicBezTo>
                  <a:cubicBezTo>
                    <a:pt x="9407" y="4133"/>
                    <a:pt x="9474" y="5100"/>
                    <a:pt x="9107" y="5801"/>
                  </a:cubicBezTo>
                  <a:cubicBezTo>
                    <a:pt x="9073" y="5867"/>
                    <a:pt x="9073" y="5934"/>
                    <a:pt x="9073" y="5967"/>
                  </a:cubicBezTo>
                  <a:cubicBezTo>
                    <a:pt x="9007" y="5934"/>
                    <a:pt x="8940" y="5901"/>
                    <a:pt x="8906" y="5901"/>
                  </a:cubicBezTo>
                  <a:cubicBezTo>
                    <a:pt x="7922" y="5838"/>
                    <a:pt x="6928" y="5813"/>
                    <a:pt x="5932" y="5813"/>
                  </a:cubicBezTo>
                  <a:cubicBezTo>
                    <a:pt x="4262" y="5813"/>
                    <a:pt x="2585" y="5884"/>
                    <a:pt x="934" y="5967"/>
                  </a:cubicBezTo>
                  <a:cubicBezTo>
                    <a:pt x="967" y="5934"/>
                    <a:pt x="967" y="5834"/>
                    <a:pt x="934" y="5767"/>
                  </a:cubicBezTo>
                  <a:cubicBezTo>
                    <a:pt x="567" y="5334"/>
                    <a:pt x="567" y="4566"/>
                    <a:pt x="1001" y="4166"/>
                  </a:cubicBezTo>
                  <a:cubicBezTo>
                    <a:pt x="1140" y="4055"/>
                    <a:pt x="1312" y="4006"/>
                    <a:pt x="1489" y="4006"/>
                  </a:cubicBezTo>
                  <a:cubicBezTo>
                    <a:pt x="1952" y="4006"/>
                    <a:pt x="2454" y="4342"/>
                    <a:pt x="2502" y="4800"/>
                  </a:cubicBezTo>
                  <a:cubicBezTo>
                    <a:pt x="2535" y="4983"/>
                    <a:pt x="2694" y="5075"/>
                    <a:pt x="2840" y="5075"/>
                  </a:cubicBezTo>
                  <a:cubicBezTo>
                    <a:pt x="2986" y="5075"/>
                    <a:pt x="3119" y="4983"/>
                    <a:pt x="3102" y="4800"/>
                  </a:cubicBezTo>
                  <a:cubicBezTo>
                    <a:pt x="3102" y="4733"/>
                    <a:pt x="3102" y="4667"/>
                    <a:pt x="3036" y="4633"/>
                  </a:cubicBezTo>
                  <a:lnTo>
                    <a:pt x="3036" y="4566"/>
                  </a:lnTo>
                  <a:cubicBezTo>
                    <a:pt x="3002" y="3232"/>
                    <a:pt x="2669" y="1464"/>
                    <a:pt x="4103" y="730"/>
                  </a:cubicBezTo>
                  <a:cubicBezTo>
                    <a:pt x="4301" y="627"/>
                    <a:pt x="4499" y="581"/>
                    <a:pt x="4689" y="581"/>
                  </a:cubicBezTo>
                  <a:close/>
                  <a:moveTo>
                    <a:pt x="4671" y="1"/>
                  </a:moveTo>
                  <a:cubicBezTo>
                    <a:pt x="4562" y="1"/>
                    <a:pt x="4450" y="10"/>
                    <a:pt x="4337" y="30"/>
                  </a:cubicBezTo>
                  <a:cubicBezTo>
                    <a:pt x="2502" y="363"/>
                    <a:pt x="2268" y="2298"/>
                    <a:pt x="2502" y="3899"/>
                  </a:cubicBezTo>
                  <a:cubicBezTo>
                    <a:pt x="2231" y="3607"/>
                    <a:pt x="1842" y="3433"/>
                    <a:pt x="1442" y="3433"/>
                  </a:cubicBezTo>
                  <a:cubicBezTo>
                    <a:pt x="1202" y="3433"/>
                    <a:pt x="959" y="3495"/>
                    <a:pt x="734" y="3632"/>
                  </a:cubicBezTo>
                  <a:cubicBezTo>
                    <a:pt x="300" y="3899"/>
                    <a:pt x="67" y="4366"/>
                    <a:pt x="67" y="4867"/>
                  </a:cubicBezTo>
                  <a:cubicBezTo>
                    <a:pt x="0" y="5334"/>
                    <a:pt x="234" y="5734"/>
                    <a:pt x="634" y="6034"/>
                  </a:cubicBezTo>
                  <a:cubicBezTo>
                    <a:pt x="434" y="6101"/>
                    <a:pt x="467" y="6401"/>
                    <a:pt x="734" y="6434"/>
                  </a:cubicBezTo>
                  <a:cubicBezTo>
                    <a:pt x="2535" y="6523"/>
                    <a:pt x="4351" y="6612"/>
                    <a:pt x="6172" y="6612"/>
                  </a:cubicBezTo>
                  <a:cubicBezTo>
                    <a:pt x="7083" y="6612"/>
                    <a:pt x="7995" y="6590"/>
                    <a:pt x="8906" y="6535"/>
                  </a:cubicBezTo>
                  <a:cubicBezTo>
                    <a:pt x="9107" y="6535"/>
                    <a:pt x="9173" y="6368"/>
                    <a:pt x="9173" y="6168"/>
                  </a:cubicBezTo>
                  <a:cubicBezTo>
                    <a:pt x="9240" y="6218"/>
                    <a:pt x="9315" y="6251"/>
                    <a:pt x="9390" y="6251"/>
                  </a:cubicBezTo>
                  <a:cubicBezTo>
                    <a:pt x="9465" y="6251"/>
                    <a:pt x="9540" y="6218"/>
                    <a:pt x="9607" y="6134"/>
                  </a:cubicBezTo>
                  <a:cubicBezTo>
                    <a:pt x="10141" y="5134"/>
                    <a:pt x="9907" y="3799"/>
                    <a:pt x="8973" y="3232"/>
                  </a:cubicBezTo>
                  <a:cubicBezTo>
                    <a:pt x="8641" y="3011"/>
                    <a:pt x="8256" y="2902"/>
                    <a:pt x="7873" y="2902"/>
                  </a:cubicBezTo>
                  <a:cubicBezTo>
                    <a:pt x="7447" y="2902"/>
                    <a:pt x="7022" y="3036"/>
                    <a:pt x="6672" y="3299"/>
                  </a:cubicBezTo>
                  <a:cubicBezTo>
                    <a:pt x="6772" y="2432"/>
                    <a:pt x="6738" y="1564"/>
                    <a:pt x="6171" y="797"/>
                  </a:cubicBezTo>
                  <a:cubicBezTo>
                    <a:pt x="5830" y="314"/>
                    <a:pt x="5296" y="1"/>
                    <a:pt x="467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only 5">
  <p:cSld name="Title only 5">
    <p:bg>
      <p:bgPr>
        <a:solidFill>
          <a:schemeClr val="lt1"/>
        </a:solidFill>
        <a:effectLst/>
      </p:bgPr>
    </p:bg>
    <p:spTree>
      <p:nvGrpSpPr>
        <p:cNvPr id="1" name="Shape 283"/>
        <p:cNvGrpSpPr/>
        <p:nvPr/>
      </p:nvGrpSpPr>
      <p:grpSpPr>
        <a:xfrm>
          <a:off x="0" y="0"/>
          <a:ext cx="0" cy="0"/>
          <a:chOff x="0" y="0"/>
          <a:chExt cx="0" cy="0"/>
        </a:xfrm>
      </p:grpSpPr>
      <p:sp>
        <p:nvSpPr>
          <p:cNvPr id="284" name="Google Shape;284;p22"/>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r>
              <a:rPr lang="en-US" smtClean="0"/>
              <a:t>Click to edit Master title style</a:t>
            </a:r>
            <a:endParaRPr/>
          </a:p>
        </p:txBody>
      </p:sp>
      <p:grpSp>
        <p:nvGrpSpPr>
          <p:cNvPr id="285" name="Google Shape;285;p22"/>
          <p:cNvGrpSpPr/>
          <p:nvPr/>
        </p:nvGrpSpPr>
        <p:grpSpPr>
          <a:xfrm>
            <a:off x="8445062" y="326350"/>
            <a:ext cx="1051685" cy="885376"/>
            <a:chOff x="284887" y="816125"/>
            <a:chExt cx="1051685" cy="885376"/>
          </a:xfrm>
        </p:grpSpPr>
        <p:sp>
          <p:nvSpPr>
            <p:cNvPr id="286" name="Google Shape;286;p22"/>
            <p:cNvSpPr/>
            <p:nvPr/>
          </p:nvSpPr>
          <p:spPr>
            <a:xfrm>
              <a:off x="575067" y="952593"/>
              <a:ext cx="471302" cy="504335"/>
            </a:xfrm>
            <a:custGeom>
              <a:avLst/>
              <a:gdLst/>
              <a:ahLst/>
              <a:cxnLst/>
              <a:rect l="l" t="t" r="r" b="b"/>
              <a:pathLst>
                <a:path w="3154" h="3375" extrusionOk="0">
                  <a:moveTo>
                    <a:pt x="1700" y="0"/>
                  </a:moveTo>
                  <a:cubicBezTo>
                    <a:pt x="1428" y="0"/>
                    <a:pt x="1165" y="138"/>
                    <a:pt x="1083" y="413"/>
                  </a:cubicBezTo>
                  <a:cubicBezTo>
                    <a:pt x="928" y="521"/>
                    <a:pt x="805" y="675"/>
                    <a:pt x="774" y="923"/>
                  </a:cubicBezTo>
                  <a:cubicBezTo>
                    <a:pt x="774" y="984"/>
                    <a:pt x="758" y="1046"/>
                    <a:pt x="758" y="1108"/>
                  </a:cubicBezTo>
                  <a:cubicBezTo>
                    <a:pt x="372" y="1154"/>
                    <a:pt x="1" y="1464"/>
                    <a:pt x="202" y="1912"/>
                  </a:cubicBezTo>
                  <a:cubicBezTo>
                    <a:pt x="279" y="2113"/>
                    <a:pt x="356" y="2314"/>
                    <a:pt x="341" y="2530"/>
                  </a:cubicBezTo>
                  <a:cubicBezTo>
                    <a:pt x="295" y="2855"/>
                    <a:pt x="387" y="3195"/>
                    <a:pt x="727" y="3318"/>
                  </a:cubicBezTo>
                  <a:cubicBezTo>
                    <a:pt x="811" y="3355"/>
                    <a:pt x="907" y="3374"/>
                    <a:pt x="1005" y="3374"/>
                  </a:cubicBezTo>
                  <a:cubicBezTo>
                    <a:pt x="1233" y="3374"/>
                    <a:pt x="1469" y="3272"/>
                    <a:pt x="1577" y="3056"/>
                  </a:cubicBezTo>
                  <a:cubicBezTo>
                    <a:pt x="1608" y="2978"/>
                    <a:pt x="1655" y="2901"/>
                    <a:pt x="1670" y="2824"/>
                  </a:cubicBezTo>
                  <a:lnTo>
                    <a:pt x="2072" y="2994"/>
                  </a:lnTo>
                  <a:cubicBezTo>
                    <a:pt x="2192" y="3047"/>
                    <a:pt x="2320" y="3077"/>
                    <a:pt x="2445" y="3077"/>
                  </a:cubicBezTo>
                  <a:cubicBezTo>
                    <a:pt x="2610" y="3077"/>
                    <a:pt x="2768" y="3024"/>
                    <a:pt x="2891" y="2901"/>
                  </a:cubicBezTo>
                  <a:cubicBezTo>
                    <a:pt x="3077" y="2731"/>
                    <a:pt x="3154" y="2345"/>
                    <a:pt x="2984" y="2113"/>
                  </a:cubicBezTo>
                  <a:cubicBezTo>
                    <a:pt x="2659" y="1665"/>
                    <a:pt x="2458" y="1201"/>
                    <a:pt x="2427" y="644"/>
                  </a:cubicBezTo>
                  <a:cubicBezTo>
                    <a:pt x="2393" y="215"/>
                    <a:pt x="2039" y="0"/>
                    <a:pt x="1700" y="0"/>
                  </a:cubicBezTo>
                  <a:close/>
                </a:path>
              </a:pathLst>
            </a:custGeom>
            <a:solidFill>
              <a:srgbClr val="88F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2"/>
            <p:cNvSpPr/>
            <p:nvPr/>
          </p:nvSpPr>
          <p:spPr>
            <a:xfrm>
              <a:off x="284887" y="816125"/>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8" name="Google Shape;288;p22"/>
          <p:cNvSpPr/>
          <p:nvPr/>
        </p:nvSpPr>
        <p:spPr>
          <a:xfrm rot="985870">
            <a:off x="8095842" y="4043904"/>
            <a:ext cx="912589" cy="1090257"/>
          </a:xfrm>
          <a:custGeom>
            <a:avLst/>
            <a:gdLst/>
            <a:ahLst/>
            <a:cxnLst/>
            <a:rect l="l" t="t" r="r" b="b"/>
            <a:pathLst>
              <a:path w="18214" h="21760" extrusionOk="0">
                <a:moveTo>
                  <a:pt x="7097" y="9137"/>
                </a:moveTo>
                <a:cubicBezTo>
                  <a:pt x="7930" y="9137"/>
                  <a:pt x="8824" y="9338"/>
                  <a:pt x="9707" y="9507"/>
                </a:cubicBezTo>
                <a:cubicBezTo>
                  <a:pt x="8806" y="11508"/>
                  <a:pt x="8440" y="13710"/>
                  <a:pt x="8673" y="15978"/>
                </a:cubicBezTo>
                <a:cubicBezTo>
                  <a:pt x="8273" y="16012"/>
                  <a:pt x="7839" y="16012"/>
                  <a:pt x="7439" y="16045"/>
                </a:cubicBezTo>
                <a:cubicBezTo>
                  <a:pt x="7272" y="14811"/>
                  <a:pt x="6972" y="13610"/>
                  <a:pt x="6605" y="12376"/>
                </a:cubicBezTo>
                <a:cubicBezTo>
                  <a:pt x="6505" y="12109"/>
                  <a:pt x="5838" y="10674"/>
                  <a:pt x="5304" y="9607"/>
                </a:cubicBezTo>
                <a:cubicBezTo>
                  <a:pt x="5843" y="9258"/>
                  <a:pt x="6452" y="9137"/>
                  <a:pt x="7097" y="9137"/>
                </a:cubicBezTo>
                <a:close/>
                <a:moveTo>
                  <a:pt x="8155" y="807"/>
                </a:moveTo>
                <a:cubicBezTo>
                  <a:pt x="8439" y="807"/>
                  <a:pt x="8723" y="817"/>
                  <a:pt x="9007" y="834"/>
                </a:cubicBezTo>
                <a:cubicBezTo>
                  <a:pt x="14477" y="1001"/>
                  <a:pt x="18213" y="6271"/>
                  <a:pt x="14044" y="10674"/>
                </a:cubicBezTo>
                <a:cubicBezTo>
                  <a:pt x="12776" y="12042"/>
                  <a:pt x="9040" y="13476"/>
                  <a:pt x="10007" y="15845"/>
                </a:cubicBezTo>
                <a:lnTo>
                  <a:pt x="9007" y="15978"/>
                </a:lnTo>
                <a:cubicBezTo>
                  <a:pt x="8973" y="13710"/>
                  <a:pt x="9374" y="11575"/>
                  <a:pt x="10274" y="9640"/>
                </a:cubicBezTo>
                <a:cubicBezTo>
                  <a:pt x="10374" y="9674"/>
                  <a:pt x="10508" y="9674"/>
                  <a:pt x="10674" y="9707"/>
                </a:cubicBezTo>
                <a:cubicBezTo>
                  <a:pt x="10888" y="9741"/>
                  <a:pt x="11091" y="9760"/>
                  <a:pt x="11283" y="9760"/>
                </a:cubicBezTo>
                <a:cubicBezTo>
                  <a:pt x="12026" y="9760"/>
                  <a:pt x="12612" y="9481"/>
                  <a:pt x="13009" y="8740"/>
                </a:cubicBezTo>
                <a:cubicBezTo>
                  <a:pt x="13124" y="8557"/>
                  <a:pt x="12940" y="8374"/>
                  <a:pt x="12759" y="8374"/>
                </a:cubicBezTo>
                <a:cubicBezTo>
                  <a:pt x="12677" y="8374"/>
                  <a:pt x="12595" y="8412"/>
                  <a:pt x="12542" y="8506"/>
                </a:cubicBezTo>
                <a:cubicBezTo>
                  <a:pt x="12220" y="9052"/>
                  <a:pt x="11695" y="9229"/>
                  <a:pt x="11104" y="9229"/>
                </a:cubicBezTo>
                <a:cubicBezTo>
                  <a:pt x="10900" y="9229"/>
                  <a:pt x="10688" y="9208"/>
                  <a:pt x="10474" y="9173"/>
                </a:cubicBezTo>
                <a:cubicBezTo>
                  <a:pt x="10775" y="8540"/>
                  <a:pt x="11108" y="7973"/>
                  <a:pt x="11508" y="7372"/>
                </a:cubicBezTo>
                <a:cubicBezTo>
                  <a:pt x="11643" y="7170"/>
                  <a:pt x="11491" y="6999"/>
                  <a:pt x="11307" y="6999"/>
                </a:cubicBezTo>
                <a:cubicBezTo>
                  <a:pt x="11216" y="6999"/>
                  <a:pt x="11118" y="7040"/>
                  <a:pt x="11041" y="7139"/>
                </a:cubicBezTo>
                <a:cubicBezTo>
                  <a:pt x="10641" y="7739"/>
                  <a:pt x="10207" y="8406"/>
                  <a:pt x="9941" y="9073"/>
                </a:cubicBezTo>
                <a:cubicBezTo>
                  <a:pt x="9340" y="8907"/>
                  <a:pt x="8806" y="8740"/>
                  <a:pt x="8306" y="8673"/>
                </a:cubicBezTo>
                <a:cubicBezTo>
                  <a:pt x="8011" y="8622"/>
                  <a:pt x="7720" y="8595"/>
                  <a:pt x="7431" y="8595"/>
                </a:cubicBezTo>
                <a:cubicBezTo>
                  <a:pt x="6969" y="8595"/>
                  <a:pt x="6510" y="8663"/>
                  <a:pt x="6038" y="8806"/>
                </a:cubicBezTo>
                <a:cubicBezTo>
                  <a:pt x="5671" y="8907"/>
                  <a:pt x="5337" y="9073"/>
                  <a:pt x="5037" y="9307"/>
                </a:cubicBezTo>
                <a:cubicBezTo>
                  <a:pt x="4970" y="9140"/>
                  <a:pt x="4870" y="8973"/>
                  <a:pt x="4804" y="8840"/>
                </a:cubicBezTo>
                <a:cubicBezTo>
                  <a:pt x="4837" y="8840"/>
                  <a:pt x="4837" y="8806"/>
                  <a:pt x="4870" y="8806"/>
                </a:cubicBezTo>
                <a:cubicBezTo>
                  <a:pt x="5004" y="8706"/>
                  <a:pt x="5037" y="8540"/>
                  <a:pt x="4970" y="8406"/>
                </a:cubicBezTo>
                <a:cubicBezTo>
                  <a:pt x="4837" y="8173"/>
                  <a:pt x="4770" y="8139"/>
                  <a:pt x="4470" y="8073"/>
                </a:cubicBezTo>
                <a:cubicBezTo>
                  <a:pt x="4337" y="8073"/>
                  <a:pt x="4203" y="8173"/>
                  <a:pt x="4170" y="8306"/>
                </a:cubicBezTo>
                <a:cubicBezTo>
                  <a:pt x="4036" y="8740"/>
                  <a:pt x="4270" y="9240"/>
                  <a:pt x="4503" y="9707"/>
                </a:cubicBezTo>
                <a:cubicBezTo>
                  <a:pt x="4203" y="10041"/>
                  <a:pt x="3970" y="10408"/>
                  <a:pt x="3803" y="10875"/>
                </a:cubicBezTo>
                <a:cubicBezTo>
                  <a:pt x="3735" y="10987"/>
                  <a:pt x="3850" y="11085"/>
                  <a:pt x="3963" y="11085"/>
                </a:cubicBezTo>
                <a:cubicBezTo>
                  <a:pt x="4017" y="11085"/>
                  <a:pt x="4071" y="11062"/>
                  <a:pt x="4103" y="11008"/>
                </a:cubicBezTo>
                <a:cubicBezTo>
                  <a:pt x="4303" y="10641"/>
                  <a:pt x="4503" y="10341"/>
                  <a:pt x="4770" y="10074"/>
                </a:cubicBezTo>
                <a:cubicBezTo>
                  <a:pt x="5004" y="10474"/>
                  <a:pt x="5271" y="10841"/>
                  <a:pt x="5371" y="11141"/>
                </a:cubicBezTo>
                <a:cubicBezTo>
                  <a:pt x="6138" y="12743"/>
                  <a:pt x="6605" y="14410"/>
                  <a:pt x="6972" y="16178"/>
                </a:cubicBezTo>
                <a:lnTo>
                  <a:pt x="6138" y="16178"/>
                </a:lnTo>
                <a:cubicBezTo>
                  <a:pt x="6271" y="15511"/>
                  <a:pt x="6105" y="14911"/>
                  <a:pt x="5537" y="14344"/>
                </a:cubicBezTo>
                <a:cubicBezTo>
                  <a:pt x="4970" y="13710"/>
                  <a:pt x="4003" y="13376"/>
                  <a:pt x="3303" y="12876"/>
                </a:cubicBezTo>
                <a:cubicBezTo>
                  <a:pt x="2369" y="12209"/>
                  <a:pt x="1768" y="11342"/>
                  <a:pt x="1334" y="10308"/>
                </a:cubicBezTo>
                <a:cubicBezTo>
                  <a:pt x="467" y="8139"/>
                  <a:pt x="801" y="5671"/>
                  <a:pt x="2002" y="3703"/>
                </a:cubicBezTo>
                <a:cubicBezTo>
                  <a:pt x="3345" y="1493"/>
                  <a:pt x="5731" y="807"/>
                  <a:pt x="8155" y="807"/>
                </a:cubicBezTo>
                <a:close/>
                <a:moveTo>
                  <a:pt x="10174" y="16312"/>
                </a:moveTo>
                <a:cubicBezTo>
                  <a:pt x="10174" y="16345"/>
                  <a:pt x="10207" y="16379"/>
                  <a:pt x="10207" y="16445"/>
                </a:cubicBezTo>
                <a:cubicBezTo>
                  <a:pt x="10641" y="16912"/>
                  <a:pt x="10441" y="17212"/>
                  <a:pt x="10007" y="17446"/>
                </a:cubicBezTo>
                <a:cubicBezTo>
                  <a:pt x="9941" y="17446"/>
                  <a:pt x="9807" y="17479"/>
                  <a:pt x="9774" y="17513"/>
                </a:cubicBezTo>
                <a:cubicBezTo>
                  <a:pt x="9107" y="17780"/>
                  <a:pt x="8139" y="17813"/>
                  <a:pt x="7939" y="17813"/>
                </a:cubicBezTo>
                <a:cubicBezTo>
                  <a:pt x="7717" y="17813"/>
                  <a:pt x="7465" y="17828"/>
                  <a:pt x="7223" y="17828"/>
                </a:cubicBezTo>
                <a:cubicBezTo>
                  <a:pt x="7102" y="17828"/>
                  <a:pt x="6983" y="17824"/>
                  <a:pt x="6872" y="17813"/>
                </a:cubicBezTo>
                <a:cubicBezTo>
                  <a:pt x="6338" y="17713"/>
                  <a:pt x="5271" y="16912"/>
                  <a:pt x="5804" y="16479"/>
                </a:cubicBezTo>
                <a:lnTo>
                  <a:pt x="5804" y="16479"/>
                </a:lnTo>
                <a:cubicBezTo>
                  <a:pt x="5827" y="16490"/>
                  <a:pt x="5856" y="16497"/>
                  <a:pt x="5890" y="16497"/>
                </a:cubicBezTo>
                <a:cubicBezTo>
                  <a:pt x="5956" y="16497"/>
                  <a:pt x="6038" y="16468"/>
                  <a:pt x="6105" y="16379"/>
                </a:cubicBezTo>
                <a:cubicBezTo>
                  <a:pt x="6678" y="16479"/>
                  <a:pt x="7258" y="16524"/>
                  <a:pt x="7842" y="16524"/>
                </a:cubicBezTo>
                <a:cubicBezTo>
                  <a:pt x="8615" y="16524"/>
                  <a:pt x="9395" y="16445"/>
                  <a:pt x="10174" y="16312"/>
                </a:cubicBezTo>
                <a:close/>
                <a:moveTo>
                  <a:pt x="9874" y="18013"/>
                </a:moveTo>
                <a:lnTo>
                  <a:pt x="9874" y="18013"/>
                </a:lnTo>
                <a:cubicBezTo>
                  <a:pt x="10308" y="19014"/>
                  <a:pt x="9173" y="19814"/>
                  <a:pt x="8273" y="19814"/>
                </a:cubicBezTo>
                <a:cubicBezTo>
                  <a:pt x="7806" y="19814"/>
                  <a:pt x="7339" y="19714"/>
                  <a:pt x="6872" y="19547"/>
                </a:cubicBezTo>
                <a:cubicBezTo>
                  <a:pt x="6638" y="19481"/>
                  <a:pt x="6438" y="19381"/>
                  <a:pt x="6205" y="19281"/>
                </a:cubicBezTo>
                <a:cubicBezTo>
                  <a:pt x="5604" y="18847"/>
                  <a:pt x="5537" y="18447"/>
                  <a:pt x="6038" y="18046"/>
                </a:cubicBezTo>
                <a:lnTo>
                  <a:pt x="6038" y="18046"/>
                </a:lnTo>
                <a:cubicBezTo>
                  <a:pt x="6338" y="18180"/>
                  <a:pt x="6672" y="18280"/>
                  <a:pt x="6972" y="18313"/>
                </a:cubicBezTo>
                <a:cubicBezTo>
                  <a:pt x="7211" y="18333"/>
                  <a:pt x="7492" y="18347"/>
                  <a:pt x="7791" y="18347"/>
                </a:cubicBezTo>
                <a:cubicBezTo>
                  <a:pt x="8492" y="18347"/>
                  <a:pt x="9289" y="18270"/>
                  <a:pt x="9874" y="18013"/>
                </a:cubicBezTo>
                <a:close/>
                <a:moveTo>
                  <a:pt x="8440" y="0"/>
                </a:moveTo>
                <a:cubicBezTo>
                  <a:pt x="4370" y="0"/>
                  <a:pt x="1201" y="1868"/>
                  <a:pt x="334" y="6038"/>
                </a:cubicBezTo>
                <a:cubicBezTo>
                  <a:pt x="0" y="7739"/>
                  <a:pt x="167" y="9540"/>
                  <a:pt x="1001" y="11075"/>
                </a:cubicBezTo>
                <a:cubicBezTo>
                  <a:pt x="1368" y="11809"/>
                  <a:pt x="1868" y="12476"/>
                  <a:pt x="2469" y="12976"/>
                </a:cubicBezTo>
                <a:cubicBezTo>
                  <a:pt x="3436" y="13843"/>
                  <a:pt x="6004" y="14544"/>
                  <a:pt x="5671" y="16245"/>
                </a:cubicBezTo>
                <a:cubicBezTo>
                  <a:pt x="5371" y="16479"/>
                  <a:pt x="5204" y="16846"/>
                  <a:pt x="5304" y="17246"/>
                </a:cubicBezTo>
                <a:cubicBezTo>
                  <a:pt x="5337" y="17546"/>
                  <a:pt x="5471" y="17746"/>
                  <a:pt x="5638" y="17913"/>
                </a:cubicBezTo>
                <a:cubicBezTo>
                  <a:pt x="5337" y="18146"/>
                  <a:pt x="5171" y="18513"/>
                  <a:pt x="5271" y="18914"/>
                </a:cubicBezTo>
                <a:cubicBezTo>
                  <a:pt x="5471" y="19848"/>
                  <a:pt x="6672" y="20148"/>
                  <a:pt x="7439" y="20248"/>
                </a:cubicBezTo>
                <a:cubicBezTo>
                  <a:pt x="7694" y="20294"/>
                  <a:pt x="7958" y="20325"/>
                  <a:pt x="8220" y="20325"/>
                </a:cubicBezTo>
                <a:cubicBezTo>
                  <a:pt x="8710" y="20325"/>
                  <a:pt x="9194" y="20219"/>
                  <a:pt x="9607" y="19914"/>
                </a:cubicBezTo>
                <a:lnTo>
                  <a:pt x="9607" y="19914"/>
                </a:lnTo>
                <a:cubicBezTo>
                  <a:pt x="9198" y="20884"/>
                  <a:pt x="8390" y="21338"/>
                  <a:pt x="7592" y="21338"/>
                </a:cubicBezTo>
                <a:cubicBezTo>
                  <a:pt x="6633" y="21338"/>
                  <a:pt x="5689" y="20682"/>
                  <a:pt x="5471" y="19481"/>
                </a:cubicBezTo>
                <a:cubicBezTo>
                  <a:pt x="5455" y="19418"/>
                  <a:pt x="5395" y="19385"/>
                  <a:pt x="5335" y="19385"/>
                </a:cubicBezTo>
                <a:cubicBezTo>
                  <a:pt x="5269" y="19385"/>
                  <a:pt x="5204" y="19426"/>
                  <a:pt x="5204" y="19514"/>
                </a:cubicBezTo>
                <a:cubicBezTo>
                  <a:pt x="5294" y="20981"/>
                  <a:pt x="6456" y="21759"/>
                  <a:pt x="7628" y="21759"/>
                </a:cubicBezTo>
                <a:cubicBezTo>
                  <a:pt x="8614" y="21759"/>
                  <a:pt x="9608" y="21207"/>
                  <a:pt x="9974" y="20048"/>
                </a:cubicBezTo>
                <a:cubicBezTo>
                  <a:pt x="10007" y="19881"/>
                  <a:pt x="9874" y="19814"/>
                  <a:pt x="9774" y="19814"/>
                </a:cubicBezTo>
                <a:cubicBezTo>
                  <a:pt x="9807" y="19748"/>
                  <a:pt x="9874" y="19714"/>
                  <a:pt x="9941" y="19648"/>
                </a:cubicBezTo>
                <a:cubicBezTo>
                  <a:pt x="10341" y="19147"/>
                  <a:pt x="10508" y="18513"/>
                  <a:pt x="10274" y="17913"/>
                </a:cubicBezTo>
                <a:cubicBezTo>
                  <a:pt x="10841" y="17513"/>
                  <a:pt x="11008" y="16812"/>
                  <a:pt x="10541" y="16245"/>
                </a:cubicBezTo>
                <a:cubicBezTo>
                  <a:pt x="10708" y="16178"/>
                  <a:pt x="10808" y="15978"/>
                  <a:pt x="10674" y="15811"/>
                </a:cubicBezTo>
                <a:cubicBezTo>
                  <a:pt x="9941" y="14344"/>
                  <a:pt x="14511" y="11475"/>
                  <a:pt x="15344" y="10308"/>
                </a:cubicBezTo>
                <a:cubicBezTo>
                  <a:pt x="16345" y="8840"/>
                  <a:pt x="16879" y="7305"/>
                  <a:pt x="16612" y="5671"/>
                </a:cubicBezTo>
                <a:cubicBezTo>
                  <a:pt x="15978" y="1801"/>
                  <a:pt x="11975" y="0"/>
                  <a:pt x="8440" y="0"/>
                </a:cubicBezTo>
                <a:close/>
              </a:path>
            </a:pathLst>
          </a:custGeom>
          <a:solidFill>
            <a:srgbClr val="1D1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9" name="Google Shape;289;p22"/>
          <p:cNvGrpSpPr/>
          <p:nvPr/>
        </p:nvGrpSpPr>
        <p:grpSpPr>
          <a:xfrm>
            <a:off x="-376600" y="4013296"/>
            <a:ext cx="1051672" cy="685801"/>
            <a:chOff x="7255375" y="4149246"/>
            <a:chExt cx="1051672" cy="685801"/>
          </a:xfrm>
        </p:grpSpPr>
        <p:sp>
          <p:nvSpPr>
            <p:cNvPr id="290" name="Google Shape;290;p22"/>
            <p:cNvSpPr/>
            <p:nvPr/>
          </p:nvSpPr>
          <p:spPr>
            <a:xfrm>
              <a:off x="7420482" y="4402677"/>
              <a:ext cx="708329" cy="349265"/>
            </a:xfrm>
            <a:custGeom>
              <a:avLst/>
              <a:gdLst/>
              <a:ahLst/>
              <a:cxnLst/>
              <a:rect l="l" t="t" r="r" b="b"/>
              <a:pathLst>
                <a:path w="35523" h="17518" extrusionOk="0">
                  <a:moveTo>
                    <a:pt x="3774" y="10775"/>
                  </a:moveTo>
                  <a:cubicBezTo>
                    <a:pt x="2619" y="10198"/>
                    <a:pt x="353" y="8285"/>
                    <a:pt x="100" y="9551"/>
                  </a:cubicBezTo>
                  <a:cubicBezTo>
                    <a:pt x="-700" y="13554"/>
                    <a:pt x="6631" y="19346"/>
                    <a:pt x="9897" y="16898"/>
                  </a:cubicBezTo>
                  <a:cubicBezTo>
                    <a:pt x="14519" y="13434"/>
                    <a:pt x="9580" y="3364"/>
                    <a:pt x="14387" y="162"/>
                  </a:cubicBezTo>
                  <a:cubicBezTo>
                    <a:pt x="15361" y="-487"/>
                    <a:pt x="16028" y="1919"/>
                    <a:pt x="16428" y="3019"/>
                  </a:cubicBezTo>
                  <a:cubicBezTo>
                    <a:pt x="17676" y="6450"/>
                    <a:pt x="17937" y="11459"/>
                    <a:pt x="21327" y="12816"/>
                  </a:cubicBezTo>
                  <a:cubicBezTo>
                    <a:pt x="23352" y="13627"/>
                    <a:pt x="26043" y="14435"/>
                    <a:pt x="27858" y="13225"/>
                  </a:cubicBezTo>
                  <a:cubicBezTo>
                    <a:pt x="30136" y="11706"/>
                    <a:pt x="34340" y="6953"/>
                    <a:pt x="35206" y="9551"/>
                  </a:cubicBezTo>
                  <a:cubicBezTo>
                    <a:pt x="37745" y="17172"/>
                    <a:pt x="18742" y="7827"/>
                    <a:pt x="11122" y="10367"/>
                  </a:cubicBezTo>
                </a:path>
              </a:pathLst>
            </a:custGeom>
            <a:noFill/>
            <a:ln w="228600" cap="flat" cmpd="sng">
              <a:solidFill>
                <a:schemeClr val="lt2"/>
              </a:solidFill>
              <a:prstDash val="solid"/>
              <a:round/>
              <a:headEnd type="none" w="med" len="med"/>
              <a:tailEnd type="none" w="med" len="med"/>
            </a:ln>
          </p:spPr>
        </p:sp>
        <p:sp>
          <p:nvSpPr>
            <p:cNvPr id="291" name="Google Shape;291;p22"/>
            <p:cNvSpPr/>
            <p:nvPr/>
          </p:nvSpPr>
          <p:spPr>
            <a:xfrm>
              <a:off x="7255375" y="4149246"/>
              <a:ext cx="1051672" cy="685801"/>
            </a:xfrm>
            <a:custGeom>
              <a:avLst/>
              <a:gdLst/>
              <a:ahLst/>
              <a:cxnLst/>
              <a:rect l="l" t="t" r="r" b="b"/>
              <a:pathLst>
                <a:path w="10141" h="6613" extrusionOk="0">
                  <a:moveTo>
                    <a:pt x="4689" y="581"/>
                  </a:moveTo>
                  <a:cubicBezTo>
                    <a:pt x="5301" y="581"/>
                    <a:pt x="5834" y="1062"/>
                    <a:pt x="6038" y="1698"/>
                  </a:cubicBezTo>
                  <a:cubicBezTo>
                    <a:pt x="6305" y="2398"/>
                    <a:pt x="6171" y="3199"/>
                    <a:pt x="6104" y="3933"/>
                  </a:cubicBezTo>
                  <a:cubicBezTo>
                    <a:pt x="6071" y="4116"/>
                    <a:pt x="6205" y="4208"/>
                    <a:pt x="6350" y="4208"/>
                  </a:cubicBezTo>
                  <a:cubicBezTo>
                    <a:pt x="6496" y="4208"/>
                    <a:pt x="6655" y="4116"/>
                    <a:pt x="6672" y="3933"/>
                  </a:cubicBezTo>
                  <a:lnTo>
                    <a:pt x="6672" y="3899"/>
                  </a:lnTo>
                  <a:cubicBezTo>
                    <a:pt x="7039" y="3614"/>
                    <a:pt x="7493" y="3440"/>
                    <a:pt x="7944" y="3440"/>
                  </a:cubicBezTo>
                  <a:cubicBezTo>
                    <a:pt x="8230" y="3440"/>
                    <a:pt x="8514" y="3510"/>
                    <a:pt x="8773" y="3666"/>
                  </a:cubicBezTo>
                  <a:cubicBezTo>
                    <a:pt x="9407" y="4133"/>
                    <a:pt x="9474" y="5100"/>
                    <a:pt x="9107" y="5801"/>
                  </a:cubicBezTo>
                  <a:cubicBezTo>
                    <a:pt x="9073" y="5867"/>
                    <a:pt x="9073" y="5934"/>
                    <a:pt x="9073" y="5967"/>
                  </a:cubicBezTo>
                  <a:cubicBezTo>
                    <a:pt x="9007" y="5934"/>
                    <a:pt x="8940" y="5901"/>
                    <a:pt x="8906" y="5901"/>
                  </a:cubicBezTo>
                  <a:cubicBezTo>
                    <a:pt x="7922" y="5838"/>
                    <a:pt x="6928" y="5813"/>
                    <a:pt x="5932" y="5813"/>
                  </a:cubicBezTo>
                  <a:cubicBezTo>
                    <a:pt x="4262" y="5813"/>
                    <a:pt x="2585" y="5884"/>
                    <a:pt x="934" y="5967"/>
                  </a:cubicBezTo>
                  <a:cubicBezTo>
                    <a:pt x="967" y="5934"/>
                    <a:pt x="967" y="5834"/>
                    <a:pt x="934" y="5767"/>
                  </a:cubicBezTo>
                  <a:cubicBezTo>
                    <a:pt x="567" y="5334"/>
                    <a:pt x="567" y="4566"/>
                    <a:pt x="1001" y="4166"/>
                  </a:cubicBezTo>
                  <a:cubicBezTo>
                    <a:pt x="1140" y="4055"/>
                    <a:pt x="1312" y="4006"/>
                    <a:pt x="1489" y="4006"/>
                  </a:cubicBezTo>
                  <a:cubicBezTo>
                    <a:pt x="1952" y="4006"/>
                    <a:pt x="2454" y="4342"/>
                    <a:pt x="2502" y="4800"/>
                  </a:cubicBezTo>
                  <a:cubicBezTo>
                    <a:pt x="2535" y="4983"/>
                    <a:pt x="2694" y="5075"/>
                    <a:pt x="2840" y="5075"/>
                  </a:cubicBezTo>
                  <a:cubicBezTo>
                    <a:pt x="2986" y="5075"/>
                    <a:pt x="3119" y="4983"/>
                    <a:pt x="3102" y="4800"/>
                  </a:cubicBezTo>
                  <a:cubicBezTo>
                    <a:pt x="3102" y="4733"/>
                    <a:pt x="3102" y="4667"/>
                    <a:pt x="3036" y="4633"/>
                  </a:cubicBezTo>
                  <a:lnTo>
                    <a:pt x="3036" y="4566"/>
                  </a:lnTo>
                  <a:cubicBezTo>
                    <a:pt x="3002" y="3232"/>
                    <a:pt x="2669" y="1464"/>
                    <a:pt x="4103" y="730"/>
                  </a:cubicBezTo>
                  <a:cubicBezTo>
                    <a:pt x="4301" y="627"/>
                    <a:pt x="4499" y="581"/>
                    <a:pt x="4689" y="581"/>
                  </a:cubicBezTo>
                  <a:close/>
                  <a:moveTo>
                    <a:pt x="4671" y="1"/>
                  </a:moveTo>
                  <a:cubicBezTo>
                    <a:pt x="4562" y="1"/>
                    <a:pt x="4450" y="10"/>
                    <a:pt x="4337" y="30"/>
                  </a:cubicBezTo>
                  <a:cubicBezTo>
                    <a:pt x="2502" y="363"/>
                    <a:pt x="2268" y="2298"/>
                    <a:pt x="2502" y="3899"/>
                  </a:cubicBezTo>
                  <a:cubicBezTo>
                    <a:pt x="2231" y="3607"/>
                    <a:pt x="1842" y="3433"/>
                    <a:pt x="1442" y="3433"/>
                  </a:cubicBezTo>
                  <a:cubicBezTo>
                    <a:pt x="1202" y="3433"/>
                    <a:pt x="959" y="3495"/>
                    <a:pt x="734" y="3632"/>
                  </a:cubicBezTo>
                  <a:cubicBezTo>
                    <a:pt x="300" y="3899"/>
                    <a:pt x="67" y="4366"/>
                    <a:pt x="67" y="4867"/>
                  </a:cubicBezTo>
                  <a:cubicBezTo>
                    <a:pt x="0" y="5334"/>
                    <a:pt x="234" y="5734"/>
                    <a:pt x="634" y="6034"/>
                  </a:cubicBezTo>
                  <a:cubicBezTo>
                    <a:pt x="434" y="6101"/>
                    <a:pt x="467" y="6401"/>
                    <a:pt x="734" y="6434"/>
                  </a:cubicBezTo>
                  <a:cubicBezTo>
                    <a:pt x="2535" y="6523"/>
                    <a:pt x="4351" y="6612"/>
                    <a:pt x="6172" y="6612"/>
                  </a:cubicBezTo>
                  <a:cubicBezTo>
                    <a:pt x="7083" y="6612"/>
                    <a:pt x="7995" y="6590"/>
                    <a:pt x="8906" y="6535"/>
                  </a:cubicBezTo>
                  <a:cubicBezTo>
                    <a:pt x="9107" y="6535"/>
                    <a:pt x="9173" y="6368"/>
                    <a:pt x="9173" y="6168"/>
                  </a:cubicBezTo>
                  <a:cubicBezTo>
                    <a:pt x="9240" y="6218"/>
                    <a:pt x="9315" y="6251"/>
                    <a:pt x="9390" y="6251"/>
                  </a:cubicBezTo>
                  <a:cubicBezTo>
                    <a:pt x="9465" y="6251"/>
                    <a:pt x="9540" y="6218"/>
                    <a:pt x="9607" y="6134"/>
                  </a:cubicBezTo>
                  <a:cubicBezTo>
                    <a:pt x="10141" y="5134"/>
                    <a:pt x="9907" y="3799"/>
                    <a:pt x="8973" y="3232"/>
                  </a:cubicBezTo>
                  <a:cubicBezTo>
                    <a:pt x="8641" y="3011"/>
                    <a:pt x="8256" y="2902"/>
                    <a:pt x="7873" y="2902"/>
                  </a:cubicBezTo>
                  <a:cubicBezTo>
                    <a:pt x="7447" y="2902"/>
                    <a:pt x="7022" y="3036"/>
                    <a:pt x="6672" y="3299"/>
                  </a:cubicBezTo>
                  <a:cubicBezTo>
                    <a:pt x="6772" y="2432"/>
                    <a:pt x="6738" y="1564"/>
                    <a:pt x="6171" y="797"/>
                  </a:cubicBezTo>
                  <a:cubicBezTo>
                    <a:pt x="5830" y="314"/>
                    <a:pt x="5296" y="1"/>
                    <a:pt x="467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only 6">
  <p:cSld name="Title only 6">
    <p:bg>
      <p:bgPr>
        <a:solidFill>
          <a:schemeClr val="lt1"/>
        </a:solidFill>
        <a:effectLst/>
      </p:bgPr>
    </p:bg>
    <p:spTree>
      <p:nvGrpSpPr>
        <p:cNvPr id="1" name="Shape 292"/>
        <p:cNvGrpSpPr/>
        <p:nvPr/>
      </p:nvGrpSpPr>
      <p:grpSpPr>
        <a:xfrm>
          <a:off x="0" y="0"/>
          <a:ext cx="0" cy="0"/>
          <a:chOff x="0" y="0"/>
          <a:chExt cx="0" cy="0"/>
        </a:xfrm>
      </p:grpSpPr>
      <p:sp>
        <p:nvSpPr>
          <p:cNvPr id="293" name="Google Shape;293;p23"/>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grpSp>
        <p:nvGrpSpPr>
          <p:cNvPr id="294" name="Google Shape;294;p23"/>
          <p:cNvGrpSpPr/>
          <p:nvPr/>
        </p:nvGrpSpPr>
        <p:grpSpPr>
          <a:xfrm>
            <a:off x="7492562" y="4422100"/>
            <a:ext cx="1051685" cy="885376"/>
            <a:chOff x="284887" y="816125"/>
            <a:chExt cx="1051685" cy="885376"/>
          </a:xfrm>
        </p:grpSpPr>
        <p:sp>
          <p:nvSpPr>
            <p:cNvPr id="295" name="Google Shape;295;p23"/>
            <p:cNvSpPr/>
            <p:nvPr/>
          </p:nvSpPr>
          <p:spPr>
            <a:xfrm>
              <a:off x="575067" y="952593"/>
              <a:ext cx="471302" cy="504335"/>
            </a:xfrm>
            <a:custGeom>
              <a:avLst/>
              <a:gdLst/>
              <a:ahLst/>
              <a:cxnLst/>
              <a:rect l="l" t="t" r="r" b="b"/>
              <a:pathLst>
                <a:path w="3154" h="3375" extrusionOk="0">
                  <a:moveTo>
                    <a:pt x="1700" y="0"/>
                  </a:moveTo>
                  <a:cubicBezTo>
                    <a:pt x="1428" y="0"/>
                    <a:pt x="1165" y="138"/>
                    <a:pt x="1083" y="413"/>
                  </a:cubicBezTo>
                  <a:cubicBezTo>
                    <a:pt x="928" y="521"/>
                    <a:pt x="805" y="675"/>
                    <a:pt x="774" y="923"/>
                  </a:cubicBezTo>
                  <a:cubicBezTo>
                    <a:pt x="774" y="984"/>
                    <a:pt x="758" y="1046"/>
                    <a:pt x="758" y="1108"/>
                  </a:cubicBezTo>
                  <a:cubicBezTo>
                    <a:pt x="372" y="1154"/>
                    <a:pt x="1" y="1464"/>
                    <a:pt x="202" y="1912"/>
                  </a:cubicBezTo>
                  <a:cubicBezTo>
                    <a:pt x="279" y="2113"/>
                    <a:pt x="356" y="2314"/>
                    <a:pt x="341" y="2530"/>
                  </a:cubicBezTo>
                  <a:cubicBezTo>
                    <a:pt x="295" y="2855"/>
                    <a:pt x="387" y="3195"/>
                    <a:pt x="727" y="3318"/>
                  </a:cubicBezTo>
                  <a:cubicBezTo>
                    <a:pt x="811" y="3355"/>
                    <a:pt x="907" y="3374"/>
                    <a:pt x="1005" y="3374"/>
                  </a:cubicBezTo>
                  <a:cubicBezTo>
                    <a:pt x="1233" y="3374"/>
                    <a:pt x="1469" y="3272"/>
                    <a:pt x="1577" y="3056"/>
                  </a:cubicBezTo>
                  <a:cubicBezTo>
                    <a:pt x="1608" y="2978"/>
                    <a:pt x="1655" y="2901"/>
                    <a:pt x="1670" y="2824"/>
                  </a:cubicBezTo>
                  <a:lnTo>
                    <a:pt x="2072" y="2994"/>
                  </a:lnTo>
                  <a:cubicBezTo>
                    <a:pt x="2192" y="3047"/>
                    <a:pt x="2320" y="3077"/>
                    <a:pt x="2445" y="3077"/>
                  </a:cubicBezTo>
                  <a:cubicBezTo>
                    <a:pt x="2610" y="3077"/>
                    <a:pt x="2768" y="3024"/>
                    <a:pt x="2891" y="2901"/>
                  </a:cubicBezTo>
                  <a:cubicBezTo>
                    <a:pt x="3077" y="2731"/>
                    <a:pt x="3154" y="2345"/>
                    <a:pt x="2984" y="2113"/>
                  </a:cubicBezTo>
                  <a:cubicBezTo>
                    <a:pt x="2659" y="1665"/>
                    <a:pt x="2458" y="1201"/>
                    <a:pt x="2427" y="644"/>
                  </a:cubicBezTo>
                  <a:cubicBezTo>
                    <a:pt x="2393" y="215"/>
                    <a:pt x="2039" y="0"/>
                    <a:pt x="17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3"/>
            <p:cNvSpPr/>
            <p:nvPr/>
          </p:nvSpPr>
          <p:spPr>
            <a:xfrm>
              <a:off x="284887" y="816125"/>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7" name="Google Shape;297;p23"/>
          <p:cNvSpPr/>
          <p:nvPr/>
        </p:nvSpPr>
        <p:spPr>
          <a:xfrm rot="985870">
            <a:off x="274754" y="402292"/>
            <a:ext cx="912589" cy="1090257"/>
          </a:xfrm>
          <a:custGeom>
            <a:avLst/>
            <a:gdLst/>
            <a:ahLst/>
            <a:cxnLst/>
            <a:rect l="l" t="t" r="r" b="b"/>
            <a:pathLst>
              <a:path w="18214" h="21760" extrusionOk="0">
                <a:moveTo>
                  <a:pt x="7097" y="9137"/>
                </a:moveTo>
                <a:cubicBezTo>
                  <a:pt x="7930" y="9137"/>
                  <a:pt x="8824" y="9338"/>
                  <a:pt x="9707" y="9507"/>
                </a:cubicBezTo>
                <a:cubicBezTo>
                  <a:pt x="8806" y="11508"/>
                  <a:pt x="8440" y="13710"/>
                  <a:pt x="8673" y="15978"/>
                </a:cubicBezTo>
                <a:cubicBezTo>
                  <a:pt x="8273" y="16012"/>
                  <a:pt x="7839" y="16012"/>
                  <a:pt x="7439" y="16045"/>
                </a:cubicBezTo>
                <a:cubicBezTo>
                  <a:pt x="7272" y="14811"/>
                  <a:pt x="6972" y="13610"/>
                  <a:pt x="6605" y="12376"/>
                </a:cubicBezTo>
                <a:cubicBezTo>
                  <a:pt x="6505" y="12109"/>
                  <a:pt x="5838" y="10674"/>
                  <a:pt x="5304" y="9607"/>
                </a:cubicBezTo>
                <a:cubicBezTo>
                  <a:pt x="5843" y="9258"/>
                  <a:pt x="6452" y="9137"/>
                  <a:pt x="7097" y="9137"/>
                </a:cubicBezTo>
                <a:close/>
                <a:moveTo>
                  <a:pt x="8155" y="807"/>
                </a:moveTo>
                <a:cubicBezTo>
                  <a:pt x="8439" y="807"/>
                  <a:pt x="8723" y="817"/>
                  <a:pt x="9007" y="834"/>
                </a:cubicBezTo>
                <a:cubicBezTo>
                  <a:pt x="14477" y="1001"/>
                  <a:pt x="18213" y="6271"/>
                  <a:pt x="14044" y="10674"/>
                </a:cubicBezTo>
                <a:cubicBezTo>
                  <a:pt x="12776" y="12042"/>
                  <a:pt x="9040" y="13476"/>
                  <a:pt x="10007" y="15845"/>
                </a:cubicBezTo>
                <a:lnTo>
                  <a:pt x="9007" y="15978"/>
                </a:lnTo>
                <a:cubicBezTo>
                  <a:pt x="8973" y="13710"/>
                  <a:pt x="9374" y="11575"/>
                  <a:pt x="10274" y="9640"/>
                </a:cubicBezTo>
                <a:cubicBezTo>
                  <a:pt x="10374" y="9674"/>
                  <a:pt x="10508" y="9674"/>
                  <a:pt x="10674" y="9707"/>
                </a:cubicBezTo>
                <a:cubicBezTo>
                  <a:pt x="10888" y="9741"/>
                  <a:pt x="11091" y="9760"/>
                  <a:pt x="11283" y="9760"/>
                </a:cubicBezTo>
                <a:cubicBezTo>
                  <a:pt x="12026" y="9760"/>
                  <a:pt x="12612" y="9481"/>
                  <a:pt x="13009" y="8740"/>
                </a:cubicBezTo>
                <a:cubicBezTo>
                  <a:pt x="13124" y="8557"/>
                  <a:pt x="12940" y="8374"/>
                  <a:pt x="12759" y="8374"/>
                </a:cubicBezTo>
                <a:cubicBezTo>
                  <a:pt x="12677" y="8374"/>
                  <a:pt x="12595" y="8412"/>
                  <a:pt x="12542" y="8506"/>
                </a:cubicBezTo>
                <a:cubicBezTo>
                  <a:pt x="12220" y="9052"/>
                  <a:pt x="11695" y="9229"/>
                  <a:pt x="11104" y="9229"/>
                </a:cubicBezTo>
                <a:cubicBezTo>
                  <a:pt x="10900" y="9229"/>
                  <a:pt x="10688" y="9208"/>
                  <a:pt x="10474" y="9173"/>
                </a:cubicBezTo>
                <a:cubicBezTo>
                  <a:pt x="10775" y="8540"/>
                  <a:pt x="11108" y="7973"/>
                  <a:pt x="11508" y="7372"/>
                </a:cubicBezTo>
                <a:cubicBezTo>
                  <a:pt x="11643" y="7170"/>
                  <a:pt x="11491" y="6999"/>
                  <a:pt x="11307" y="6999"/>
                </a:cubicBezTo>
                <a:cubicBezTo>
                  <a:pt x="11216" y="6999"/>
                  <a:pt x="11118" y="7040"/>
                  <a:pt x="11041" y="7139"/>
                </a:cubicBezTo>
                <a:cubicBezTo>
                  <a:pt x="10641" y="7739"/>
                  <a:pt x="10207" y="8406"/>
                  <a:pt x="9941" y="9073"/>
                </a:cubicBezTo>
                <a:cubicBezTo>
                  <a:pt x="9340" y="8907"/>
                  <a:pt x="8806" y="8740"/>
                  <a:pt x="8306" y="8673"/>
                </a:cubicBezTo>
                <a:cubicBezTo>
                  <a:pt x="8011" y="8622"/>
                  <a:pt x="7720" y="8595"/>
                  <a:pt x="7431" y="8595"/>
                </a:cubicBezTo>
                <a:cubicBezTo>
                  <a:pt x="6969" y="8595"/>
                  <a:pt x="6510" y="8663"/>
                  <a:pt x="6038" y="8806"/>
                </a:cubicBezTo>
                <a:cubicBezTo>
                  <a:pt x="5671" y="8907"/>
                  <a:pt x="5337" y="9073"/>
                  <a:pt x="5037" y="9307"/>
                </a:cubicBezTo>
                <a:cubicBezTo>
                  <a:pt x="4970" y="9140"/>
                  <a:pt x="4870" y="8973"/>
                  <a:pt x="4804" y="8840"/>
                </a:cubicBezTo>
                <a:cubicBezTo>
                  <a:pt x="4837" y="8840"/>
                  <a:pt x="4837" y="8806"/>
                  <a:pt x="4870" y="8806"/>
                </a:cubicBezTo>
                <a:cubicBezTo>
                  <a:pt x="5004" y="8706"/>
                  <a:pt x="5037" y="8540"/>
                  <a:pt x="4970" y="8406"/>
                </a:cubicBezTo>
                <a:cubicBezTo>
                  <a:pt x="4837" y="8173"/>
                  <a:pt x="4770" y="8139"/>
                  <a:pt x="4470" y="8073"/>
                </a:cubicBezTo>
                <a:cubicBezTo>
                  <a:pt x="4337" y="8073"/>
                  <a:pt x="4203" y="8173"/>
                  <a:pt x="4170" y="8306"/>
                </a:cubicBezTo>
                <a:cubicBezTo>
                  <a:pt x="4036" y="8740"/>
                  <a:pt x="4270" y="9240"/>
                  <a:pt x="4503" y="9707"/>
                </a:cubicBezTo>
                <a:cubicBezTo>
                  <a:pt x="4203" y="10041"/>
                  <a:pt x="3970" y="10408"/>
                  <a:pt x="3803" y="10875"/>
                </a:cubicBezTo>
                <a:cubicBezTo>
                  <a:pt x="3735" y="10987"/>
                  <a:pt x="3850" y="11085"/>
                  <a:pt x="3963" y="11085"/>
                </a:cubicBezTo>
                <a:cubicBezTo>
                  <a:pt x="4017" y="11085"/>
                  <a:pt x="4071" y="11062"/>
                  <a:pt x="4103" y="11008"/>
                </a:cubicBezTo>
                <a:cubicBezTo>
                  <a:pt x="4303" y="10641"/>
                  <a:pt x="4503" y="10341"/>
                  <a:pt x="4770" y="10074"/>
                </a:cubicBezTo>
                <a:cubicBezTo>
                  <a:pt x="5004" y="10474"/>
                  <a:pt x="5271" y="10841"/>
                  <a:pt x="5371" y="11141"/>
                </a:cubicBezTo>
                <a:cubicBezTo>
                  <a:pt x="6138" y="12743"/>
                  <a:pt x="6605" y="14410"/>
                  <a:pt x="6972" y="16178"/>
                </a:cubicBezTo>
                <a:lnTo>
                  <a:pt x="6138" y="16178"/>
                </a:lnTo>
                <a:cubicBezTo>
                  <a:pt x="6271" y="15511"/>
                  <a:pt x="6105" y="14911"/>
                  <a:pt x="5537" y="14344"/>
                </a:cubicBezTo>
                <a:cubicBezTo>
                  <a:pt x="4970" y="13710"/>
                  <a:pt x="4003" y="13376"/>
                  <a:pt x="3303" y="12876"/>
                </a:cubicBezTo>
                <a:cubicBezTo>
                  <a:pt x="2369" y="12209"/>
                  <a:pt x="1768" y="11342"/>
                  <a:pt x="1334" y="10308"/>
                </a:cubicBezTo>
                <a:cubicBezTo>
                  <a:pt x="467" y="8139"/>
                  <a:pt x="801" y="5671"/>
                  <a:pt x="2002" y="3703"/>
                </a:cubicBezTo>
                <a:cubicBezTo>
                  <a:pt x="3345" y="1493"/>
                  <a:pt x="5731" y="807"/>
                  <a:pt x="8155" y="807"/>
                </a:cubicBezTo>
                <a:close/>
                <a:moveTo>
                  <a:pt x="10174" y="16312"/>
                </a:moveTo>
                <a:cubicBezTo>
                  <a:pt x="10174" y="16345"/>
                  <a:pt x="10207" y="16379"/>
                  <a:pt x="10207" y="16445"/>
                </a:cubicBezTo>
                <a:cubicBezTo>
                  <a:pt x="10641" y="16912"/>
                  <a:pt x="10441" y="17212"/>
                  <a:pt x="10007" y="17446"/>
                </a:cubicBezTo>
                <a:cubicBezTo>
                  <a:pt x="9941" y="17446"/>
                  <a:pt x="9807" y="17479"/>
                  <a:pt x="9774" y="17513"/>
                </a:cubicBezTo>
                <a:cubicBezTo>
                  <a:pt x="9107" y="17780"/>
                  <a:pt x="8139" y="17813"/>
                  <a:pt x="7939" y="17813"/>
                </a:cubicBezTo>
                <a:cubicBezTo>
                  <a:pt x="7717" y="17813"/>
                  <a:pt x="7465" y="17828"/>
                  <a:pt x="7223" y="17828"/>
                </a:cubicBezTo>
                <a:cubicBezTo>
                  <a:pt x="7102" y="17828"/>
                  <a:pt x="6983" y="17824"/>
                  <a:pt x="6872" y="17813"/>
                </a:cubicBezTo>
                <a:cubicBezTo>
                  <a:pt x="6338" y="17713"/>
                  <a:pt x="5271" y="16912"/>
                  <a:pt x="5804" y="16479"/>
                </a:cubicBezTo>
                <a:lnTo>
                  <a:pt x="5804" y="16479"/>
                </a:lnTo>
                <a:cubicBezTo>
                  <a:pt x="5827" y="16490"/>
                  <a:pt x="5856" y="16497"/>
                  <a:pt x="5890" y="16497"/>
                </a:cubicBezTo>
                <a:cubicBezTo>
                  <a:pt x="5956" y="16497"/>
                  <a:pt x="6038" y="16468"/>
                  <a:pt x="6105" y="16379"/>
                </a:cubicBezTo>
                <a:cubicBezTo>
                  <a:pt x="6678" y="16479"/>
                  <a:pt x="7258" y="16524"/>
                  <a:pt x="7842" y="16524"/>
                </a:cubicBezTo>
                <a:cubicBezTo>
                  <a:pt x="8615" y="16524"/>
                  <a:pt x="9395" y="16445"/>
                  <a:pt x="10174" y="16312"/>
                </a:cubicBezTo>
                <a:close/>
                <a:moveTo>
                  <a:pt x="9874" y="18013"/>
                </a:moveTo>
                <a:lnTo>
                  <a:pt x="9874" y="18013"/>
                </a:lnTo>
                <a:cubicBezTo>
                  <a:pt x="10308" y="19014"/>
                  <a:pt x="9173" y="19814"/>
                  <a:pt x="8273" y="19814"/>
                </a:cubicBezTo>
                <a:cubicBezTo>
                  <a:pt x="7806" y="19814"/>
                  <a:pt x="7339" y="19714"/>
                  <a:pt x="6872" y="19547"/>
                </a:cubicBezTo>
                <a:cubicBezTo>
                  <a:pt x="6638" y="19481"/>
                  <a:pt x="6438" y="19381"/>
                  <a:pt x="6205" y="19281"/>
                </a:cubicBezTo>
                <a:cubicBezTo>
                  <a:pt x="5604" y="18847"/>
                  <a:pt x="5537" y="18447"/>
                  <a:pt x="6038" y="18046"/>
                </a:cubicBezTo>
                <a:lnTo>
                  <a:pt x="6038" y="18046"/>
                </a:lnTo>
                <a:cubicBezTo>
                  <a:pt x="6338" y="18180"/>
                  <a:pt x="6672" y="18280"/>
                  <a:pt x="6972" y="18313"/>
                </a:cubicBezTo>
                <a:cubicBezTo>
                  <a:pt x="7211" y="18333"/>
                  <a:pt x="7492" y="18347"/>
                  <a:pt x="7791" y="18347"/>
                </a:cubicBezTo>
                <a:cubicBezTo>
                  <a:pt x="8492" y="18347"/>
                  <a:pt x="9289" y="18270"/>
                  <a:pt x="9874" y="18013"/>
                </a:cubicBezTo>
                <a:close/>
                <a:moveTo>
                  <a:pt x="8440" y="0"/>
                </a:moveTo>
                <a:cubicBezTo>
                  <a:pt x="4370" y="0"/>
                  <a:pt x="1201" y="1868"/>
                  <a:pt x="334" y="6038"/>
                </a:cubicBezTo>
                <a:cubicBezTo>
                  <a:pt x="0" y="7739"/>
                  <a:pt x="167" y="9540"/>
                  <a:pt x="1001" y="11075"/>
                </a:cubicBezTo>
                <a:cubicBezTo>
                  <a:pt x="1368" y="11809"/>
                  <a:pt x="1868" y="12476"/>
                  <a:pt x="2469" y="12976"/>
                </a:cubicBezTo>
                <a:cubicBezTo>
                  <a:pt x="3436" y="13843"/>
                  <a:pt x="6004" y="14544"/>
                  <a:pt x="5671" y="16245"/>
                </a:cubicBezTo>
                <a:cubicBezTo>
                  <a:pt x="5371" y="16479"/>
                  <a:pt x="5204" y="16846"/>
                  <a:pt x="5304" y="17246"/>
                </a:cubicBezTo>
                <a:cubicBezTo>
                  <a:pt x="5337" y="17546"/>
                  <a:pt x="5471" y="17746"/>
                  <a:pt x="5638" y="17913"/>
                </a:cubicBezTo>
                <a:cubicBezTo>
                  <a:pt x="5337" y="18146"/>
                  <a:pt x="5171" y="18513"/>
                  <a:pt x="5271" y="18914"/>
                </a:cubicBezTo>
                <a:cubicBezTo>
                  <a:pt x="5471" y="19848"/>
                  <a:pt x="6672" y="20148"/>
                  <a:pt x="7439" y="20248"/>
                </a:cubicBezTo>
                <a:cubicBezTo>
                  <a:pt x="7694" y="20294"/>
                  <a:pt x="7958" y="20325"/>
                  <a:pt x="8220" y="20325"/>
                </a:cubicBezTo>
                <a:cubicBezTo>
                  <a:pt x="8710" y="20325"/>
                  <a:pt x="9194" y="20219"/>
                  <a:pt x="9607" y="19914"/>
                </a:cubicBezTo>
                <a:lnTo>
                  <a:pt x="9607" y="19914"/>
                </a:lnTo>
                <a:cubicBezTo>
                  <a:pt x="9198" y="20884"/>
                  <a:pt x="8390" y="21338"/>
                  <a:pt x="7592" y="21338"/>
                </a:cubicBezTo>
                <a:cubicBezTo>
                  <a:pt x="6633" y="21338"/>
                  <a:pt x="5689" y="20682"/>
                  <a:pt x="5471" y="19481"/>
                </a:cubicBezTo>
                <a:cubicBezTo>
                  <a:pt x="5455" y="19418"/>
                  <a:pt x="5395" y="19385"/>
                  <a:pt x="5335" y="19385"/>
                </a:cubicBezTo>
                <a:cubicBezTo>
                  <a:pt x="5269" y="19385"/>
                  <a:pt x="5204" y="19426"/>
                  <a:pt x="5204" y="19514"/>
                </a:cubicBezTo>
                <a:cubicBezTo>
                  <a:pt x="5294" y="20981"/>
                  <a:pt x="6456" y="21759"/>
                  <a:pt x="7628" y="21759"/>
                </a:cubicBezTo>
                <a:cubicBezTo>
                  <a:pt x="8614" y="21759"/>
                  <a:pt x="9608" y="21207"/>
                  <a:pt x="9974" y="20048"/>
                </a:cubicBezTo>
                <a:cubicBezTo>
                  <a:pt x="10007" y="19881"/>
                  <a:pt x="9874" y="19814"/>
                  <a:pt x="9774" y="19814"/>
                </a:cubicBezTo>
                <a:cubicBezTo>
                  <a:pt x="9807" y="19748"/>
                  <a:pt x="9874" y="19714"/>
                  <a:pt x="9941" y="19648"/>
                </a:cubicBezTo>
                <a:cubicBezTo>
                  <a:pt x="10341" y="19147"/>
                  <a:pt x="10508" y="18513"/>
                  <a:pt x="10274" y="17913"/>
                </a:cubicBezTo>
                <a:cubicBezTo>
                  <a:pt x="10841" y="17513"/>
                  <a:pt x="11008" y="16812"/>
                  <a:pt x="10541" y="16245"/>
                </a:cubicBezTo>
                <a:cubicBezTo>
                  <a:pt x="10708" y="16178"/>
                  <a:pt x="10808" y="15978"/>
                  <a:pt x="10674" y="15811"/>
                </a:cubicBezTo>
                <a:cubicBezTo>
                  <a:pt x="9941" y="14344"/>
                  <a:pt x="14511" y="11475"/>
                  <a:pt x="15344" y="10308"/>
                </a:cubicBezTo>
                <a:cubicBezTo>
                  <a:pt x="16345" y="8840"/>
                  <a:pt x="16879" y="7305"/>
                  <a:pt x="16612" y="5671"/>
                </a:cubicBezTo>
                <a:cubicBezTo>
                  <a:pt x="15978" y="1801"/>
                  <a:pt x="11975" y="0"/>
                  <a:pt x="8440" y="0"/>
                </a:cubicBezTo>
                <a:close/>
              </a:path>
            </a:pathLst>
          </a:custGeom>
          <a:solidFill>
            <a:srgbClr val="1D1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3"/>
          <p:cNvSpPr/>
          <p:nvPr/>
        </p:nvSpPr>
        <p:spPr>
          <a:xfrm rot="-1582263">
            <a:off x="8150100" y="-220897"/>
            <a:ext cx="734753" cy="1339114"/>
          </a:xfrm>
          <a:custGeom>
            <a:avLst/>
            <a:gdLst/>
            <a:ahLst/>
            <a:cxnLst/>
            <a:rect l="l" t="t" r="r" b="b"/>
            <a:pathLst>
              <a:path w="5549" h="10113" extrusionOk="0">
                <a:moveTo>
                  <a:pt x="3207" y="0"/>
                </a:moveTo>
                <a:cubicBezTo>
                  <a:pt x="2393" y="0"/>
                  <a:pt x="1505" y="185"/>
                  <a:pt x="1051" y="581"/>
                </a:cubicBezTo>
                <a:cubicBezTo>
                  <a:pt x="263" y="1292"/>
                  <a:pt x="773" y="3054"/>
                  <a:pt x="850" y="3966"/>
                </a:cubicBezTo>
                <a:cubicBezTo>
                  <a:pt x="896" y="4770"/>
                  <a:pt x="958" y="5604"/>
                  <a:pt x="1020" y="6423"/>
                </a:cubicBezTo>
                <a:cubicBezTo>
                  <a:pt x="1051" y="6856"/>
                  <a:pt x="974" y="7505"/>
                  <a:pt x="1345" y="7830"/>
                </a:cubicBezTo>
                <a:cubicBezTo>
                  <a:pt x="1547" y="8002"/>
                  <a:pt x="1856" y="8081"/>
                  <a:pt x="2181" y="8081"/>
                </a:cubicBezTo>
                <a:cubicBezTo>
                  <a:pt x="2702" y="8081"/>
                  <a:pt x="3265" y="7879"/>
                  <a:pt x="3493" y="7536"/>
                </a:cubicBezTo>
                <a:cubicBezTo>
                  <a:pt x="3818" y="7042"/>
                  <a:pt x="3679" y="6269"/>
                  <a:pt x="3679" y="5697"/>
                </a:cubicBezTo>
                <a:cubicBezTo>
                  <a:pt x="3709" y="4692"/>
                  <a:pt x="3725" y="3688"/>
                  <a:pt x="3740" y="2714"/>
                </a:cubicBezTo>
                <a:cubicBezTo>
                  <a:pt x="3740" y="2528"/>
                  <a:pt x="3597" y="2436"/>
                  <a:pt x="3454" y="2436"/>
                </a:cubicBezTo>
                <a:cubicBezTo>
                  <a:pt x="3311" y="2436"/>
                  <a:pt x="3168" y="2528"/>
                  <a:pt x="3168" y="2714"/>
                </a:cubicBezTo>
                <a:cubicBezTo>
                  <a:pt x="3138" y="3827"/>
                  <a:pt x="3122" y="4970"/>
                  <a:pt x="3107" y="6083"/>
                </a:cubicBezTo>
                <a:cubicBezTo>
                  <a:pt x="3092" y="6613"/>
                  <a:pt x="3051" y="7475"/>
                  <a:pt x="2418" y="7475"/>
                </a:cubicBezTo>
                <a:cubicBezTo>
                  <a:pt x="2368" y="7475"/>
                  <a:pt x="2314" y="7470"/>
                  <a:pt x="2257" y="7459"/>
                </a:cubicBezTo>
                <a:cubicBezTo>
                  <a:pt x="1484" y="7320"/>
                  <a:pt x="1592" y="6238"/>
                  <a:pt x="1546" y="5666"/>
                </a:cubicBezTo>
                <a:cubicBezTo>
                  <a:pt x="1453" y="4522"/>
                  <a:pt x="1391" y="3409"/>
                  <a:pt x="1298" y="2266"/>
                </a:cubicBezTo>
                <a:cubicBezTo>
                  <a:pt x="1267" y="1740"/>
                  <a:pt x="1206" y="1678"/>
                  <a:pt x="1499" y="1246"/>
                </a:cubicBezTo>
                <a:cubicBezTo>
                  <a:pt x="1793" y="797"/>
                  <a:pt x="1839" y="828"/>
                  <a:pt x="2334" y="736"/>
                </a:cubicBezTo>
                <a:cubicBezTo>
                  <a:pt x="2643" y="674"/>
                  <a:pt x="2952" y="643"/>
                  <a:pt x="3261" y="627"/>
                </a:cubicBezTo>
                <a:cubicBezTo>
                  <a:pt x="3379" y="621"/>
                  <a:pt x="3486" y="615"/>
                  <a:pt x="3584" y="615"/>
                </a:cubicBezTo>
                <a:cubicBezTo>
                  <a:pt x="3935" y="615"/>
                  <a:pt x="4172" y="692"/>
                  <a:pt x="4389" y="1091"/>
                </a:cubicBezTo>
                <a:cubicBezTo>
                  <a:pt x="4915" y="1972"/>
                  <a:pt x="4529" y="3610"/>
                  <a:pt x="4513" y="4661"/>
                </a:cubicBezTo>
                <a:cubicBezTo>
                  <a:pt x="4467" y="5774"/>
                  <a:pt x="4436" y="6902"/>
                  <a:pt x="4389" y="8046"/>
                </a:cubicBezTo>
                <a:cubicBezTo>
                  <a:pt x="4389" y="8232"/>
                  <a:pt x="4389" y="8463"/>
                  <a:pt x="4343" y="8664"/>
                </a:cubicBezTo>
                <a:cubicBezTo>
                  <a:pt x="4158" y="9236"/>
                  <a:pt x="3648" y="9314"/>
                  <a:pt x="3138" y="9391"/>
                </a:cubicBezTo>
                <a:cubicBezTo>
                  <a:pt x="2763" y="9451"/>
                  <a:pt x="2219" y="9559"/>
                  <a:pt x="1778" y="9559"/>
                </a:cubicBezTo>
                <a:cubicBezTo>
                  <a:pt x="1655" y="9559"/>
                  <a:pt x="1539" y="9550"/>
                  <a:pt x="1437" y="9530"/>
                </a:cubicBezTo>
                <a:cubicBezTo>
                  <a:pt x="618" y="9360"/>
                  <a:pt x="711" y="8664"/>
                  <a:pt x="696" y="7969"/>
                </a:cubicBezTo>
                <a:cubicBezTo>
                  <a:pt x="665" y="7366"/>
                  <a:pt x="649" y="6763"/>
                  <a:pt x="634" y="6191"/>
                </a:cubicBezTo>
                <a:cubicBezTo>
                  <a:pt x="602" y="5994"/>
                  <a:pt x="438" y="5898"/>
                  <a:pt x="284" y="5898"/>
                </a:cubicBezTo>
                <a:cubicBezTo>
                  <a:pt x="137" y="5898"/>
                  <a:pt x="0" y="5987"/>
                  <a:pt x="0" y="6161"/>
                </a:cubicBezTo>
                <a:cubicBezTo>
                  <a:pt x="16" y="6933"/>
                  <a:pt x="31" y="7706"/>
                  <a:pt x="77" y="8479"/>
                </a:cubicBezTo>
                <a:cubicBezTo>
                  <a:pt x="93" y="8927"/>
                  <a:pt x="31" y="9468"/>
                  <a:pt x="340" y="9839"/>
                </a:cubicBezTo>
                <a:cubicBezTo>
                  <a:pt x="537" y="10064"/>
                  <a:pt x="797" y="10113"/>
                  <a:pt x="1067" y="10113"/>
                </a:cubicBezTo>
                <a:cubicBezTo>
                  <a:pt x="1242" y="10113"/>
                  <a:pt x="1422" y="10092"/>
                  <a:pt x="1592" y="10086"/>
                </a:cubicBezTo>
                <a:cubicBezTo>
                  <a:pt x="2318" y="10055"/>
                  <a:pt x="3107" y="10055"/>
                  <a:pt x="3818" y="9916"/>
                </a:cubicBezTo>
                <a:cubicBezTo>
                  <a:pt x="4776" y="9715"/>
                  <a:pt x="4915" y="8912"/>
                  <a:pt x="4961" y="8046"/>
                </a:cubicBezTo>
                <a:cubicBezTo>
                  <a:pt x="5039" y="6361"/>
                  <a:pt x="5070" y="4661"/>
                  <a:pt x="5147" y="2977"/>
                </a:cubicBezTo>
                <a:cubicBezTo>
                  <a:pt x="5193" y="2049"/>
                  <a:pt x="5549" y="643"/>
                  <a:pt x="4482" y="195"/>
                </a:cubicBezTo>
                <a:cubicBezTo>
                  <a:pt x="4157" y="67"/>
                  <a:pt x="3696" y="0"/>
                  <a:pt x="3207" y="0"/>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9" name="Google Shape;299;p23"/>
          <p:cNvGrpSpPr/>
          <p:nvPr/>
        </p:nvGrpSpPr>
        <p:grpSpPr>
          <a:xfrm>
            <a:off x="205200" y="3988712"/>
            <a:ext cx="1051702" cy="1002389"/>
            <a:chOff x="7643700" y="4212512"/>
            <a:chExt cx="1051702" cy="1002389"/>
          </a:xfrm>
        </p:grpSpPr>
        <p:sp>
          <p:nvSpPr>
            <p:cNvPr id="300" name="Google Shape;300;p23"/>
            <p:cNvSpPr/>
            <p:nvPr/>
          </p:nvSpPr>
          <p:spPr>
            <a:xfrm>
              <a:off x="7965275" y="4524183"/>
              <a:ext cx="437508" cy="403159"/>
            </a:xfrm>
            <a:custGeom>
              <a:avLst/>
              <a:gdLst/>
              <a:ahLst/>
              <a:cxnLst/>
              <a:rect l="l" t="t" r="r" b="b"/>
              <a:pathLst>
                <a:path w="3974" h="3662" extrusionOk="0">
                  <a:moveTo>
                    <a:pt x="2010" y="183"/>
                  </a:moveTo>
                  <a:cubicBezTo>
                    <a:pt x="2165" y="183"/>
                    <a:pt x="2319" y="199"/>
                    <a:pt x="2474" y="276"/>
                  </a:cubicBezTo>
                  <a:cubicBezTo>
                    <a:pt x="3077" y="508"/>
                    <a:pt x="3509" y="1111"/>
                    <a:pt x="3587" y="1559"/>
                  </a:cubicBezTo>
                  <a:cubicBezTo>
                    <a:pt x="3710" y="2193"/>
                    <a:pt x="3370" y="2888"/>
                    <a:pt x="2721" y="3244"/>
                  </a:cubicBezTo>
                  <a:cubicBezTo>
                    <a:pt x="2457" y="3376"/>
                    <a:pt x="2169" y="3453"/>
                    <a:pt x="1897" y="3453"/>
                  </a:cubicBezTo>
                  <a:cubicBezTo>
                    <a:pt x="1787" y="3453"/>
                    <a:pt x="1680" y="3440"/>
                    <a:pt x="1577" y="3414"/>
                  </a:cubicBezTo>
                  <a:cubicBezTo>
                    <a:pt x="1222" y="3321"/>
                    <a:pt x="882" y="3043"/>
                    <a:pt x="696" y="2656"/>
                  </a:cubicBezTo>
                  <a:cubicBezTo>
                    <a:pt x="279" y="1822"/>
                    <a:pt x="681" y="740"/>
                    <a:pt x="1547" y="307"/>
                  </a:cubicBezTo>
                  <a:cubicBezTo>
                    <a:pt x="1686" y="230"/>
                    <a:pt x="1856" y="183"/>
                    <a:pt x="2010" y="183"/>
                  </a:cubicBezTo>
                  <a:close/>
                  <a:moveTo>
                    <a:pt x="2042" y="1"/>
                  </a:moveTo>
                  <a:cubicBezTo>
                    <a:pt x="1828" y="1"/>
                    <a:pt x="1624" y="51"/>
                    <a:pt x="1438" y="153"/>
                  </a:cubicBezTo>
                  <a:cubicBezTo>
                    <a:pt x="434" y="632"/>
                    <a:pt x="1" y="1806"/>
                    <a:pt x="465" y="2749"/>
                  </a:cubicBezTo>
                  <a:cubicBezTo>
                    <a:pt x="681" y="3197"/>
                    <a:pt x="1067" y="3506"/>
                    <a:pt x="1516" y="3630"/>
                  </a:cubicBezTo>
                  <a:cubicBezTo>
                    <a:pt x="1624" y="3646"/>
                    <a:pt x="1763" y="3661"/>
                    <a:pt x="1902" y="3661"/>
                  </a:cubicBezTo>
                  <a:cubicBezTo>
                    <a:pt x="2211" y="3661"/>
                    <a:pt x="2551" y="3568"/>
                    <a:pt x="2860" y="3414"/>
                  </a:cubicBezTo>
                  <a:cubicBezTo>
                    <a:pt x="3571" y="3027"/>
                    <a:pt x="3973" y="2255"/>
                    <a:pt x="3849" y="1544"/>
                  </a:cubicBezTo>
                  <a:cubicBezTo>
                    <a:pt x="3726" y="956"/>
                    <a:pt x="3185" y="338"/>
                    <a:pt x="2598" y="106"/>
                  </a:cubicBezTo>
                  <a:cubicBezTo>
                    <a:pt x="2408" y="36"/>
                    <a:pt x="2221" y="1"/>
                    <a:pt x="2042"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3"/>
            <p:cNvSpPr/>
            <p:nvPr/>
          </p:nvSpPr>
          <p:spPr>
            <a:xfrm>
              <a:off x="8188210" y="4212512"/>
              <a:ext cx="29064" cy="272369"/>
            </a:xfrm>
            <a:custGeom>
              <a:avLst/>
              <a:gdLst/>
              <a:ahLst/>
              <a:cxnLst/>
              <a:rect l="l" t="t" r="r" b="b"/>
              <a:pathLst>
                <a:path w="264" h="2474" extrusionOk="0">
                  <a:moveTo>
                    <a:pt x="140" y="1"/>
                  </a:moveTo>
                  <a:cubicBezTo>
                    <a:pt x="78" y="1"/>
                    <a:pt x="32" y="31"/>
                    <a:pt x="32" y="93"/>
                  </a:cubicBezTo>
                  <a:lnTo>
                    <a:pt x="1" y="2381"/>
                  </a:lnTo>
                  <a:cubicBezTo>
                    <a:pt x="1" y="2443"/>
                    <a:pt x="62" y="2474"/>
                    <a:pt x="124" y="2474"/>
                  </a:cubicBezTo>
                  <a:cubicBezTo>
                    <a:pt x="186" y="2474"/>
                    <a:pt x="232" y="2443"/>
                    <a:pt x="232" y="2381"/>
                  </a:cubicBezTo>
                  <a:lnTo>
                    <a:pt x="263" y="93"/>
                  </a:lnTo>
                  <a:cubicBezTo>
                    <a:pt x="263" y="31"/>
                    <a:pt x="202" y="1"/>
                    <a:pt x="140"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3"/>
            <p:cNvSpPr/>
            <p:nvPr/>
          </p:nvSpPr>
          <p:spPr>
            <a:xfrm>
              <a:off x="8162668" y="4952661"/>
              <a:ext cx="46129" cy="262240"/>
            </a:xfrm>
            <a:custGeom>
              <a:avLst/>
              <a:gdLst/>
              <a:ahLst/>
              <a:cxnLst/>
              <a:rect l="l" t="t" r="r" b="b"/>
              <a:pathLst>
                <a:path w="419" h="2382" extrusionOk="0">
                  <a:moveTo>
                    <a:pt x="124" y="1"/>
                  </a:moveTo>
                  <a:cubicBezTo>
                    <a:pt x="63" y="1"/>
                    <a:pt x="1" y="32"/>
                    <a:pt x="1" y="94"/>
                  </a:cubicBezTo>
                  <a:cubicBezTo>
                    <a:pt x="32" y="805"/>
                    <a:pt x="78" y="1562"/>
                    <a:pt x="155" y="2288"/>
                  </a:cubicBezTo>
                  <a:cubicBezTo>
                    <a:pt x="155" y="2335"/>
                    <a:pt x="217" y="2381"/>
                    <a:pt x="279" y="2381"/>
                  </a:cubicBezTo>
                  <a:cubicBezTo>
                    <a:pt x="356" y="2381"/>
                    <a:pt x="418" y="2335"/>
                    <a:pt x="387" y="2288"/>
                  </a:cubicBezTo>
                  <a:cubicBezTo>
                    <a:pt x="310" y="1546"/>
                    <a:pt x="279" y="835"/>
                    <a:pt x="233" y="94"/>
                  </a:cubicBezTo>
                  <a:cubicBezTo>
                    <a:pt x="233" y="32"/>
                    <a:pt x="186" y="1"/>
                    <a:pt x="124"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3"/>
            <p:cNvSpPr/>
            <p:nvPr/>
          </p:nvSpPr>
          <p:spPr>
            <a:xfrm>
              <a:off x="7643700" y="4681504"/>
              <a:ext cx="282607" cy="48441"/>
            </a:xfrm>
            <a:custGeom>
              <a:avLst/>
              <a:gdLst/>
              <a:ahLst/>
              <a:cxnLst/>
              <a:rect l="l" t="t" r="r" b="b"/>
              <a:pathLst>
                <a:path w="2567" h="440" extrusionOk="0">
                  <a:moveTo>
                    <a:pt x="141" y="1"/>
                  </a:moveTo>
                  <a:cubicBezTo>
                    <a:pt x="91" y="1"/>
                    <a:pt x="44" y="21"/>
                    <a:pt x="32" y="68"/>
                  </a:cubicBezTo>
                  <a:cubicBezTo>
                    <a:pt x="1" y="130"/>
                    <a:pt x="47" y="192"/>
                    <a:pt x="109" y="207"/>
                  </a:cubicBezTo>
                  <a:cubicBezTo>
                    <a:pt x="619" y="362"/>
                    <a:pt x="1191" y="439"/>
                    <a:pt x="1732" y="439"/>
                  </a:cubicBezTo>
                  <a:cubicBezTo>
                    <a:pt x="1979" y="439"/>
                    <a:pt x="2226" y="424"/>
                    <a:pt x="2458" y="377"/>
                  </a:cubicBezTo>
                  <a:cubicBezTo>
                    <a:pt x="2520" y="377"/>
                    <a:pt x="2566" y="315"/>
                    <a:pt x="2551" y="269"/>
                  </a:cubicBezTo>
                  <a:cubicBezTo>
                    <a:pt x="2551" y="223"/>
                    <a:pt x="2474" y="192"/>
                    <a:pt x="2427" y="192"/>
                  </a:cubicBezTo>
                  <a:cubicBezTo>
                    <a:pt x="2200" y="220"/>
                    <a:pt x="1972" y="234"/>
                    <a:pt x="1744" y="234"/>
                  </a:cubicBezTo>
                  <a:cubicBezTo>
                    <a:pt x="1212" y="234"/>
                    <a:pt x="684" y="158"/>
                    <a:pt x="186" y="6"/>
                  </a:cubicBezTo>
                  <a:cubicBezTo>
                    <a:pt x="172" y="3"/>
                    <a:pt x="156" y="1"/>
                    <a:pt x="141"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3"/>
            <p:cNvSpPr/>
            <p:nvPr/>
          </p:nvSpPr>
          <p:spPr>
            <a:xfrm>
              <a:off x="8433272" y="4682165"/>
              <a:ext cx="262130" cy="25652"/>
            </a:xfrm>
            <a:custGeom>
              <a:avLst/>
              <a:gdLst/>
              <a:ahLst/>
              <a:cxnLst/>
              <a:rect l="l" t="t" r="r" b="b"/>
              <a:pathLst>
                <a:path w="2381" h="233" extrusionOk="0">
                  <a:moveTo>
                    <a:pt x="124" y="0"/>
                  </a:moveTo>
                  <a:cubicBezTo>
                    <a:pt x="62" y="0"/>
                    <a:pt x="0" y="47"/>
                    <a:pt x="0" y="109"/>
                  </a:cubicBezTo>
                  <a:cubicBezTo>
                    <a:pt x="0" y="155"/>
                    <a:pt x="62" y="201"/>
                    <a:pt x="124" y="201"/>
                  </a:cubicBezTo>
                  <a:lnTo>
                    <a:pt x="2241" y="232"/>
                  </a:lnTo>
                  <a:cubicBezTo>
                    <a:pt x="2319" y="232"/>
                    <a:pt x="2380" y="201"/>
                    <a:pt x="2365" y="139"/>
                  </a:cubicBezTo>
                  <a:cubicBezTo>
                    <a:pt x="2365" y="78"/>
                    <a:pt x="2303" y="47"/>
                    <a:pt x="2241" y="47"/>
                  </a:cubicBezTo>
                  <a:lnTo>
                    <a:pt x="124" y="0"/>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3"/>
            <p:cNvSpPr/>
            <p:nvPr/>
          </p:nvSpPr>
          <p:spPr>
            <a:xfrm>
              <a:off x="8365236" y="4435779"/>
              <a:ext cx="119120" cy="115487"/>
            </a:xfrm>
            <a:custGeom>
              <a:avLst/>
              <a:gdLst/>
              <a:ahLst/>
              <a:cxnLst/>
              <a:rect l="l" t="t" r="r" b="b"/>
              <a:pathLst>
                <a:path w="1082" h="1049" extrusionOk="0">
                  <a:moveTo>
                    <a:pt x="950" y="0"/>
                  </a:moveTo>
                  <a:cubicBezTo>
                    <a:pt x="914" y="0"/>
                    <a:pt x="877" y="17"/>
                    <a:pt x="850" y="44"/>
                  </a:cubicBezTo>
                  <a:lnTo>
                    <a:pt x="46" y="894"/>
                  </a:lnTo>
                  <a:cubicBezTo>
                    <a:pt x="0" y="925"/>
                    <a:pt x="0" y="986"/>
                    <a:pt x="62" y="1033"/>
                  </a:cubicBezTo>
                  <a:cubicBezTo>
                    <a:pt x="77" y="1048"/>
                    <a:pt x="124" y="1048"/>
                    <a:pt x="139" y="1048"/>
                  </a:cubicBezTo>
                  <a:cubicBezTo>
                    <a:pt x="170" y="1048"/>
                    <a:pt x="201" y="1033"/>
                    <a:pt x="232" y="1002"/>
                  </a:cubicBezTo>
                  <a:lnTo>
                    <a:pt x="1051" y="152"/>
                  </a:lnTo>
                  <a:cubicBezTo>
                    <a:pt x="1082" y="121"/>
                    <a:pt x="1082" y="59"/>
                    <a:pt x="1020" y="28"/>
                  </a:cubicBezTo>
                  <a:cubicBezTo>
                    <a:pt x="1001" y="9"/>
                    <a:pt x="976" y="0"/>
                    <a:pt x="950"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3"/>
            <p:cNvSpPr/>
            <p:nvPr/>
          </p:nvSpPr>
          <p:spPr>
            <a:xfrm>
              <a:off x="7902414" y="4456916"/>
              <a:ext cx="141249" cy="111304"/>
            </a:xfrm>
            <a:custGeom>
              <a:avLst/>
              <a:gdLst/>
              <a:ahLst/>
              <a:cxnLst/>
              <a:rect l="l" t="t" r="r" b="b"/>
              <a:pathLst>
                <a:path w="1283" h="1011" extrusionOk="0">
                  <a:moveTo>
                    <a:pt x="135" y="0"/>
                  </a:moveTo>
                  <a:cubicBezTo>
                    <a:pt x="105" y="0"/>
                    <a:pt x="74" y="8"/>
                    <a:pt x="46" y="22"/>
                  </a:cubicBezTo>
                  <a:cubicBezTo>
                    <a:pt x="0" y="37"/>
                    <a:pt x="0" y="114"/>
                    <a:pt x="31" y="161"/>
                  </a:cubicBezTo>
                  <a:cubicBezTo>
                    <a:pt x="325" y="485"/>
                    <a:pt x="696" y="764"/>
                    <a:pt x="1082" y="995"/>
                  </a:cubicBezTo>
                  <a:cubicBezTo>
                    <a:pt x="1113" y="1011"/>
                    <a:pt x="1128" y="1011"/>
                    <a:pt x="1159" y="1011"/>
                  </a:cubicBezTo>
                  <a:cubicBezTo>
                    <a:pt x="1190" y="1011"/>
                    <a:pt x="1237" y="995"/>
                    <a:pt x="1267" y="964"/>
                  </a:cubicBezTo>
                  <a:cubicBezTo>
                    <a:pt x="1283" y="934"/>
                    <a:pt x="1283" y="872"/>
                    <a:pt x="1237" y="841"/>
                  </a:cubicBezTo>
                  <a:cubicBezTo>
                    <a:pt x="866" y="609"/>
                    <a:pt x="510" y="346"/>
                    <a:pt x="232" y="37"/>
                  </a:cubicBezTo>
                  <a:cubicBezTo>
                    <a:pt x="206" y="12"/>
                    <a:pt x="171" y="0"/>
                    <a:pt x="135"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3"/>
            <p:cNvSpPr/>
            <p:nvPr/>
          </p:nvSpPr>
          <p:spPr>
            <a:xfrm>
              <a:off x="7859808" y="4844110"/>
              <a:ext cx="146423" cy="122313"/>
            </a:xfrm>
            <a:custGeom>
              <a:avLst/>
              <a:gdLst/>
              <a:ahLst/>
              <a:cxnLst/>
              <a:rect l="l" t="t" r="r" b="b"/>
              <a:pathLst>
                <a:path w="1330" h="1111" extrusionOk="0">
                  <a:moveTo>
                    <a:pt x="1195" y="1"/>
                  </a:moveTo>
                  <a:cubicBezTo>
                    <a:pt x="1168" y="1"/>
                    <a:pt x="1139" y="9"/>
                    <a:pt x="1113" y="29"/>
                  </a:cubicBezTo>
                  <a:cubicBezTo>
                    <a:pt x="696" y="276"/>
                    <a:pt x="341" y="585"/>
                    <a:pt x="32" y="956"/>
                  </a:cubicBezTo>
                  <a:cubicBezTo>
                    <a:pt x="1" y="987"/>
                    <a:pt x="1" y="1049"/>
                    <a:pt x="47" y="1080"/>
                  </a:cubicBezTo>
                  <a:cubicBezTo>
                    <a:pt x="93" y="1111"/>
                    <a:pt x="109" y="1111"/>
                    <a:pt x="124" y="1111"/>
                  </a:cubicBezTo>
                  <a:cubicBezTo>
                    <a:pt x="171" y="1111"/>
                    <a:pt x="202" y="1080"/>
                    <a:pt x="248" y="1064"/>
                  </a:cubicBezTo>
                  <a:cubicBezTo>
                    <a:pt x="511" y="709"/>
                    <a:pt x="866" y="430"/>
                    <a:pt x="1268" y="168"/>
                  </a:cubicBezTo>
                  <a:cubicBezTo>
                    <a:pt x="1314" y="152"/>
                    <a:pt x="1330" y="75"/>
                    <a:pt x="1284" y="44"/>
                  </a:cubicBezTo>
                  <a:cubicBezTo>
                    <a:pt x="1266" y="17"/>
                    <a:pt x="1232" y="1"/>
                    <a:pt x="1195"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3"/>
            <p:cNvSpPr/>
            <p:nvPr/>
          </p:nvSpPr>
          <p:spPr>
            <a:xfrm>
              <a:off x="8337933" y="4925358"/>
              <a:ext cx="165139" cy="114276"/>
            </a:xfrm>
            <a:custGeom>
              <a:avLst/>
              <a:gdLst/>
              <a:ahLst/>
              <a:cxnLst/>
              <a:rect l="l" t="t" r="r" b="b"/>
              <a:pathLst>
                <a:path w="1500" h="1038" extrusionOk="0">
                  <a:moveTo>
                    <a:pt x="142" y="0"/>
                  </a:moveTo>
                  <a:cubicBezTo>
                    <a:pt x="101" y="0"/>
                    <a:pt x="60" y="13"/>
                    <a:pt x="32" y="32"/>
                  </a:cubicBezTo>
                  <a:cubicBezTo>
                    <a:pt x="1" y="79"/>
                    <a:pt x="1" y="141"/>
                    <a:pt x="63" y="172"/>
                  </a:cubicBezTo>
                  <a:lnTo>
                    <a:pt x="1299" y="1022"/>
                  </a:lnTo>
                  <a:cubicBezTo>
                    <a:pt x="1314" y="1037"/>
                    <a:pt x="1345" y="1037"/>
                    <a:pt x="1376" y="1037"/>
                  </a:cubicBezTo>
                  <a:cubicBezTo>
                    <a:pt x="1407" y="1037"/>
                    <a:pt x="1423" y="1022"/>
                    <a:pt x="1469" y="1006"/>
                  </a:cubicBezTo>
                  <a:cubicBezTo>
                    <a:pt x="1500" y="960"/>
                    <a:pt x="1500" y="898"/>
                    <a:pt x="1454" y="867"/>
                  </a:cubicBezTo>
                  <a:lnTo>
                    <a:pt x="217" y="17"/>
                  </a:lnTo>
                  <a:cubicBezTo>
                    <a:pt x="194" y="5"/>
                    <a:pt x="168"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3"/>
            <p:cNvSpPr/>
            <p:nvPr/>
          </p:nvSpPr>
          <p:spPr>
            <a:xfrm>
              <a:off x="8201861" y="4593541"/>
              <a:ext cx="114056" cy="250350"/>
            </a:xfrm>
            <a:custGeom>
              <a:avLst/>
              <a:gdLst/>
              <a:ahLst/>
              <a:cxnLst/>
              <a:rect l="l" t="t" r="r" b="b"/>
              <a:pathLst>
                <a:path w="1036" h="2274" extrusionOk="0">
                  <a:moveTo>
                    <a:pt x="142" y="0"/>
                  </a:moveTo>
                  <a:cubicBezTo>
                    <a:pt x="100" y="0"/>
                    <a:pt x="60" y="13"/>
                    <a:pt x="31" y="33"/>
                  </a:cubicBezTo>
                  <a:cubicBezTo>
                    <a:pt x="0" y="79"/>
                    <a:pt x="16" y="141"/>
                    <a:pt x="78" y="172"/>
                  </a:cubicBezTo>
                  <a:cubicBezTo>
                    <a:pt x="418" y="373"/>
                    <a:pt x="680" y="713"/>
                    <a:pt x="727" y="1084"/>
                  </a:cubicBezTo>
                  <a:cubicBezTo>
                    <a:pt x="789" y="1455"/>
                    <a:pt x="649" y="1841"/>
                    <a:pt x="387" y="2119"/>
                  </a:cubicBezTo>
                  <a:cubicBezTo>
                    <a:pt x="340" y="2165"/>
                    <a:pt x="340" y="2227"/>
                    <a:pt x="402" y="2258"/>
                  </a:cubicBezTo>
                  <a:cubicBezTo>
                    <a:pt x="418" y="2274"/>
                    <a:pt x="464" y="2274"/>
                    <a:pt x="479" y="2274"/>
                  </a:cubicBezTo>
                  <a:lnTo>
                    <a:pt x="572" y="2274"/>
                  </a:lnTo>
                  <a:cubicBezTo>
                    <a:pt x="912" y="1949"/>
                    <a:pt x="1036" y="1501"/>
                    <a:pt x="989" y="1084"/>
                  </a:cubicBezTo>
                  <a:cubicBezTo>
                    <a:pt x="912" y="651"/>
                    <a:pt x="619" y="249"/>
                    <a:pt x="217" y="17"/>
                  </a:cubicBezTo>
                  <a:cubicBezTo>
                    <a:pt x="193" y="5"/>
                    <a:pt x="167"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only 7">
  <p:cSld name="Title only 7">
    <p:bg>
      <p:bgPr>
        <a:solidFill>
          <a:schemeClr val="lt1"/>
        </a:solidFill>
        <a:effectLst/>
      </p:bgPr>
    </p:bg>
    <p:spTree>
      <p:nvGrpSpPr>
        <p:cNvPr id="1" name="Shape 310"/>
        <p:cNvGrpSpPr/>
        <p:nvPr/>
      </p:nvGrpSpPr>
      <p:grpSpPr>
        <a:xfrm>
          <a:off x="0" y="0"/>
          <a:ext cx="0" cy="0"/>
          <a:chOff x="0" y="0"/>
          <a:chExt cx="0" cy="0"/>
        </a:xfrm>
      </p:grpSpPr>
      <p:sp>
        <p:nvSpPr>
          <p:cNvPr id="311" name="Google Shape;311;p24"/>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
        <p:nvSpPr>
          <p:cNvPr id="312" name="Google Shape;312;p24"/>
          <p:cNvSpPr/>
          <p:nvPr/>
        </p:nvSpPr>
        <p:spPr>
          <a:xfrm rot="-1992305">
            <a:off x="7149560" y="241050"/>
            <a:ext cx="2656591" cy="555224"/>
          </a:xfrm>
          <a:custGeom>
            <a:avLst/>
            <a:gdLst/>
            <a:ahLst/>
            <a:cxnLst/>
            <a:rect l="l" t="t" r="r" b="b"/>
            <a:pathLst>
              <a:path w="72552" h="15165" extrusionOk="0">
                <a:moveTo>
                  <a:pt x="5871" y="4222"/>
                </a:moveTo>
                <a:cubicBezTo>
                  <a:pt x="5938" y="4356"/>
                  <a:pt x="6004" y="4456"/>
                  <a:pt x="6038" y="4556"/>
                </a:cubicBezTo>
                <a:lnTo>
                  <a:pt x="5904" y="4556"/>
                </a:lnTo>
                <a:cubicBezTo>
                  <a:pt x="5904" y="4456"/>
                  <a:pt x="5838" y="4356"/>
                  <a:pt x="5704" y="4322"/>
                </a:cubicBezTo>
                <a:lnTo>
                  <a:pt x="5671" y="4322"/>
                </a:lnTo>
                <a:cubicBezTo>
                  <a:pt x="5704" y="4289"/>
                  <a:pt x="5804" y="4222"/>
                  <a:pt x="5871" y="4222"/>
                </a:cubicBezTo>
                <a:close/>
                <a:moveTo>
                  <a:pt x="1435" y="6324"/>
                </a:moveTo>
                <a:cubicBezTo>
                  <a:pt x="1468" y="6324"/>
                  <a:pt x="1468" y="6357"/>
                  <a:pt x="1501" y="6357"/>
                </a:cubicBezTo>
                <a:cubicBezTo>
                  <a:pt x="1568" y="6357"/>
                  <a:pt x="1635" y="6390"/>
                  <a:pt x="1701" y="6390"/>
                </a:cubicBezTo>
                <a:cubicBezTo>
                  <a:pt x="1768" y="6491"/>
                  <a:pt x="1801" y="6557"/>
                  <a:pt x="1902" y="6624"/>
                </a:cubicBezTo>
                <a:cubicBezTo>
                  <a:pt x="2002" y="6624"/>
                  <a:pt x="2068" y="6657"/>
                  <a:pt x="2168" y="6657"/>
                </a:cubicBezTo>
                <a:cubicBezTo>
                  <a:pt x="2268" y="6791"/>
                  <a:pt x="2335" y="6891"/>
                  <a:pt x="2469" y="6991"/>
                </a:cubicBezTo>
                <a:cubicBezTo>
                  <a:pt x="2102" y="6791"/>
                  <a:pt x="1668" y="6624"/>
                  <a:pt x="1268" y="6390"/>
                </a:cubicBezTo>
                <a:cubicBezTo>
                  <a:pt x="1301" y="6357"/>
                  <a:pt x="1368" y="6357"/>
                  <a:pt x="1435" y="6324"/>
                </a:cubicBezTo>
                <a:close/>
                <a:moveTo>
                  <a:pt x="7539" y="5156"/>
                </a:moveTo>
                <a:cubicBezTo>
                  <a:pt x="8039" y="5823"/>
                  <a:pt x="8106" y="6691"/>
                  <a:pt x="7706" y="7458"/>
                </a:cubicBezTo>
                <a:cubicBezTo>
                  <a:pt x="7939" y="6824"/>
                  <a:pt x="7872" y="6057"/>
                  <a:pt x="7506" y="5490"/>
                </a:cubicBezTo>
                <a:cubicBezTo>
                  <a:pt x="7506" y="5356"/>
                  <a:pt x="7539" y="5290"/>
                  <a:pt x="7539" y="5156"/>
                </a:cubicBezTo>
                <a:close/>
                <a:moveTo>
                  <a:pt x="5304" y="7858"/>
                </a:moveTo>
                <a:cubicBezTo>
                  <a:pt x="5337" y="7892"/>
                  <a:pt x="5371" y="7892"/>
                  <a:pt x="5437" y="7958"/>
                </a:cubicBezTo>
                <a:cubicBezTo>
                  <a:pt x="5471" y="7958"/>
                  <a:pt x="5471" y="7992"/>
                  <a:pt x="5504" y="7992"/>
                </a:cubicBezTo>
                <a:cubicBezTo>
                  <a:pt x="5638" y="8125"/>
                  <a:pt x="5804" y="8158"/>
                  <a:pt x="5971" y="8192"/>
                </a:cubicBezTo>
                <a:cubicBezTo>
                  <a:pt x="6138" y="8359"/>
                  <a:pt x="6338" y="8492"/>
                  <a:pt x="6538" y="8525"/>
                </a:cubicBezTo>
                <a:cubicBezTo>
                  <a:pt x="6438" y="8559"/>
                  <a:pt x="6338" y="8659"/>
                  <a:pt x="6271" y="8692"/>
                </a:cubicBezTo>
                <a:cubicBezTo>
                  <a:pt x="6171" y="8659"/>
                  <a:pt x="6138" y="8625"/>
                  <a:pt x="6038" y="8625"/>
                </a:cubicBezTo>
                <a:cubicBezTo>
                  <a:pt x="6099" y="8473"/>
                  <a:pt x="5993" y="8321"/>
                  <a:pt x="5822" y="8321"/>
                </a:cubicBezTo>
                <a:cubicBezTo>
                  <a:pt x="5805" y="8321"/>
                  <a:pt x="5788" y="8322"/>
                  <a:pt x="5771" y="8325"/>
                </a:cubicBezTo>
                <a:cubicBezTo>
                  <a:pt x="5671" y="8325"/>
                  <a:pt x="5638" y="8359"/>
                  <a:pt x="5537" y="8392"/>
                </a:cubicBezTo>
                <a:cubicBezTo>
                  <a:pt x="5304" y="8292"/>
                  <a:pt x="5037" y="8192"/>
                  <a:pt x="4837" y="8058"/>
                </a:cubicBezTo>
                <a:cubicBezTo>
                  <a:pt x="4970" y="8025"/>
                  <a:pt x="5137" y="7958"/>
                  <a:pt x="5304" y="7858"/>
                </a:cubicBezTo>
                <a:close/>
                <a:moveTo>
                  <a:pt x="18947" y="5123"/>
                </a:moveTo>
                <a:cubicBezTo>
                  <a:pt x="28455" y="6408"/>
                  <a:pt x="38082" y="6921"/>
                  <a:pt x="47675" y="6921"/>
                </a:cubicBezTo>
                <a:cubicBezTo>
                  <a:pt x="50534" y="6921"/>
                  <a:pt x="53391" y="6875"/>
                  <a:pt x="56240" y="6791"/>
                </a:cubicBezTo>
                <a:cubicBezTo>
                  <a:pt x="56374" y="6791"/>
                  <a:pt x="56474" y="6724"/>
                  <a:pt x="56507" y="6657"/>
                </a:cubicBezTo>
                <a:cubicBezTo>
                  <a:pt x="56541" y="7158"/>
                  <a:pt x="56574" y="7658"/>
                  <a:pt x="56574" y="8158"/>
                </a:cubicBezTo>
                <a:lnTo>
                  <a:pt x="56574" y="9559"/>
                </a:lnTo>
                <a:cubicBezTo>
                  <a:pt x="56541" y="9526"/>
                  <a:pt x="56507" y="9526"/>
                  <a:pt x="56407" y="9526"/>
                </a:cubicBezTo>
                <a:cubicBezTo>
                  <a:pt x="44573" y="9078"/>
                  <a:pt x="32708" y="8354"/>
                  <a:pt x="20871" y="8354"/>
                </a:cubicBezTo>
                <a:cubicBezTo>
                  <a:pt x="20363" y="8354"/>
                  <a:pt x="19855" y="8356"/>
                  <a:pt x="19347" y="8359"/>
                </a:cubicBezTo>
                <a:cubicBezTo>
                  <a:pt x="19014" y="7658"/>
                  <a:pt x="18380" y="7091"/>
                  <a:pt x="17679" y="6691"/>
                </a:cubicBezTo>
                <a:cubicBezTo>
                  <a:pt x="18513" y="6457"/>
                  <a:pt x="18847" y="5823"/>
                  <a:pt x="18947" y="5123"/>
                </a:cubicBezTo>
                <a:close/>
                <a:moveTo>
                  <a:pt x="16379" y="1087"/>
                </a:moveTo>
                <a:cubicBezTo>
                  <a:pt x="26812" y="1604"/>
                  <a:pt x="37334" y="1899"/>
                  <a:pt x="47817" y="1899"/>
                </a:cubicBezTo>
                <a:cubicBezTo>
                  <a:pt x="50172" y="1899"/>
                  <a:pt x="52524" y="1884"/>
                  <a:pt x="54873" y="1854"/>
                </a:cubicBezTo>
                <a:lnTo>
                  <a:pt x="54873" y="1854"/>
                </a:lnTo>
                <a:cubicBezTo>
                  <a:pt x="54806" y="1921"/>
                  <a:pt x="54739" y="2087"/>
                  <a:pt x="54839" y="2221"/>
                </a:cubicBezTo>
                <a:cubicBezTo>
                  <a:pt x="55707" y="3422"/>
                  <a:pt x="56207" y="4723"/>
                  <a:pt x="56407" y="6090"/>
                </a:cubicBezTo>
                <a:cubicBezTo>
                  <a:pt x="56374" y="6057"/>
                  <a:pt x="56307" y="6057"/>
                  <a:pt x="56240" y="6057"/>
                </a:cubicBezTo>
                <a:cubicBezTo>
                  <a:pt x="53885" y="6126"/>
                  <a:pt x="51535" y="6158"/>
                  <a:pt x="49188" y="6158"/>
                </a:cubicBezTo>
                <a:cubicBezTo>
                  <a:pt x="39070" y="6158"/>
                  <a:pt x="29020" y="5556"/>
                  <a:pt x="18947" y="4689"/>
                </a:cubicBezTo>
                <a:cubicBezTo>
                  <a:pt x="18834" y="3165"/>
                  <a:pt x="17622" y="1401"/>
                  <a:pt x="16524" y="1401"/>
                </a:cubicBezTo>
                <a:cubicBezTo>
                  <a:pt x="16325" y="1401"/>
                  <a:pt x="16129" y="1459"/>
                  <a:pt x="15945" y="1587"/>
                </a:cubicBezTo>
                <a:cubicBezTo>
                  <a:pt x="15778" y="1720"/>
                  <a:pt x="15711" y="1921"/>
                  <a:pt x="15845" y="2087"/>
                </a:cubicBezTo>
                <a:cubicBezTo>
                  <a:pt x="15878" y="2154"/>
                  <a:pt x="15945" y="2154"/>
                  <a:pt x="15945" y="2187"/>
                </a:cubicBezTo>
                <a:cubicBezTo>
                  <a:pt x="15987" y="2244"/>
                  <a:pt x="16041" y="2264"/>
                  <a:pt x="16100" y="2264"/>
                </a:cubicBezTo>
                <a:cubicBezTo>
                  <a:pt x="16180" y="2264"/>
                  <a:pt x="16268" y="2226"/>
                  <a:pt x="16345" y="2187"/>
                </a:cubicBezTo>
                <a:cubicBezTo>
                  <a:pt x="16612" y="2521"/>
                  <a:pt x="16979" y="2721"/>
                  <a:pt x="17479" y="2821"/>
                </a:cubicBezTo>
                <a:cubicBezTo>
                  <a:pt x="18180" y="3388"/>
                  <a:pt x="18347" y="4022"/>
                  <a:pt x="17980" y="4689"/>
                </a:cubicBezTo>
                <a:cubicBezTo>
                  <a:pt x="17713" y="5156"/>
                  <a:pt x="17212" y="5657"/>
                  <a:pt x="16445" y="6157"/>
                </a:cubicBezTo>
                <a:cubicBezTo>
                  <a:pt x="16045" y="6157"/>
                  <a:pt x="16012" y="6691"/>
                  <a:pt x="16345" y="6757"/>
                </a:cubicBezTo>
                <a:cubicBezTo>
                  <a:pt x="17146" y="7024"/>
                  <a:pt x="18013" y="7391"/>
                  <a:pt x="18447" y="8158"/>
                </a:cubicBezTo>
                <a:cubicBezTo>
                  <a:pt x="18480" y="8225"/>
                  <a:pt x="18513" y="8325"/>
                  <a:pt x="18547" y="8425"/>
                </a:cubicBezTo>
                <a:cubicBezTo>
                  <a:pt x="18547" y="8525"/>
                  <a:pt x="18547" y="8592"/>
                  <a:pt x="18647" y="8659"/>
                </a:cubicBezTo>
                <a:cubicBezTo>
                  <a:pt x="19131" y="10014"/>
                  <a:pt x="18585" y="11901"/>
                  <a:pt x="16856" y="11901"/>
                </a:cubicBezTo>
                <a:cubicBezTo>
                  <a:pt x="16799" y="11901"/>
                  <a:pt x="16739" y="11899"/>
                  <a:pt x="16679" y="11894"/>
                </a:cubicBezTo>
                <a:cubicBezTo>
                  <a:pt x="16545" y="11894"/>
                  <a:pt x="16479" y="12061"/>
                  <a:pt x="16545" y="12195"/>
                </a:cubicBezTo>
                <a:cubicBezTo>
                  <a:pt x="15945" y="12128"/>
                  <a:pt x="15344" y="12028"/>
                  <a:pt x="14777" y="11961"/>
                </a:cubicBezTo>
                <a:cubicBezTo>
                  <a:pt x="14777" y="11894"/>
                  <a:pt x="14711" y="11861"/>
                  <a:pt x="14677" y="11861"/>
                </a:cubicBezTo>
                <a:cubicBezTo>
                  <a:pt x="12609" y="10960"/>
                  <a:pt x="10341" y="10360"/>
                  <a:pt x="8206" y="9526"/>
                </a:cubicBezTo>
                <a:cubicBezTo>
                  <a:pt x="7739" y="9359"/>
                  <a:pt x="7339" y="9192"/>
                  <a:pt x="6872" y="8992"/>
                </a:cubicBezTo>
                <a:cubicBezTo>
                  <a:pt x="9173" y="8158"/>
                  <a:pt x="9040" y="4823"/>
                  <a:pt x="6805" y="3855"/>
                </a:cubicBezTo>
                <a:cubicBezTo>
                  <a:pt x="9807" y="2721"/>
                  <a:pt x="12943" y="1887"/>
                  <a:pt x="16145" y="1420"/>
                </a:cubicBezTo>
                <a:cubicBezTo>
                  <a:pt x="16345" y="1387"/>
                  <a:pt x="16379" y="1253"/>
                  <a:pt x="16379" y="1087"/>
                </a:cubicBezTo>
                <a:close/>
                <a:moveTo>
                  <a:pt x="62511" y="1887"/>
                </a:moveTo>
                <a:lnTo>
                  <a:pt x="62511" y="1887"/>
                </a:lnTo>
                <a:cubicBezTo>
                  <a:pt x="65480" y="2454"/>
                  <a:pt x="68816" y="3055"/>
                  <a:pt x="70484" y="5857"/>
                </a:cubicBezTo>
                <a:cubicBezTo>
                  <a:pt x="71685" y="7892"/>
                  <a:pt x="71251" y="10160"/>
                  <a:pt x="69483" y="11694"/>
                </a:cubicBezTo>
                <a:cubicBezTo>
                  <a:pt x="67990" y="12965"/>
                  <a:pt x="66164" y="13298"/>
                  <a:pt x="64293" y="13298"/>
                </a:cubicBezTo>
                <a:cubicBezTo>
                  <a:pt x="64200" y="13298"/>
                  <a:pt x="64106" y="13297"/>
                  <a:pt x="64013" y="13295"/>
                </a:cubicBezTo>
                <a:cubicBezTo>
                  <a:pt x="65013" y="11494"/>
                  <a:pt x="64580" y="8559"/>
                  <a:pt x="64346" y="6724"/>
                </a:cubicBezTo>
                <a:cubicBezTo>
                  <a:pt x="64079" y="5056"/>
                  <a:pt x="63546" y="3288"/>
                  <a:pt x="62511" y="1887"/>
                </a:cubicBezTo>
                <a:close/>
                <a:moveTo>
                  <a:pt x="19514" y="8826"/>
                </a:moveTo>
                <a:cubicBezTo>
                  <a:pt x="31323" y="9726"/>
                  <a:pt x="43198" y="9860"/>
                  <a:pt x="55039" y="10227"/>
                </a:cubicBezTo>
                <a:cubicBezTo>
                  <a:pt x="55073" y="10327"/>
                  <a:pt x="55173" y="10360"/>
                  <a:pt x="55306" y="10360"/>
                </a:cubicBezTo>
                <a:cubicBezTo>
                  <a:pt x="55673" y="10327"/>
                  <a:pt x="56007" y="10327"/>
                  <a:pt x="56374" y="10293"/>
                </a:cubicBezTo>
                <a:cubicBezTo>
                  <a:pt x="56407" y="10293"/>
                  <a:pt x="56474" y="10293"/>
                  <a:pt x="56507" y="10227"/>
                </a:cubicBezTo>
                <a:lnTo>
                  <a:pt x="56507" y="10227"/>
                </a:lnTo>
                <a:cubicBezTo>
                  <a:pt x="56474" y="11561"/>
                  <a:pt x="56207" y="12995"/>
                  <a:pt x="55373" y="13729"/>
                </a:cubicBezTo>
                <a:cubicBezTo>
                  <a:pt x="55340" y="13729"/>
                  <a:pt x="55306" y="13696"/>
                  <a:pt x="55306" y="13696"/>
                </a:cubicBezTo>
                <a:cubicBezTo>
                  <a:pt x="48535" y="13395"/>
                  <a:pt x="41730" y="13162"/>
                  <a:pt x="34892" y="12895"/>
                </a:cubicBezTo>
                <a:lnTo>
                  <a:pt x="24885" y="12528"/>
                </a:lnTo>
                <a:cubicBezTo>
                  <a:pt x="22383" y="12461"/>
                  <a:pt x="19781" y="12495"/>
                  <a:pt x="17279" y="12295"/>
                </a:cubicBezTo>
                <a:cubicBezTo>
                  <a:pt x="18480" y="12195"/>
                  <a:pt x="19481" y="11327"/>
                  <a:pt x="19648" y="10060"/>
                </a:cubicBezTo>
                <a:cubicBezTo>
                  <a:pt x="19714" y="9593"/>
                  <a:pt x="19648" y="9192"/>
                  <a:pt x="19514" y="8826"/>
                </a:cubicBezTo>
                <a:close/>
                <a:moveTo>
                  <a:pt x="59165" y="527"/>
                </a:moveTo>
                <a:cubicBezTo>
                  <a:pt x="60825" y="527"/>
                  <a:pt x="62284" y="2754"/>
                  <a:pt x="62845" y="3989"/>
                </a:cubicBezTo>
                <a:cubicBezTo>
                  <a:pt x="63379" y="5290"/>
                  <a:pt x="63646" y="6657"/>
                  <a:pt x="63746" y="8058"/>
                </a:cubicBezTo>
                <a:cubicBezTo>
                  <a:pt x="63846" y="9059"/>
                  <a:pt x="63879" y="10160"/>
                  <a:pt x="63812" y="11194"/>
                </a:cubicBezTo>
                <a:cubicBezTo>
                  <a:pt x="63601" y="13472"/>
                  <a:pt x="62042" y="14194"/>
                  <a:pt x="60240" y="14194"/>
                </a:cubicBezTo>
                <a:cubicBezTo>
                  <a:pt x="59773" y="14194"/>
                  <a:pt x="59290" y="14145"/>
                  <a:pt x="58809" y="14063"/>
                </a:cubicBezTo>
                <a:cubicBezTo>
                  <a:pt x="58976" y="13963"/>
                  <a:pt x="59076" y="13796"/>
                  <a:pt x="59209" y="13629"/>
                </a:cubicBezTo>
                <a:cubicBezTo>
                  <a:pt x="60643" y="11828"/>
                  <a:pt x="60643" y="9192"/>
                  <a:pt x="60510" y="7024"/>
                </a:cubicBezTo>
                <a:cubicBezTo>
                  <a:pt x="60410" y="5023"/>
                  <a:pt x="60210" y="2454"/>
                  <a:pt x="58575" y="1020"/>
                </a:cubicBezTo>
                <a:lnTo>
                  <a:pt x="58208" y="786"/>
                </a:lnTo>
                <a:cubicBezTo>
                  <a:pt x="58531" y="607"/>
                  <a:pt x="58852" y="527"/>
                  <a:pt x="59165" y="527"/>
                </a:cubicBezTo>
                <a:close/>
                <a:moveTo>
                  <a:pt x="56407" y="748"/>
                </a:moveTo>
                <a:cubicBezTo>
                  <a:pt x="56756" y="748"/>
                  <a:pt x="57093" y="847"/>
                  <a:pt x="57408" y="1020"/>
                </a:cubicBezTo>
                <a:cubicBezTo>
                  <a:pt x="57408" y="1053"/>
                  <a:pt x="57374" y="1053"/>
                  <a:pt x="57374" y="1120"/>
                </a:cubicBezTo>
                <a:cubicBezTo>
                  <a:pt x="57275" y="1244"/>
                  <a:pt x="57398" y="1369"/>
                  <a:pt x="57522" y="1369"/>
                </a:cubicBezTo>
                <a:cubicBezTo>
                  <a:pt x="57565" y="1369"/>
                  <a:pt x="57607" y="1354"/>
                  <a:pt x="57641" y="1320"/>
                </a:cubicBezTo>
                <a:cubicBezTo>
                  <a:pt x="57675" y="1287"/>
                  <a:pt x="57708" y="1287"/>
                  <a:pt x="57708" y="1220"/>
                </a:cubicBezTo>
                <a:cubicBezTo>
                  <a:pt x="58575" y="1821"/>
                  <a:pt x="59242" y="2888"/>
                  <a:pt x="59509" y="3855"/>
                </a:cubicBezTo>
                <a:cubicBezTo>
                  <a:pt x="59876" y="5223"/>
                  <a:pt x="59910" y="6724"/>
                  <a:pt x="59910" y="8125"/>
                </a:cubicBezTo>
                <a:cubicBezTo>
                  <a:pt x="59970" y="10482"/>
                  <a:pt x="59100" y="14535"/>
                  <a:pt x="56309" y="14535"/>
                </a:cubicBezTo>
                <a:cubicBezTo>
                  <a:pt x="56018" y="14535"/>
                  <a:pt x="55707" y="14491"/>
                  <a:pt x="55373" y="14396"/>
                </a:cubicBezTo>
                <a:cubicBezTo>
                  <a:pt x="55540" y="14396"/>
                  <a:pt x="55640" y="14329"/>
                  <a:pt x="55673" y="14196"/>
                </a:cubicBezTo>
                <a:cubicBezTo>
                  <a:pt x="57141" y="13229"/>
                  <a:pt x="57141" y="11060"/>
                  <a:pt x="57208" y="9459"/>
                </a:cubicBezTo>
                <a:cubicBezTo>
                  <a:pt x="57341" y="6791"/>
                  <a:pt x="57174" y="3989"/>
                  <a:pt x="55373" y="1854"/>
                </a:cubicBezTo>
                <a:cubicBezTo>
                  <a:pt x="55807" y="1821"/>
                  <a:pt x="55807" y="1153"/>
                  <a:pt x="55340" y="1153"/>
                </a:cubicBezTo>
                <a:lnTo>
                  <a:pt x="55206" y="1153"/>
                </a:lnTo>
                <a:cubicBezTo>
                  <a:pt x="55611" y="872"/>
                  <a:pt x="56016" y="748"/>
                  <a:pt x="56407" y="748"/>
                </a:cubicBezTo>
                <a:close/>
                <a:moveTo>
                  <a:pt x="59248" y="0"/>
                </a:moveTo>
                <a:cubicBezTo>
                  <a:pt x="58746" y="0"/>
                  <a:pt x="58264" y="148"/>
                  <a:pt x="57841" y="486"/>
                </a:cubicBezTo>
                <a:cubicBezTo>
                  <a:pt x="57415" y="298"/>
                  <a:pt x="56965" y="200"/>
                  <a:pt x="56523" y="200"/>
                </a:cubicBezTo>
                <a:cubicBezTo>
                  <a:pt x="55790" y="200"/>
                  <a:pt x="55080" y="471"/>
                  <a:pt x="54539" y="1053"/>
                </a:cubicBezTo>
                <a:cubicBezTo>
                  <a:pt x="44235" y="756"/>
                  <a:pt x="33888" y="634"/>
                  <a:pt x="23567" y="634"/>
                </a:cubicBezTo>
                <a:cubicBezTo>
                  <a:pt x="21158" y="634"/>
                  <a:pt x="18750" y="640"/>
                  <a:pt x="16345" y="653"/>
                </a:cubicBezTo>
                <a:cubicBezTo>
                  <a:pt x="16278" y="653"/>
                  <a:pt x="16212" y="686"/>
                  <a:pt x="16178" y="786"/>
                </a:cubicBezTo>
                <a:cubicBezTo>
                  <a:pt x="16112" y="720"/>
                  <a:pt x="16045" y="720"/>
                  <a:pt x="15945" y="720"/>
                </a:cubicBezTo>
                <a:cubicBezTo>
                  <a:pt x="10374" y="1520"/>
                  <a:pt x="5137" y="3322"/>
                  <a:pt x="234" y="6057"/>
                </a:cubicBezTo>
                <a:cubicBezTo>
                  <a:pt x="34" y="6190"/>
                  <a:pt x="0" y="6557"/>
                  <a:pt x="234" y="6691"/>
                </a:cubicBezTo>
                <a:cubicBezTo>
                  <a:pt x="1835" y="7491"/>
                  <a:pt x="3469" y="8325"/>
                  <a:pt x="5171" y="9126"/>
                </a:cubicBezTo>
                <a:lnTo>
                  <a:pt x="5171" y="9192"/>
                </a:lnTo>
                <a:cubicBezTo>
                  <a:pt x="5204" y="9259"/>
                  <a:pt x="5304" y="9359"/>
                  <a:pt x="5437" y="9359"/>
                </a:cubicBezTo>
                <a:cubicBezTo>
                  <a:pt x="5504" y="9359"/>
                  <a:pt x="5604" y="9326"/>
                  <a:pt x="5704" y="9326"/>
                </a:cubicBezTo>
                <a:cubicBezTo>
                  <a:pt x="8506" y="10560"/>
                  <a:pt x="11375" y="11594"/>
                  <a:pt x="14210" y="12061"/>
                </a:cubicBezTo>
                <a:cubicBezTo>
                  <a:pt x="14210" y="12161"/>
                  <a:pt x="14277" y="12195"/>
                  <a:pt x="14344" y="12228"/>
                </a:cubicBezTo>
                <a:cubicBezTo>
                  <a:pt x="17313" y="13162"/>
                  <a:pt x="20515" y="13029"/>
                  <a:pt x="23617" y="13162"/>
                </a:cubicBezTo>
                <a:cubicBezTo>
                  <a:pt x="27053" y="13262"/>
                  <a:pt x="30522" y="13429"/>
                  <a:pt x="34024" y="13562"/>
                </a:cubicBezTo>
                <a:cubicBezTo>
                  <a:pt x="40829" y="13829"/>
                  <a:pt x="47634" y="14096"/>
                  <a:pt x="54406" y="14363"/>
                </a:cubicBezTo>
                <a:cubicBezTo>
                  <a:pt x="54339" y="14496"/>
                  <a:pt x="54372" y="14696"/>
                  <a:pt x="54539" y="14763"/>
                </a:cubicBezTo>
                <a:cubicBezTo>
                  <a:pt x="55060" y="15037"/>
                  <a:pt x="55608" y="15165"/>
                  <a:pt x="56150" y="15165"/>
                </a:cubicBezTo>
                <a:cubicBezTo>
                  <a:pt x="56928" y="15165"/>
                  <a:pt x="57693" y="14901"/>
                  <a:pt x="58342" y="14430"/>
                </a:cubicBezTo>
                <a:cubicBezTo>
                  <a:pt x="58342" y="14563"/>
                  <a:pt x="58409" y="14696"/>
                  <a:pt x="58575" y="14696"/>
                </a:cubicBezTo>
                <a:cubicBezTo>
                  <a:pt x="59231" y="14817"/>
                  <a:pt x="59961" y="14926"/>
                  <a:pt x="60681" y="14926"/>
                </a:cubicBezTo>
                <a:cubicBezTo>
                  <a:pt x="61756" y="14926"/>
                  <a:pt x="62806" y="14682"/>
                  <a:pt x="63546" y="13862"/>
                </a:cubicBezTo>
                <a:cubicBezTo>
                  <a:pt x="63579" y="13896"/>
                  <a:pt x="63679" y="13929"/>
                  <a:pt x="63746" y="13929"/>
                </a:cubicBezTo>
                <a:cubicBezTo>
                  <a:pt x="63919" y="13938"/>
                  <a:pt x="64095" y="13943"/>
                  <a:pt x="64272" y="13943"/>
                </a:cubicBezTo>
                <a:cubicBezTo>
                  <a:pt x="67968" y="13943"/>
                  <a:pt x="72552" y="11948"/>
                  <a:pt x="71852" y="7525"/>
                </a:cubicBezTo>
                <a:cubicBezTo>
                  <a:pt x="71084" y="2955"/>
                  <a:pt x="65847" y="1787"/>
                  <a:pt x="62011" y="1354"/>
                </a:cubicBezTo>
                <a:cubicBezTo>
                  <a:pt x="61811" y="1153"/>
                  <a:pt x="61544" y="953"/>
                  <a:pt x="61311" y="720"/>
                </a:cubicBezTo>
                <a:cubicBezTo>
                  <a:pt x="60656" y="277"/>
                  <a:pt x="59934" y="0"/>
                  <a:pt x="5924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3" name="Google Shape;313;p24"/>
          <p:cNvGrpSpPr/>
          <p:nvPr/>
        </p:nvGrpSpPr>
        <p:grpSpPr>
          <a:xfrm>
            <a:off x="7896450" y="4048787"/>
            <a:ext cx="1051702" cy="1002389"/>
            <a:chOff x="7643700" y="4212512"/>
            <a:chExt cx="1051702" cy="1002389"/>
          </a:xfrm>
        </p:grpSpPr>
        <p:sp>
          <p:nvSpPr>
            <p:cNvPr id="314" name="Google Shape;314;p24"/>
            <p:cNvSpPr/>
            <p:nvPr/>
          </p:nvSpPr>
          <p:spPr>
            <a:xfrm>
              <a:off x="7965275" y="4524183"/>
              <a:ext cx="437508" cy="403159"/>
            </a:xfrm>
            <a:custGeom>
              <a:avLst/>
              <a:gdLst/>
              <a:ahLst/>
              <a:cxnLst/>
              <a:rect l="l" t="t" r="r" b="b"/>
              <a:pathLst>
                <a:path w="3974" h="3662" extrusionOk="0">
                  <a:moveTo>
                    <a:pt x="2010" y="183"/>
                  </a:moveTo>
                  <a:cubicBezTo>
                    <a:pt x="2165" y="183"/>
                    <a:pt x="2319" y="199"/>
                    <a:pt x="2474" y="276"/>
                  </a:cubicBezTo>
                  <a:cubicBezTo>
                    <a:pt x="3077" y="508"/>
                    <a:pt x="3509" y="1111"/>
                    <a:pt x="3587" y="1559"/>
                  </a:cubicBezTo>
                  <a:cubicBezTo>
                    <a:pt x="3710" y="2193"/>
                    <a:pt x="3370" y="2888"/>
                    <a:pt x="2721" y="3244"/>
                  </a:cubicBezTo>
                  <a:cubicBezTo>
                    <a:pt x="2457" y="3376"/>
                    <a:pt x="2169" y="3453"/>
                    <a:pt x="1897" y="3453"/>
                  </a:cubicBezTo>
                  <a:cubicBezTo>
                    <a:pt x="1787" y="3453"/>
                    <a:pt x="1680" y="3440"/>
                    <a:pt x="1577" y="3414"/>
                  </a:cubicBezTo>
                  <a:cubicBezTo>
                    <a:pt x="1222" y="3321"/>
                    <a:pt x="882" y="3043"/>
                    <a:pt x="696" y="2656"/>
                  </a:cubicBezTo>
                  <a:cubicBezTo>
                    <a:pt x="279" y="1822"/>
                    <a:pt x="681" y="740"/>
                    <a:pt x="1547" y="307"/>
                  </a:cubicBezTo>
                  <a:cubicBezTo>
                    <a:pt x="1686" y="230"/>
                    <a:pt x="1856" y="183"/>
                    <a:pt x="2010" y="183"/>
                  </a:cubicBezTo>
                  <a:close/>
                  <a:moveTo>
                    <a:pt x="2042" y="1"/>
                  </a:moveTo>
                  <a:cubicBezTo>
                    <a:pt x="1828" y="1"/>
                    <a:pt x="1624" y="51"/>
                    <a:pt x="1438" y="153"/>
                  </a:cubicBezTo>
                  <a:cubicBezTo>
                    <a:pt x="434" y="632"/>
                    <a:pt x="1" y="1806"/>
                    <a:pt x="465" y="2749"/>
                  </a:cubicBezTo>
                  <a:cubicBezTo>
                    <a:pt x="681" y="3197"/>
                    <a:pt x="1067" y="3506"/>
                    <a:pt x="1516" y="3630"/>
                  </a:cubicBezTo>
                  <a:cubicBezTo>
                    <a:pt x="1624" y="3646"/>
                    <a:pt x="1763" y="3661"/>
                    <a:pt x="1902" y="3661"/>
                  </a:cubicBezTo>
                  <a:cubicBezTo>
                    <a:pt x="2211" y="3661"/>
                    <a:pt x="2551" y="3568"/>
                    <a:pt x="2860" y="3414"/>
                  </a:cubicBezTo>
                  <a:cubicBezTo>
                    <a:pt x="3571" y="3027"/>
                    <a:pt x="3973" y="2255"/>
                    <a:pt x="3849" y="1544"/>
                  </a:cubicBezTo>
                  <a:cubicBezTo>
                    <a:pt x="3726" y="956"/>
                    <a:pt x="3185" y="338"/>
                    <a:pt x="2598" y="106"/>
                  </a:cubicBezTo>
                  <a:cubicBezTo>
                    <a:pt x="2408" y="36"/>
                    <a:pt x="2221" y="1"/>
                    <a:pt x="2042"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4"/>
            <p:cNvSpPr/>
            <p:nvPr/>
          </p:nvSpPr>
          <p:spPr>
            <a:xfrm>
              <a:off x="8188210" y="4212512"/>
              <a:ext cx="29064" cy="272369"/>
            </a:xfrm>
            <a:custGeom>
              <a:avLst/>
              <a:gdLst/>
              <a:ahLst/>
              <a:cxnLst/>
              <a:rect l="l" t="t" r="r" b="b"/>
              <a:pathLst>
                <a:path w="264" h="2474" extrusionOk="0">
                  <a:moveTo>
                    <a:pt x="140" y="1"/>
                  </a:moveTo>
                  <a:cubicBezTo>
                    <a:pt x="78" y="1"/>
                    <a:pt x="32" y="31"/>
                    <a:pt x="32" y="93"/>
                  </a:cubicBezTo>
                  <a:lnTo>
                    <a:pt x="1" y="2381"/>
                  </a:lnTo>
                  <a:cubicBezTo>
                    <a:pt x="1" y="2443"/>
                    <a:pt x="62" y="2474"/>
                    <a:pt x="124" y="2474"/>
                  </a:cubicBezTo>
                  <a:cubicBezTo>
                    <a:pt x="186" y="2474"/>
                    <a:pt x="232" y="2443"/>
                    <a:pt x="232" y="2381"/>
                  </a:cubicBezTo>
                  <a:lnTo>
                    <a:pt x="263" y="93"/>
                  </a:lnTo>
                  <a:cubicBezTo>
                    <a:pt x="263" y="31"/>
                    <a:pt x="202" y="1"/>
                    <a:pt x="140"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4"/>
            <p:cNvSpPr/>
            <p:nvPr/>
          </p:nvSpPr>
          <p:spPr>
            <a:xfrm>
              <a:off x="8162668" y="4952661"/>
              <a:ext cx="46129" cy="262240"/>
            </a:xfrm>
            <a:custGeom>
              <a:avLst/>
              <a:gdLst/>
              <a:ahLst/>
              <a:cxnLst/>
              <a:rect l="l" t="t" r="r" b="b"/>
              <a:pathLst>
                <a:path w="419" h="2382" extrusionOk="0">
                  <a:moveTo>
                    <a:pt x="124" y="1"/>
                  </a:moveTo>
                  <a:cubicBezTo>
                    <a:pt x="63" y="1"/>
                    <a:pt x="1" y="32"/>
                    <a:pt x="1" y="94"/>
                  </a:cubicBezTo>
                  <a:cubicBezTo>
                    <a:pt x="32" y="805"/>
                    <a:pt x="78" y="1562"/>
                    <a:pt x="155" y="2288"/>
                  </a:cubicBezTo>
                  <a:cubicBezTo>
                    <a:pt x="155" y="2335"/>
                    <a:pt x="217" y="2381"/>
                    <a:pt x="279" y="2381"/>
                  </a:cubicBezTo>
                  <a:cubicBezTo>
                    <a:pt x="356" y="2381"/>
                    <a:pt x="418" y="2335"/>
                    <a:pt x="387" y="2288"/>
                  </a:cubicBezTo>
                  <a:cubicBezTo>
                    <a:pt x="310" y="1546"/>
                    <a:pt x="279" y="835"/>
                    <a:pt x="233" y="94"/>
                  </a:cubicBezTo>
                  <a:cubicBezTo>
                    <a:pt x="233" y="32"/>
                    <a:pt x="186" y="1"/>
                    <a:pt x="124"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4"/>
            <p:cNvSpPr/>
            <p:nvPr/>
          </p:nvSpPr>
          <p:spPr>
            <a:xfrm>
              <a:off x="7643700" y="4681504"/>
              <a:ext cx="282607" cy="48441"/>
            </a:xfrm>
            <a:custGeom>
              <a:avLst/>
              <a:gdLst/>
              <a:ahLst/>
              <a:cxnLst/>
              <a:rect l="l" t="t" r="r" b="b"/>
              <a:pathLst>
                <a:path w="2567" h="440" extrusionOk="0">
                  <a:moveTo>
                    <a:pt x="141" y="1"/>
                  </a:moveTo>
                  <a:cubicBezTo>
                    <a:pt x="91" y="1"/>
                    <a:pt x="44" y="21"/>
                    <a:pt x="32" y="68"/>
                  </a:cubicBezTo>
                  <a:cubicBezTo>
                    <a:pt x="1" y="130"/>
                    <a:pt x="47" y="192"/>
                    <a:pt x="109" y="207"/>
                  </a:cubicBezTo>
                  <a:cubicBezTo>
                    <a:pt x="619" y="362"/>
                    <a:pt x="1191" y="439"/>
                    <a:pt x="1732" y="439"/>
                  </a:cubicBezTo>
                  <a:cubicBezTo>
                    <a:pt x="1979" y="439"/>
                    <a:pt x="2226" y="424"/>
                    <a:pt x="2458" y="377"/>
                  </a:cubicBezTo>
                  <a:cubicBezTo>
                    <a:pt x="2520" y="377"/>
                    <a:pt x="2566" y="315"/>
                    <a:pt x="2551" y="269"/>
                  </a:cubicBezTo>
                  <a:cubicBezTo>
                    <a:pt x="2551" y="223"/>
                    <a:pt x="2474" y="192"/>
                    <a:pt x="2427" y="192"/>
                  </a:cubicBezTo>
                  <a:cubicBezTo>
                    <a:pt x="2200" y="220"/>
                    <a:pt x="1972" y="234"/>
                    <a:pt x="1744" y="234"/>
                  </a:cubicBezTo>
                  <a:cubicBezTo>
                    <a:pt x="1212" y="234"/>
                    <a:pt x="684" y="158"/>
                    <a:pt x="186" y="6"/>
                  </a:cubicBezTo>
                  <a:cubicBezTo>
                    <a:pt x="172" y="3"/>
                    <a:pt x="156" y="1"/>
                    <a:pt x="141"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4"/>
            <p:cNvSpPr/>
            <p:nvPr/>
          </p:nvSpPr>
          <p:spPr>
            <a:xfrm>
              <a:off x="8433272" y="4682165"/>
              <a:ext cx="262130" cy="25652"/>
            </a:xfrm>
            <a:custGeom>
              <a:avLst/>
              <a:gdLst/>
              <a:ahLst/>
              <a:cxnLst/>
              <a:rect l="l" t="t" r="r" b="b"/>
              <a:pathLst>
                <a:path w="2381" h="233" extrusionOk="0">
                  <a:moveTo>
                    <a:pt x="124" y="0"/>
                  </a:moveTo>
                  <a:cubicBezTo>
                    <a:pt x="62" y="0"/>
                    <a:pt x="0" y="47"/>
                    <a:pt x="0" y="109"/>
                  </a:cubicBezTo>
                  <a:cubicBezTo>
                    <a:pt x="0" y="155"/>
                    <a:pt x="62" y="201"/>
                    <a:pt x="124" y="201"/>
                  </a:cubicBezTo>
                  <a:lnTo>
                    <a:pt x="2241" y="232"/>
                  </a:lnTo>
                  <a:cubicBezTo>
                    <a:pt x="2319" y="232"/>
                    <a:pt x="2380" y="201"/>
                    <a:pt x="2365" y="139"/>
                  </a:cubicBezTo>
                  <a:cubicBezTo>
                    <a:pt x="2365" y="78"/>
                    <a:pt x="2303" y="47"/>
                    <a:pt x="2241" y="47"/>
                  </a:cubicBezTo>
                  <a:lnTo>
                    <a:pt x="124" y="0"/>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4"/>
            <p:cNvSpPr/>
            <p:nvPr/>
          </p:nvSpPr>
          <p:spPr>
            <a:xfrm>
              <a:off x="8365236" y="4435779"/>
              <a:ext cx="119120" cy="115487"/>
            </a:xfrm>
            <a:custGeom>
              <a:avLst/>
              <a:gdLst/>
              <a:ahLst/>
              <a:cxnLst/>
              <a:rect l="l" t="t" r="r" b="b"/>
              <a:pathLst>
                <a:path w="1082" h="1049" extrusionOk="0">
                  <a:moveTo>
                    <a:pt x="950" y="0"/>
                  </a:moveTo>
                  <a:cubicBezTo>
                    <a:pt x="914" y="0"/>
                    <a:pt x="877" y="17"/>
                    <a:pt x="850" y="44"/>
                  </a:cubicBezTo>
                  <a:lnTo>
                    <a:pt x="46" y="894"/>
                  </a:lnTo>
                  <a:cubicBezTo>
                    <a:pt x="0" y="925"/>
                    <a:pt x="0" y="986"/>
                    <a:pt x="62" y="1033"/>
                  </a:cubicBezTo>
                  <a:cubicBezTo>
                    <a:pt x="77" y="1048"/>
                    <a:pt x="124" y="1048"/>
                    <a:pt x="139" y="1048"/>
                  </a:cubicBezTo>
                  <a:cubicBezTo>
                    <a:pt x="170" y="1048"/>
                    <a:pt x="201" y="1033"/>
                    <a:pt x="232" y="1002"/>
                  </a:cubicBezTo>
                  <a:lnTo>
                    <a:pt x="1051" y="152"/>
                  </a:lnTo>
                  <a:cubicBezTo>
                    <a:pt x="1082" y="121"/>
                    <a:pt x="1082" y="59"/>
                    <a:pt x="1020" y="28"/>
                  </a:cubicBezTo>
                  <a:cubicBezTo>
                    <a:pt x="1001" y="9"/>
                    <a:pt x="976" y="0"/>
                    <a:pt x="950"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4"/>
            <p:cNvSpPr/>
            <p:nvPr/>
          </p:nvSpPr>
          <p:spPr>
            <a:xfrm>
              <a:off x="7902414" y="4456916"/>
              <a:ext cx="141249" cy="111304"/>
            </a:xfrm>
            <a:custGeom>
              <a:avLst/>
              <a:gdLst/>
              <a:ahLst/>
              <a:cxnLst/>
              <a:rect l="l" t="t" r="r" b="b"/>
              <a:pathLst>
                <a:path w="1283" h="1011" extrusionOk="0">
                  <a:moveTo>
                    <a:pt x="135" y="0"/>
                  </a:moveTo>
                  <a:cubicBezTo>
                    <a:pt x="105" y="0"/>
                    <a:pt x="74" y="8"/>
                    <a:pt x="46" y="22"/>
                  </a:cubicBezTo>
                  <a:cubicBezTo>
                    <a:pt x="0" y="37"/>
                    <a:pt x="0" y="114"/>
                    <a:pt x="31" y="161"/>
                  </a:cubicBezTo>
                  <a:cubicBezTo>
                    <a:pt x="325" y="485"/>
                    <a:pt x="696" y="764"/>
                    <a:pt x="1082" y="995"/>
                  </a:cubicBezTo>
                  <a:cubicBezTo>
                    <a:pt x="1113" y="1011"/>
                    <a:pt x="1128" y="1011"/>
                    <a:pt x="1159" y="1011"/>
                  </a:cubicBezTo>
                  <a:cubicBezTo>
                    <a:pt x="1190" y="1011"/>
                    <a:pt x="1237" y="995"/>
                    <a:pt x="1267" y="964"/>
                  </a:cubicBezTo>
                  <a:cubicBezTo>
                    <a:pt x="1283" y="934"/>
                    <a:pt x="1283" y="872"/>
                    <a:pt x="1237" y="841"/>
                  </a:cubicBezTo>
                  <a:cubicBezTo>
                    <a:pt x="866" y="609"/>
                    <a:pt x="510" y="346"/>
                    <a:pt x="232" y="37"/>
                  </a:cubicBezTo>
                  <a:cubicBezTo>
                    <a:pt x="206" y="12"/>
                    <a:pt x="171" y="0"/>
                    <a:pt x="135"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4"/>
            <p:cNvSpPr/>
            <p:nvPr/>
          </p:nvSpPr>
          <p:spPr>
            <a:xfrm>
              <a:off x="7859808" y="4844110"/>
              <a:ext cx="146423" cy="122313"/>
            </a:xfrm>
            <a:custGeom>
              <a:avLst/>
              <a:gdLst/>
              <a:ahLst/>
              <a:cxnLst/>
              <a:rect l="l" t="t" r="r" b="b"/>
              <a:pathLst>
                <a:path w="1330" h="1111" extrusionOk="0">
                  <a:moveTo>
                    <a:pt x="1195" y="1"/>
                  </a:moveTo>
                  <a:cubicBezTo>
                    <a:pt x="1168" y="1"/>
                    <a:pt x="1139" y="9"/>
                    <a:pt x="1113" y="29"/>
                  </a:cubicBezTo>
                  <a:cubicBezTo>
                    <a:pt x="696" y="276"/>
                    <a:pt x="341" y="585"/>
                    <a:pt x="32" y="956"/>
                  </a:cubicBezTo>
                  <a:cubicBezTo>
                    <a:pt x="1" y="987"/>
                    <a:pt x="1" y="1049"/>
                    <a:pt x="47" y="1080"/>
                  </a:cubicBezTo>
                  <a:cubicBezTo>
                    <a:pt x="93" y="1111"/>
                    <a:pt x="109" y="1111"/>
                    <a:pt x="124" y="1111"/>
                  </a:cubicBezTo>
                  <a:cubicBezTo>
                    <a:pt x="171" y="1111"/>
                    <a:pt x="202" y="1080"/>
                    <a:pt x="248" y="1064"/>
                  </a:cubicBezTo>
                  <a:cubicBezTo>
                    <a:pt x="511" y="709"/>
                    <a:pt x="866" y="430"/>
                    <a:pt x="1268" y="168"/>
                  </a:cubicBezTo>
                  <a:cubicBezTo>
                    <a:pt x="1314" y="152"/>
                    <a:pt x="1330" y="75"/>
                    <a:pt x="1284" y="44"/>
                  </a:cubicBezTo>
                  <a:cubicBezTo>
                    <a:pt x="1266" y="17"/>
                    <a:pt x="1232" y="1"/>
                    <a:pt x="1195"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4"/>
            <p:cNvSpPr/>
            <p:nvPr/>
          </p:nvSpPr>
          <p:spPr>
            <a:xfrm>
              <a:off x="8337933" y="4925358"/>
              <a:ext cx="165139" cy="114276"/>
            </a:xfrm>
            <a:custGeom>
              <a:avLst/>
              <a:gdLst/>
              <a:ahLst/>
              <a:cxnLst/>
              <a:rect l="l" t="t" r="r" b="b"/>
              <a:pathLst>
                <a:path w="1500" h="1038" extrusionOk="0">
                  <a:moveTo>
                    <a:pt x="142" y="0"/>
                  </a:moveTo>
                  <a:cubicBezTo>
                    <a:pt x="101" y="0"/>
                    <a:pt x="60" y="13"/>
                    <a:pt x="32" y="32"/>
                  </a:cubicBezTo>
                  <a:cubicBezTo>
                    <a:pt x="1" y="79"/>
                    <a:pt x="1" y="141"/>
                    <a:pt x="63" y="172"/>
                  </a:cubicBezTo>
                  <a:lnTo>
                    <a:pt x="1299" y="1022"/>
                  </a:lnTo>
                  <a:cubicBezTo>
                    <a:pt x="1314" y="1037"/>
                    <a:pt x="1345" y="1037"/>
                    <a:pt x="1376" y="1037"/>
                  </a:cubicBezTo>
                  <a:cubicBezTo>
                    <a:pt x="1407" y="1037"/>
                    <a:pt x="1423" y="1022"/>
                    <a:pt x="1469" y="1006"/>
                  </a:cubicBezTo>
                  <a:cubicBezTo>
                    <a:pt x="1500" y="960"/>
                    <a:pt x="1500" y="898"/>
                    <a:pt x="1454" y="867"/>
                  </a:cubicBezTo>
                  <a:lnTo>
                    <a:pt x="217" y="17"/>
                  </a:lnTo>
                  <a:cubicBezTo>
                    <a:pt x="194" y="5"/>
                    <a:pt x="168"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4"/>
            <p:cNvSpPr/>
            <p:nvPr/>
          </p:nvSpPr>
          <p:spPr>
            <a:xfrm>
              <a:off x="8201861" y="4593541"/>
              <a:ext cx="114056" cy="250350"/>
            </a:xfrm>
            <a:custGeom>
              <a:avLst/>
              <a:gdLst/>
              <a:ahLst/>
              <a:cxnLst/>
              <a:rect l="l" t="t" r="r" b="b"/>
              <a:pathLst>
                <a:path w="1036" h="2274" extrusionOk="0">
                  <a:moveTo>
                    <a:pt x="142" y="0"/>
                  </a:moveTo>
                  <a:cubicBezTo>
                    <a:pt x="100" y="0"/>
                    <a:pt x="60" y="13"/>
                    <a:pt x="31" y="33"/>
                  </a:cubicBezTo>
                  <a:cubicBezTo>
                    <a:pt x="0" y="79"/>
                    <a:pt x="16" y="141"/>
                    <a:pt x="78" y="172"/>
                  </a:cubicBezTo>
                  <a:cubicBezTo>
                    <a:pt x="418" y="373"/>
                    <a:pt x="680" y="713"/>
                    <a:pt x="727" y="1084"/>
                  </a:cubicBezTo>
                  <a:cubicBezTo>
                    <a:pt x="789" y="1455"/>
                    <a:pt x="649" y="1841"/>
                    <a:pt x="387" y="2119"/>
                  </a:cubicBezTo>
                  <a:cubicBezTo>
                    <a:pt x="340" y="2165"/>
                    <a:pt x="340" y="2227"/>
                    <a:pt x="402" y="2258"/>
                  </a:cubicBezTo>
                  <a:cubicBezTo>
                    <a:pt x="418" y="2274"/>
                    <a:pt x="464" y="2274"/>
                    <a:pt x="479" y="2274"/>
                  </a:cubicBezTo>
                  <a:lnTo>
                    <a:pt x="572" y="2274"/>
                  </a:lnTo>
                  <a:cubicBezTo>
                    <a:pt x="912" y="1949"/>
                    <a:pt x="1036" y="1501"/>
                    <a:pt x="989" y="1084"/>
                  </a:cubicBezTo>
                  <a:cubicBezTo>
                    <a:pt x="912" y="651"/>
                    <a:pt x="619" y="249"/>
                    <a:pt x="217" y="17"/>
                  </a:cubicBezTo>
                  <a:cubicBezTo>
                    <a:pt x="193" y="5"/>
                    <a:pt x="167"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 name="Google Shape;324;p24"/>
          <p:cNvGrpSpPr/>
          <p:nvPr/>
        </p:nvGrpSpPr>
        <p:grpSpPr>
          <a:xfrm>
            <a:off x="-117537" y="-127828"/>
            <a:ext cx="1325356" cy="1517506"/>
            <a:chOff x="5731825" y="4473182"/>
            <a:chExt cx="894906" cy="1024649"/>
          </a:xfrm>
        </p:grpSpPr>
        <p:sp>
          <p:nvSpPr>
            <p:cNvPr id="325" name="Google Shape;325;p24"/>
            <p:cNvSpPr/>
            <p:nvPr/>
          </p:nvSpPr>
          <p:spPr>
            <a:xfrm>
              <a:off x="5832430" y="4560965"/>
              <a:ext cx="773932" cy="847479"/>
            </a:xfrm>
            <a:custGeom>
              <a:avLst/>
              <a:gdLst/>
              <a:ahLst/>
              <a:cxnLst/>
              <a:rect l="l" t="t" r="r" b="b"/>
              <a:pathLst>
                <a:path w="8208" h="8988" extrusionOk="0">
                  <a:moveTo>
                    <a:pt x="5717" y="0"/>
                  </a:moveTo>
                  <a:cubicBezTo>
                    <a:pt x="5427" y="0"/>
                    <a:pt x="5149" y="154"/>
                    <a:pt x="5101" y="497"/>
                  </a:cubicBezTo>
                  <a:cubicBezTo>
                    <a:pt x="5008" y="1130"/>
                    <a:pt x="4931" y="1779"/>
                    <a:pt x="4853" y="2429"/>
                  </a:cubicBezTo>
                  <a:cubicBezTo>
                    <a:pt x="4765" y="2396"/>
                    <a:pt x="4672" y="2379"/>
                    <a:pt x="4581" y="2379"/>
                  </a:cubicBezTo>
                  <a:cubicBezTo>
                    <a:pt x="4326" y="2379"/>
                    <a:pt x="4091" y="2519"/>
                    <a:pt x="4034" y="2861"/>
                  </a:cubicBezTo>
                  <a:cubicBezTo>
                    <a:pt x="3880" y="3773"/>
                    <a:pt x="3710" y="4670"/>
                    <a:pt x="3493" y="5551"/>
                  </a:cubicBezTo>
                  <a:cubicBezTo>
                    <a:pt x="3416" y="4747"/>
                    <a:pt x="3401" y="3912"/>
                    <a:pt x="3169" y="3155"/>
                  </a:cubicBezTo>
                  <a:cubicBezTo>
                    <a:pt x="3069" y="2835"/>
                    <a:pt x="2796" y="2680"/>
                    <a:pt x="2519" y="2680"/>
                  </a:cubicBezTo>
                  <a:cubicBezTo>
                    <a:pt x="2408" y="2680"/>
                    <a:pt x="2296" y="2705"/>
                    <a:pt x="2195" y="2753"/>
                  </a:cubicBezTo>
                  <a:lnTo>
                    <a:pt x="2195" y="1733"/>
                  </a:lnTo>
                  <a:cubicBezTo>
                    <a:pt x="2195" y="1312"/>
                    <a:pt x="1821" y="1062"/>
                    <a:pt x="1471" y="1062"/>
                  </a:cubicBezTo>
                  <a:cubicBezTo>
                    <a:pt x="1255" y="1062"/>
                    <a:pt x="1049" y="1156"/>
                    <a:pt x="943" y="1362"/>
                  </a:cubicBezTo>
                  <a:cubicBezTo>
                    <a:pt x="870" y="1339"/>
                    <a:pt x="792" y="1327"/>
                    <a:pt x="713" y="1327"/>
                  </a:cubicBezTo>
                  <a:cubicBezTo>
                    <a:pt x="376" y="1327"/>
                    <a:pt x="31" y="1542"/>
                    <a:pt x="31" y="1980"/>
                  </a:cubicBezTo>
                  <a:cubicBezTo>
                    <a:pt x="16" y="2908"/>
                    <a:pt x="0" y="3820"/>
                    <a:pt x="0" y="4747"/>
                  </a:cubicBezTo>
                  <a:cubicBezTo>
                    <a:pt x="0" y="5141"/>
                    <a:pt x="369" y="5424"/>
                    <a:pt x="736" y="5424"/>
                  </a:cubicBezTo>
                  <a:cubicBezTo>
                    <a:pt x="800" y="5424"/>
                    <a:pt x="865" y="5415"/>
                    <a:pt x="928" y="5396"/>
                  </a:cubicBezTo>
                  <a:cubicBezTo>
                    <a:pt x="1020" y="5844"/>
                    <a:pt x="1252" y="6215"/>
                    <a:pt x="1654" y="6493"/>
                  </a:cubicBezTo>
                  <a:cubicBezTo>
                    <a:pt x="1773" y="6573"/>
                    <a:pt x="1893" y="6608"/>
                    <a:pt x="2008" y="6608"/>
                  </a:cubicBezTo>
                  <a:cubicBezTo>
                    <a:pt x="2116" y="6608"/>
                    <a:pt x="2221" y="6577"/>
                    <a:pt x="2319" y="6524"/>
                  </a:cubicBezTo>
                  <a:cubicBezTo>
                    <a:pt x="2411" y="7112"/>
                    <a:pt x="2597" y="7715"/>
                    <a:pt x="2968" y="8255"/>
                  </a:cubicBezTo>
                  <a:cubicBezTo>
                    <a:pt x="3126" y="8462"/>
                    <a:pt x="3352" y="8574"/>
                    <a:pt x="3569" y="8574"/>
                  </a:cubicBezTo>
                  <a:cubicBezTo>
                    <a:pt x="3627" y="8574"/>
                    <a:pt x="3685" y="8566"/>
                    <a:pt x="3741" y="8549"/>
                  </a:cubicBezTo>
                  <a:lnTo>
                    <a:pt x="3803" y="8657"/>
                  </a:lnTo>
                  <a:cubicBezTo>
                    <a:pt x="3943" y="8884"/>
                    <a:pt x="4155" y="8987"/>
                    <a:pt x="4368" y="8987"/>
                  </a:cubicBezTo>
                  <a:cubicBezTo>
                    <a:pt x="4646" y="8987"/>
                    <a:pt x="4925" y="8810"/>
                    <a:pt x="5039" y="8503"/>
                  </a:cubicBezTo>
                  <a:cubicBezTo>
                    <a:pt x="5178" y="8116"/>
                    <a:pt x="5302" y="7761"/>
                    <a:pt x="5410" y="7374"/>
                  </a:cubicBezTo>
                  <a:cubicBezTo>
                    <a:pt x="5420" y="7375"/>
                    <a:pt x="5429" y="7375"/>
                    <a:pt x="5439" y="7375"/>
                  </a:cubicBezTo>
                  <a:cubicBezTo>
                    <a:pt x="5738" y="7375"/>
                    <a:pt x="6032" y="7149"/>
                    <a:pt x="6136" y="6864"/>
                  </a:cubicBezTo>
                  <a:cubicBezTo>
                    <a:pt x="6291" y="6416"/>
                    <a:pt x="6445" y="5999"/>
                    <a:pt x="6600" y="5551"/>
                  </a:cubicBezTo>
                  <a:cubicBezTo>
                    <a:pt x="6690" y="5587"/>
                    <a:pt x="6787" y="5604"/>
                    <a:pt x="6884" y="5604"/>
                  </a:cubicBezTo>
                  <a:cubicBezTo>
                    <a:pt x="7119" y="5604"/>
                    <a:pt x="7354" y="5500"/>
                    <a:pt x="7496" y="5303"/>
                  </a:cubicBezTo>
                  <a:cubicBezTo>
                    <a:pt x="7836" y="4732"/>
                    <a:pt x="8053" y="4160"/>
                    <a:pt x="8146" y="3495"/>
                  </a:cubicBezTo>
                  <a:cubicBezTo>
                    <a:pt x="8207" y="3124"/>
                    <a:pt x="8037" y="2861"/>
                    <a:pt x="7806" y="2738"/>
                  </a:cubicBezTo>
                  <a:cubicBezTo>
                    <a:pt x="7821" y="2599"/>
                    <a:pt x="7821" y="2475"/>
                    <a:pt x="7836" y="2351"/>
                  </a:cubicBezTo>
                  <a:cubicBezTo>
                    <a:pt x="7883" y="1779"/>
                    <a:pt x="7790" y="1424"/>
                    <a:pt x="7326" y="1069"/>
                  </a:cubicBezTo>
                  <a:cubicBezTo>
                    <a:pt x="7229" y="1000"/>
                    <a:pt x="7115" y="969"/>
                    <a:pt x="7000" y="969"/>
                  </a:cubicBezTo>
                  <a:cubicBezTo>
                    <a:pt x="6751" y="969"/>
                    <a:pt x="6495" y="1114"/>
                    <a:pt x="6368" y="1347"/>
                  </a:cubicBezTo>
                  <a:cubicBezTo>
                    <a:pt x="6399" y="1115"/>
                    <a:pt x="6415" y="898"/>
                    <a:pt x="6430" y="667"/>
                  </a:cubicBezTo>
                  <a:cubicBezTo>
                    <a:pt x="6464" y="245"/>
                    <a:pt x="6081" y="0"/>
                    <a:pt x="57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4"/>
            <p:cNvSpPr/>
            <p:nvPr/>
          </p:nvSpPr>
          <p:spPr>
            <a:xfrm>
              <a:off x="5731825" y="4473182"/>
              <a:ext cx="894906" cy="1024649"/>
            </a:xfrm>
            <a:custGeom>
              <a:avLst/>
              <a:gdLst/>
              <a:ahLst/>
              <a:cxnLst/>
              <a:rect l="l" t="t" r="r" b="b"/>
              <a:pathLst>
                <a:path w="9491" h="10867" extrusionOk="0">
                  <a:moveTo>
                    <a:pt x="6926" y="528"/>
                  </a:moveTo>
                  <a:cubicBezTo>
                    <a:pt x="8293" y="528"/>
                    <a:pt x="8615" y="2778"/>
                    <a:pt x="8455" y="3870"/>
                  </a:cubicBezTo>
                  <a:cubicBezTo>
                    <a:pt x="8138" y="6123"/>
                    <a:pt x="7154" y="8243"/>
                    <a:pt x="6012" y="10186"/>
                  </a:cubicBezTo>
                  <a:lnTo>
                    <a:pt x="6012" y="10186"/>
                  </a:lnTo>
                  <a:cubicBezTo>
                    <a:pt x="4203" y="8572"/>
                    <a:pt x="2346" y="6754"/>
                    <a:pt x="1237" y="4612"/>
                  </a:cubicBezTo>
                  <a:cubicBezTo>
                    <a:pt x="944" y="4055"/>
                    <a:pt x="758" y="3452"/>
                    <a:pt x="743" y="2819"/>
                  </a:cubicBezTo>
                  <a:cubicBezTo>
                    <a:pt x="707" y="2061"/>
                    <a:pt x="1214" y="1368"/>
                    <a:pt x="1885" y="1368"/>
                  </a:cubicBezTo>
                  <a:cubicBezTo>
                    <a:pt x="2076" y="1368"/>
                    <a:pt x="2280" y="1425"/>
                    <a:pt x="2489" y="1551"/>
                  </a:cubicBezTo>
                  <a:cubicBezTo>
                    <a:pt x="3509" y="2170"/>
                    <a:pt x="3942" y="3282"/>
                    <a:pt x="4390" y="4318"/>
                  </a:cubicBezTo>
                  <a:cubicBezTo>
                    <a:pt x="4430" y="4421"/>
                    <a:pt x="4515" y="4465"/>
                    <a:pt x="4606" y="4465"/>
                  </a:cubicBezTo>
                  <a:cubicBezTo>
                    <a:pt x="4760" y="4465"/>
                    <a:pt x="4931" y="4338"/>
                    <a:pt x="4931" y="4163"/>
                  </a:cubicBezTo>
                  <a:cubicBezTo>
                    <a:pt x="4931" y="2989"/>
                    <a:pt x="4931" y="1319"/>
                    <a:pt x="6183" y="717"/>
                  </a:cubicBezTo>
                  <a:cubicBezTo>
                    <a:pt x="6460" y="586"/>
                    <a:pt x="6706" y="528"/>
                    <a:pt x="6926" y="528"/>
                  </a:cubicBezTo>
                  <a:close/>
                  <a:moveTo>
                    <a:pt x="6788" y="1"/>
                  </a:moveTo>
                  <a:cubicBezTo>
                    <a:pt x="6450" y="1"/>
                    <a:pt x="6107" y="90"/>
                    <a:pt x="5781" y="284"/>
                  </a:cubicBezTo>
                  <a:cubicBezTo>
                    <a:pt x="4819" y="859"/>
                    <a:pt x="4498" y="1878"/>
                    <a:pt x="4393" y="2920"/>
                  </a:cubicBezTo>
                  <a:lnTo>
                    <a:pt x="4393" y="2920"/>
                  </a:lnTo>
                  <a:cubicBezTo>
                    <a:pt x="3958" y="2051"/>
                    <a:pt x="3407" y="1247"/>
                    <a:pt x="2474" y="840"/>
                  </a:cubicBezTo>
                  <a:cubicBezTo>
                    <a:pt x="2271" y="752"/>
                    <a:pt x="2067" y="711"/>
                    <a:pt x="1870" y="711"/>
                  </a:cubicBezTo>
                  <a:cubicBezTo>
                    <a:pt x="999" y="711"/>
                    <a:pt x="244" y="1497"/>
                    <a:pt x="155" y="2417"/>
                  </a:cubicBezTo>
                  <a:cubicBezTo>
                    <a:pt x="1" y="3947"/>
                    <a:pt x="990" y="5338"/>
                    <a:pt x="1840" y="6482"/>
                  </a:cubicBezTo>
                  <a:cubicBezTo>
                    <a:pt x="3015" y="8089"/>
                    <a:pt x="4390" y="9480"/>
                    <a:pt x="5874" y="10763"/>
                  </a:cubicBezTo>
                  <a:cubicBezTo>
                    <a:pt x="5936" y="10836"/>
                    <a:pt x="6009" y="10866"/>
                    <a:pt x="6079" y="10866"/>
                  </a:cubicBezTo>
                  <a:cubicBezTo>
                    <a:pt x="6188" y="10866"/>
                    <a:pt x="6290" y="10795"/>
                    <a:pt x="6335" y="10701"/>
                  </a:cubicBezTo>
                  <a:lnTo>
                    <a:pt x="6335" y="10701"/>
                  </a:lnTo>
                  <a:cubicBezTo>
                    <a:pt x="6371" y="10677"/>
                    <a:pt x="6404" y="10641"/>
                    <a:pt x="6431" y="10593"/>
                  </a:cubicBezTo>
                  <a:cubicBezTo>
                    <a:pt x="7358" y="9032"/>
                    <a:pt x="8177" y="7378"/>
                    <a:pt x="8672" y="5616"/>
                  </a:cubicBezTo>
                  <a:cubicBezTo>
                    <a:pt x="9058" y="4225"/>
                    <a:pt x="9491" y="2432"/>
                    <a:pt x="8656" y="1103"/>
                  </a:cubicBezTo>
                  <a:cubicBezTo>
                    <a:pt x="8232" y="425"/>
                    <a:pt x="7525" y="1"/>
                    <a:pt x="6788" y="1"/>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bg>
      <p:bgPr>
        <a:solidFill>
          <a:schemeClr val="lt1"/>
        </a:solidFill>
        <a:effectLst/>
      </p:bgPr>
    </p:bg>
    <p:spTree>
      <p:nvGrpSpPr>
        <p:cNvPr id="1" name="Shape 327"/>
        <p:cNvGrpSpPr/>
        <p:nvPr/>
      </p:nvGrpSpPr>
      <p:grpSpPr>
        <a:xfrm>
          <a:off x="0" y="0"/>
          <a:ext cx="0" cy="0"/>
          <a:chOff x="0" y="0"/>
          <a:chExt cx="0" cy="0"/>
        </a:xfrm>
      </p:grpSpPr>
      <p:sp>
        <p:nvSpPr>
          <p:cNvPr id="328" name="Google Shape;328;p25"/>
          <p:cNvSpPr txBox="1">
            <a:spLocks noGrp="1"/>
          </p:cNvSpPr>
          <p:nvPr>
            <p:ph type="title"/>
          </p:nvPr>
        </p:nvSpPr>
        <p:spPr>
          <a:xfrm>
            <a:off x="1051489" y="1754375"/>
            <a:ext cx="21336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000"/>
            </a:lvl1pPr>
            <a:lvl2pPr lvl="1" algn="ctr" rtl="0">
              <a:spcBef>
                <a:spcPts val="0"/>
              </a:spcBef>
              <a:spcAft>
                <a:spcPts val="0"/>
              </a:spcAft>
              <a:buSzPts val="3600"/>
              <a:buFont typeface="Rozha One"/>
              <a:buNone/>
              <a:defRPr sz="3600">
                <a:latin typeface="Rozha One"/>
                <a:ea typeface="Rozha One"/>
                <a:cs typeface="Rozha One"/>
                <a:sym typeface="Rozha One"/>
              </a:defRPr>
            </a:lvl2pPr>
            <a:lvl3pPr lvl="2" algn="ctr" rtl="0">
              <a:spcBef>
                <a:spcPts val="0"/>
              </a:spcBef>
              <a:spcAft>
                <a:spcPts val="0"/>
              </a:spcAft>
              <a:buSzPts val="3600"/>
              <a:buFont typeface="Rozha One"/>
              <a:buNone/>
              <a:defRPr sz="3600">
                <a:latin typeface="Rozha One"/>
                <a:ea typeface="Rozha One"/>
                <a:cs typeface="Rozha One"/>
                <a:sym typeface="Rozha One"/>
              </a:defRPr>
            </a:lvl3pPr>
            <a:lvl4pPr lvl="3" algn="ctr" rtl="0">
              <a:spcBef>
                <a:spcPts val="0"/>
              </a:spcBef>
              <a:spcAft>
                <a:spcPts val="0"/>
              </a:spcAft>
              <a:buSzPts val="3600"/>
              <a:buFont typeface="Rozha One"/>
              <a:buNone/>
              <a:defRPr sz="3600">
                <a:latin typeface="Rozha One"/>
                <a:ea typeface="Rozha One"/>
                <a:cs typeface="Rozha One"/>
                <a:sym typeface="Rozha One"/>
              </a:defRPr>
            </a:lvl4pPr>
            <a:lvl5pPr lvl="4" algn="ctr" rtl="0">
              <a:spcBef>
                <a:spcPts val="0"/>
              </a:spcBef>
              <a:spcAft>
                <a:spcPts val="0"/>
              </a:spcAft>
              <a:buSzPts val="3600"/>
              <a:buFont typeface="Rozha One"/>
              <a:buNone/>
              <a:defRPr sz="3600">
                <a:latin typeface="Rozha One"/>
                <a:ea typeface="Rozha One"/>
                <a:cs typeface="Rozha One"/>
                <a:sym typeface="Rozha One"/>
              </a:defRPr>
            </a:lvl5pPr>
            <a:lvl6pPr lvl="5" algn="ctr" rtl="0">
              <a:spcBef>
                <a:spcPts val="0"/>
              </a:spcBef>
              <a:spcAft>
                <a:spcPts val="0"/>
              </a:spcAft>
              <a:buSzPts val="3600"/>
              <a:buFont typeface="Rozha One"/>
              <a:buNone/>
              <a:defRPr sz="3600">
                <a:latin typeface="Rozha One"/>
                <a:ea typeface="Rozha One"/>
                <a:cs typeface="Rozha One"/>
                <a:sym typeface="Rozha One"/>
              </a:defRPr>
            </a:lvl6pPr>
            <a:lvl7pPr lvl="6" algn="ctr" rtl="0">
              <a:spcBef>
                <a:spcPts val="0"/>
              </a:spcBef>
              <a:spcAft>
                <a:spcPts val="0"/>
              </a:spcAft>
              <a:buSzPts val="3600"/>
              <a:buFont typeface="Rozha One"/>
              <a:buNone/>
              <a:defRPr sz="3600">
                <a:latin typeface="Rozha One"/>
                <a:ea typeface="Rozha One"/>
                <a:cs typeface="Rozha One"/>
                <a:sym typeface="Rozha One"/>
              </a:defRPr>
            </a:lvl7pPr>
            <a:lvl8pPr lvl="7" algn="ctr" rtl="0">
              <a:spcBef>
                <a:spcPts val="0"/>
              </a:spcBef>
              <a:spcAft>
                <a:spcPts val="0"/>
              </a:spcAft>
              <a:buSzPts val="3600"/>
              <a:buFont typeface="Rozha One"/>
              <a:buNone/>
              <a:defRPr sz="3600">
                <a:latin typeface="Rozha One"/>
                <a:ea typeface="Rozha One"/>
                <a:cs typeface="Rozha One"/>
                <a:sym typeface="Rozha One"/>
              </a:defRPr>
            </a:lvl8pPr>
            <a:lvl9pPr lvl="8" algn="ctr" rtl="0">
              <a:spcBef>
                <a:spcPts val="0"/>
              </a:spcBef>
              <a:spcAft>
                <a:spcPts val="0"/>
              </a:spcAft>
              <a:buSzPts val="3600"/>
              <a:buFont typeface="Rozha One"/>
              <a:buNone/>
              <a:defRPr sz="3600">
                <a:latin typeface="Rozha One"/>
                <a:ea typeface="Rozha One"/>
                <a:cs typeface="Rozha One"/>
                <a:sym typeface="Rozha One"/>
              </a:defRPr>
            </a:lvl9pPr>
          </a:lstStyle>
          <a:p>
            <a:r>
              <a:rPr lang="en-US" smtClean="0"/>
              <a:t>Click to edit Master title style</a:t>
            </a:r>
            <a:endParaRPr/>
          </a:p>
        </p:txBody>
      </p:sp>
      <p:sp>
        <p:nvSpPr>
          <p:cNvPr id="329" name="Google Shape;329;p25"/>
          <p:cNvSpPr txBox="1">
            <a:spLocks noGrp="1"/>
          </p:cNvSpPr>
          <p:nvPr>
            <p:ph type="subTitle" idx="1"/>
          </p:nvPr>
        </p:nvSpPr>
        <p:spPr>
          <a:xfrm>
            <a:off x="1184989" y="2131398"/>
            <a:ext cx="1866600" cy="528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330" name="Google Shape;330;p25"/>
          <p:cNvSpPr txBox="1">
            <a:spLocks noGrp="1"/>
          </p:cNvSpPr>
          <p:nvPr>
            <p:ph type="title" idx="2"/>
          </p:nvPr>
        </p:nvSpPr>
        <p:spPr>
          <a:xfrm>
            <a:off x="1051489" y="3204650"/>
            <a:ext cx="21336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000"/>
            </a:lvl1pPr>
            <a:lvl2pPr lvl="1" algn="ctr" rtl="0">
              <a:spcBef>
                <a:spcPts val="0"/>
              </a:spcBef>
              <a:spcAft>
                <a:spcPts val="0"/>
              </a:spcAft>
              <a:buSzPts val="3600"/>
              <a:buFont typeface="Rozha One"/>
              <a:buNone/>
              <a:defRPr sz="3600">
                <a:latin typeface="Rozha One"/>
                <a:ea typeface="Rozha One"/>
                <a:cs typeface="Rozha One"/>
                <a:sym typeface="Rozha One"/>
              </a:defRPr>
            </a:lvl2pPr>
            <a:lvl3pPr lvl="2" algn="ctr" rtl="0">
              <a:spcBef>
                <a:spcPts val="0"/>
              </a:spcBef>
              <a:spcAft>
                <a:spcPts val="0"/>
              </a:spcAft>
              <a:buSzPts val="3600"/>
              <a:buFont typeface="Rozha One"/>
              <a:buNone/>
              <a:defRPr sz="3600">
                <a:latin typeface="Rozha One"/>
                <a:ea typeface="Rozha One"/>
                <a:cs typeface="Rozha One"/>
                <a:sym typeface="Rozha One"/>
              </a:defRPr>
            </a:lvl3pPr>
            <a:lvl4pPr lvl="3" algn="ctr" rtl="0">
              <a:spcBef>
                <a:spcPts val="0"/>
              </a:spcBef>
              <a:spcAft>
                <a:spcPts val="0"/>
              </a:spcAft>
              <a:buSzPts val="3600"/>
              <a:buFont typeface="Rozha One"/>
              <a:buNone/>
              <a:defRPr sz="3600">
                <a:latin typeface="Rozha One"/>
                <a:ea typeface="Rozha One"/>
                <a:cs typeface="Rozha One"/>
                <a:sym typeface="Rozha One"/>
              </a:defRPr>
            </a:lvl4pPr>
            <a:lvl5pPr lvl="4" algn="ctr" rtl="0">
              <a:spcBef>
                <a:spcPts val="0"/>
              </a:spcBef>
              <a:spcAft>
                <a:spcPts val="0"/>
              </a:spcAft>
              <a:buSzPts val="3600"/>
              <a:buFont typeface="Rozha One"/>
              <a:buNone/>
              <a:defRPr sz="3600">
                <a:latin typeface="Rozha One"/>
                <a:ea typeface="Rozha One"/>
                <a:cs typeface="Rozha One"/>
                <a:sym typeface="Rozha One"/>
              </a:defRPr>
            </a:lvl5pPr>
            <a:lvl6pPr lvl="5" algn="ctr" rtl="0">
              <a:spcBef>
                <a:spcPts val="0"/>
              </a:spcBef>
              <a:spcAft>
                <a:spcPts val="0"/>
              </a:spcAft>
              <a:buSzPts val="3600"/>
              <a:buFont typeface="Rozha One"/>
              <a:buNone/>
              <a:defRPr sz="3600">
                <a:latin typeface="Rozha One"/>
                <a:ea typeface="Rozha One"/>
                <a:cs typeface="Rozha One"/>
                <a:sym typeface="Rozha One"/>
              </a:defRPr>
            </a:lvl6pPr>
            <a:lvl7pPr lvl="6" algn="ctr" rtl="0">
              <a:spcBef>
                <a:spcPts val="0"/>
              </a:spcBef>
              <a:spcAft>
                <a:spcPts val="0"/>
              </a:spcAft>
              <a:buSzPts val="3600"/>
              <a:buFont typeface="Rozha One"/>
              <a:buNone/>
              <a:defRPr sz="3600">
                <a:latin typeface="Rozha One"/>
                <a:ea typeface="Rozha One"/>
                <a:cs typeface="Rozha One"/>
                <a:sym typeface="Rozha One"/>
              </a:defRPr>
            </a:lvl7pPr>
            <a:lvl8pPr lvl="7" algn="ctr" rtl="0">
              <a:spcBef>
                <a:spcPts val="0"/>
              </a:spcBef>
              <a:spcAft>
                <a:spcPts val="0"/>
              </a:spcAft>
              <a:buSzPts val="3600"/>
              <a:buFont typeface="Rozha One"/>
              <a:buNone/>
              <a:defRPr sz="3600">
                <a:latin typeface="Rozha One"/>
                <a:ea typeface="Rozha One"/>
                <a:cs typeface="Rozha One"/>
                <a:sym typeface="Rozha One"/>
              </a:defRPr>
            </a:lvl8pPr>
            <a:lvl9pPr lvl="8" algn="ctr" rtl="0">
              <a:spcBef>
                <a:spcPts val="0"/>
              </a:spcBef>
              <a:spcAft>
                <a:spcPts val="0"/>
              </a:spcAft>
              <a:buSzPts val="3600"/>
              <a:buFont typeface="Rozha One"/>
              <a:buNone/>
              <a:defRPr sz="3600">
                <a:latin typeface="Rozha One"/>
                <a:ea typeface="Rozha One"/>
                <a:cs typeface="Rozha One"/>
                <a:sym typeface="Rozha One"/>
              </a:defRPr>
            </a:lvl9pPr>
          </a:lstStyle>
          <a:p>
            <a:r>
              <a:rPr lang="en-US" smtClean="0"/>
              <a:t>Click to edit Master title style</a:t>
            </a:r>
            <a:endParaRPr/>
          </a:p>
        </p:txBody>
      </p:sp>
      <p:sp>
        <p:nvSpPr>
          <p:cNvPr id="331" name="Google Shape;331;p25"/>
          <p:cNvSpPr txBox="1">
            <a:spLocks noGrp="1"/>
          </p:cNvSpPr>
          <p:nvPr>
            <p:ph type="subTitle" idx="3"/>
          </p:nvPr>
        </p:nvSpPr>
        <p:spPr>
          <a:xfrm>
            <a:off x="1184989" y="3605557"/>
            <a:ext cx="1866600" cy="528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332" name="Google Shape;332;p25"/>
          <p:cNvSpPr txBox="1">
            <a:spLocks noGrp="1"/>
          </p:cNvSpPr>
          <p:nvPr>
            <p:ph type="title" idx="4"/>
          </p:nvPr>
        </p:nvSpPr>
        <p:spPr>
          <a:xfrm>
            <a:off x="3470378" y="1754375"/>
            <a:ext cx="21162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000"/>
            </a:lvl1pPr>
            <a:lvl2pPr lvl="1" algn="ctr" rtl="0">
              <a:spcBef>
                <a:spcPts val="0"/>
              </a:spcBef>
              <a:spcAft>
                <a:spcPts val="0"/>
              </a:spcAft>
              <a:buSzPts val="3600"/>
              <a:buFont typeface="Rozha One"/>
              <a:buNone/>
              <a:defRPr sz="3600">
                <a:latin typeface="Rozha One"/>
                <a:ea typeface="Rozha One"/>
                <a:cs typeface="Rozha One"/>
                <a:sym typeface="Rozha One"/>
              </a:defRPr>
            </a:lvl2pPr>
            <a:lvl3pPr lvl="2" algn="ctr" rtl="0">
              <a:spcBef>
                <a:spcPts val="0"/>
              </a:spcBef>
              <a:spcAft>
                <a:spcPts val="0"/>
              </a:spcAft>
              <a:buSzPts val="3600"/>
              <a:buFont typeface="Rozha One"/>
              <a:buNone/>
              <a:defRPr sz="3600">
                <a:latin typeface="Rozha One"/>
                <a:ea typeface="Rozha One"/>
                <a:cs typeface="Rozha One"/>
                <a:sym typeface="Rozha One"/>
              </a:defRPr>
            </a:lvl3pPr>
            <a:lvl4pPr lvl="3" algn="ctr" rtl="0">
              <a:spcBef>
                <a:spcPts val="0"/>
              </a:spcBef>
              <a:spcAft>
                <a:spcPts val="0"/>
              </a:spcAft>
              <a:buSzPts val="3600"/>
              <a:buFont typeface="Rozha One"/>
              <a:buNone/>
              <a:defRPr sz="3600">
                <a:latin typeface="Rozha One"/>
                <a:ea typeface="Rozha One"/>
                <a:cs typeface="Rozha One"/>
                <a:sym typeface="Rozha One"/>
              </a:defRPr>
            </a:lvl4pPr>
            <a:lvl5pPr lvl="4" algn="ctr" rtl="0">
              <a:spcBef>
                <a:spcPts val="0"/>
              </a:spcBef>
              <a:spcAft>
                <a:spcPts val="0"/>
              </a:spcAft>
              <a:buSzPts val="3600"/>
              <a:buFont typeface="Rozha One"/>
              <a:buNone/>
              <a:defRPr sz="3600">
                <a:latin typeface="Rozha One"/>
                <a:ea typeface="Rozha One"/>
                <a:cs typeface="Rozha One"/>
                <a:sym typeface="Rozha One"/>
              </a:defRPr>
            </a:lvl5pPr>
            <a:lvl6pPr lvl="5" algn="ctr" rtl="0">
              <a:spcBef>
                <a:spcPts val="0"/>
              </a:spcBef>
              <a:spcAft>
                <a:spcPts val="0"/>
              </a:spcAft>
              <a:buSzPts val="3600"/>
              <a:buFont typeface="Rozha One"/>
              <a:buNone/>
              <a:defRPr sz="3600">
                <a:latin typeface="Rozha One"/>
                <a:ea typeface="Rozha One"/>
                <a:cs typeface="Rozha One"/>
                <a:sym typeface="Rozha One"/>
              </a:defRPr>
            </a:lvl6pPr>
            <a:lvl7pPr lvl="6" algn="ctr" rtl="0">
              <a:spcBef>
                <a:spcPts val="0"/>
              </a:spcBef>
              <a:spcAft>
                <a:spcPts val="0"/>
              </a:spcAft>
              <a:buSzPts val="3600"/>
              <a:buFont typeface="Rozha One"/>
              <a:buNone/>
              <a:defRPr sz="3600">
                <a:latin typeface="Rozha One"/>
                <a:ea typeface="Rozha One"/>
                <a:cs typeface="Rozha One"/>
                <a:sym typeface="Rozha One"/>
              </a:defRPr>
            </a:lvl7pPr>
            <a:lvl8pPr lvl="7" algn="ctr" rtl="0">
              <a:spcBef>
                <a:spcPts val="0"/>
              </a:spcBef>
              <a:spcAft>
                <a:spcPts val="0"/>
              </a:spcAft>
              <a:buSzPts val="3600"/>
              <a:buFont typeface="Rozha One"/>
              <a:buNone/>
              <a:defRPr sz="3600">
                <a:latin typeface="Rozha One"/>
                <a:ea typeface="Rozha One"/>
                <a:cs typeface="Rozha One"/>
                <a:sym typeface="Rozha One"/>
              </a:defRPr>
            </a:lvl8pPr>
            <a:lvl9pPr lvl="8" algn="ctr" rtl="0">
              <a:spcBef>
                <a:spcPts val="0"/>
              </a:spcBef>
              <a:spcAft>
                <a:spcPts val="0"/>
              </a:spcAft>
              <a:buSzPts val="3600"/>
              <a:buFont typeface="Rozha One"/>
              <a:buNone/>
              <a:defRPr sz="3600">
                <a:latin typeface="Rozha One"/>
                <a:ea typeface="Rozha One"/>
                <a:cs typeface="Rozha One"/>
                <a:sym typeface="Rozha One"/>
              </a:defRPr>
            </a:lvl9pPr>
          </a:lstStyle>
          <a:p>
            <a:r>
              <a:rPr lang="en-US" smtClean="0"/>
              <a:t>Click to edit Master title style</a:t>
            </a:r>
            <a:endParaRPr/>
          </a:p>
        </p:txBody>
      </p:sp>
      <p:sp>
        <p:nvSpPr>
          <p:cNvPr id="333" name="Google Shape;333;p25"/>
          <p:cNvSpPr txBox="1">
            <a:spLocks noGrp="1"/>
          </p:cNvSpPr>
          <p:nvPr>
            <p:ph type="subTitle" idx="5"/>
          </p:nvPr>
        </p:nvSpPr>
        <p:spPr>
          <a:xfrm>
            <a:off x="3595178" y="2131391"/>
            <a:ext cx="1866600" cy="528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334" name="Google Shape;334;p25"/>
          <p:cNvSpPr txBox="1">
            <a:spLocks noGrp="1"/>
          </p:cNvSpPr>
          <p:nvPr>
            <p:ph type="title" idx="6"/>
          </p:nvPr>
        </p:nvSpPr>
        <p:spPr>
          <a:xfrm>
            <a:off x="3470378" y="3204650"/>
            <a:ext cx="21162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000"/>
            </a:lvl1pPr>
            <a:lvl2pPr lvl="1" algn="ctr" rtl="0">
              <a:spcBef>
                <a:spcPts val="0"/>
              </a:spcBef>
              <a:spcAft>
                <a:spcPts val="0"/>
              </a:spcAft>
              <a:buSzPts val="3600"/>
              <a:buFont typeface="Rozha One"/>
              <a:buNone/>
              <a:defRPr sz="3600">
                <a:latin typeface="Rozha One"/>
                <a:ea typeface="Rozha One"/>
                <a:cs typeface="Rozha One"/>
                <a:sym typeface="Rozha One"/>
              </a:defRPr>
            </a:lvl2pPr>
            <a:lvl3pPr lvl="2" algn="ctr" rtl="0">
              <a:spcBef>
                <a:spcPts val="0"/>
              </a:spcBef>
              <a:spcAft>
                <a:spcPts val="0"/>
              </a:spcAft>
              <a:buSzPts val="3600"/>
              <a:buFont typeface="Rozha One"/>
              <a:buNone/>
              <a:defRPr sz="3600">
                <a:latin typeface="Rozha One"/>
                <a:ea typeface="Rozha One"/>
                <a:cs typeface="Rozha One"/>
                <a:sym typeface="Rozha One"/>
              </a:defRPr>
            </a:lvl3pPr>
            <a:lvl4pPr lvl="3" algn="ctr" rtl="0">
              <a:spcBef>
                <a:spcPts val="0"/>
              </a:spcBef>
              <a:spcAft>
                <a:spcPts val="0"/>
              </a:spcAft>
              <a:buSzPts val="3600"/>
              <a:buFont typeface="Rozha One"/>
              <a:buNone/>
              <a:defRPr sz="3600">
                <a:latin typeface="Rozha One"/>
                <a:ea typeface="Rozha One"/>
                <a:cs typeface="Rozha One"/>
                <a:sym typeface="Rozha One"/>
              </a:defRPr>
            </a:lvl4pPr>
            <a:lvl5pPr lvl="4" algn="ctr" rtl="0">
              <a:spcBef>
                <a:spcPts val="0"/>
              </a:spcBef>
              <a:spcAft>
                <a:spcPts val="0"/>
              </a:spcAft>
              <a:buSzPts val="3600"/>
              <a:buFont typeface="Rozha One"/>
              <a:buNone/>
              <a:defRPr sz="3600">
                <a:latin typeface="Rozha One"/>
                <a:ea typeface="Rozha One"/>
                <a:cs typeface="Rozha One"/>
                <a:sym typeface="Rozha One"/>
              </a:defRPr>
            </a:lvl5pPr>
            <a:lvl6pPr lvl="5" algn="ctr" rtl="0">
              <a:spcBef>
                <a:spcPts val="0"/>
              </a:spcBef>
              <a:spcAft>
                <a:spcPts val="0"/>
              </a:spcAft>
              <a:buSzPts val="3600"/>
              <a:buFont typeface="Rozha One"/>
              <a:buNone/>
              <a:defRPr sz="3600">
                <a:latin typeface="Rozha One"/>
                <a:ea typeface="Rozha One"/>
                <a:cs typeface="Rozha One"/>
                <a:sym typeface="Rozha One"/>
              </a:defRPr>
            </a:lvl6pPr>
            <a:lvl7pPr lvl="6" algn="ctr" rtl="0">
              <a:spcBef>
                <a:spcPts val="0"/>
              </a:spcBef>
              <a:spcAft>
                <a:spcPts val="0"/>
              </a:spcAft>
              <a:buSzPts val="3600"/>
              <a:buFont typeface="Rozha One"/>
              <a:buNone/>
              <a:defRPr sz="3600">
                <a:latin typeface="Rozha One"/>
                <a:ea typeface="Rozha One"/>
                <a:cs typeface="Rozha One"/>
                <a:sym typeface="Rozha One"/>
              </a:defRPr>
            </a:lvl7pPr>
            <a:lvl8pPr lvl="7" algn="ctr" rtl="0">
              <a:spcBef>
                <a:spcPts val="0"/>
              </a:spcBef>
              <a:spcAft>
                <a:spcPts val="0"/>
              </a:spcAft>
              <a:buSzPts val="3600"/>
              <a:buFont typeface="Rozha One"/>
              <a:buNone/>
              <a:defRPr sz="3600">
                <a:latin typeface="Rozha One"/>
                <a:ea typeface="Rozha One"/>
                <a:cs typeface="Rozha One"/>
                <a:sym typeface="Rozha One"/>
              </a:defRPr>
            </a:lvl8pPr>
            <a:lvl9pPr lvl="8" algn="ctr" rtl="0">
              <a:spcBef>
                <a:spcPts val="0"/>
              </a:spcBef>
              <a:spcAft>
                <a:spcPts val="0"/>
              </a:spcAft>
              <a:buSzPts val="3600"/>
              <a:buFont typeface="Rozha One"/>
              <a:buNone/>
              <a:defRPr sz="3600">
                <a:latin typeface="Rozha One"/>
                <a:ea typeface="Rozha One"/>
                <a:cs typeface="Rozha One"/>
                <a:sym typeface="Rozha One"/>
              </a:defRPr>
            </a:lvl9pPr>
          </a:lstStyle>
          <a:p>
            <a:r>
              <a:rPr lang="en-US" smtClean="0"/>
              <a:t>Click to edit Master title style</a:t>
            </a:r>
            <a:endParaRPr/>
          </a:p>
        </p:txBody>
      </p:sp>
      <p:sp>
        <p:nvSpPr>
          <p:cNvPr id="335" name="Google Shape;335;p25"/>
          <p:cNvSpPr txBox="1">
            <a:spLocks noGrp="1"/>
          </p:cNvSpPr>
          <p:nvPr>
            <p:ph type="subTitle" idx="7"/>
          </p:nvPr>
        </p:nvSpPr>
        <p:spPr>
          <a:xfrm>
            <a:off x="3595178" y="3605557"/>
            <a:ext cx="1866600" cy="528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336" name="Google Shape;336;p25"/>
          <p:cNvSpPr txBox="1">
            <a:spLocks noGrp="1"/>
          </p:cNvSpPr>
          <p:nvPr>
            <p:ph type="title" idx="8"/>
          </p:nvPr>
        </p:nvSpPr>
        <p:spPr>
          <a:xfrm>
            <a:off x="5983511" y="1754375"/>
            <a:ext cx="21090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000"/>
            </a:lvl1pPr>
            <a:lvl2pPr lvl="1" algn="ctr" rtl="0">
              <a:spcBef>
                <a:spcPts val="0"/>
              </a:spcBef>
              <a:spcAft>
                <a:spcPts val="0"/>
              </a:spcAft>
              <a:buSzPts val="3600"/>
              <a:buFont typeface="Rozha One"/>
              <a:buNone/>
              <a:defRPr sz="3600">
                <a:latin typeface="Rozha One"/>
                <a:ea typeface="Rozha One"/>
                <a:cs typeface="Rozha One"/>
                <a:sym typeface="Rozha One"/>
              </a:defRPr>
            </a:lvl2pPr>
            <a:lvl3pPr lvl="2" algn="ctr" rtl="0">
              <a:spcBef>
                <a:spcPts val="0"/>
              </a:spcBef>
              <a:spcAft>
                <a:spcPts val="0"/>
              </a:spcAft>
              <a:buSzPts val="3600"/>
              <a:buFont typeface="Rozha One"/>
              <a:buNone/>
              <a:defRPr sz="3600">
                <a:latin typeface="Rozha One"/>
                <a:ea typeface="Rozha One"/>
                <a:cs typeface="Rozha One"/>
                <a:sym typeface="Rozha One"/>
              </a:defRPr>
            </a:lvl3pPr>
            <a:lvl4pPr lvl="3" algn="ctr" rtl="0">
              <a:spcBef>
                <a:spcPts val="0"/>
              </a:spcBef>
              <a:spcAft>
                <a:spcPts val="0"/>
              </a:spcAft>
              <a:buSzPts val="3600"/>
              <a:buFont typeface="Rozha One"/>
              <a:buNone/>
              <a:defRPr sz="3600">
                <a:latin typeface="Rozha One"/>
                <a:ea typeface="Rozha One"/>
                <a:cs typeface="Rozha One"/>
                <a:sym typeface="Rozha One"/>
              </a:defRPr>
            </a:lvl4pPr>
            <a:lvl5pPr lvl="4" algn="ctr" rtl="0">
              <a:spcBef>
                <a:spcPts val="0"/>
              </a:spcBef>
              <a:spcAft>
                <a:spcPts val="0"/>
              </a:spcAft>
              <a:buSzPts val="3600"/>
              <a:buFont typeface="Rozha One"/>
              <a:buNone/>
              <a:defRPr sz="3600">
                <a:latin typeface="Rozha One"/>
                <a:ea typeface="Rozha One"/>
                <a:cs typeface="Rozha One"/>
                <a:sym typeface="Rozha One"/>
              </a:defRPr>
            </a:lvl5pPr>
            <a:lvl6pPr lvl="5" algn="ctr" rtl="0">
              <a:spcBef>
                <a:spcPts val="0"/>
              </a:spcBef>
              <a:spcAft>
                <a:spcPts val="0"/>
              </a:spcAft>
              <a:buSzPts val="3600"/>
              <a:buFont typeface="Rozha One"/>
              <a:buNone/>
              <a:defRPr sz="3600">
                <a:latin typeface="Rozha One"/>
                <a:ea typeface="Rozha One"/>
                <a:cs typeface="Rozha One"/>
                <a:sym typeface="Rozha One"/>
              </a:defRPr>
            </a:lvl6pPr>
            <a:lvl7pPr lvl="6" algn="ctr" rtl="0">
              <a:spcBef>
                <a:spcPts val="0"/>
              </a:spcBef>
              <a:spcAft>
                <a:spcPts val="0"/>
              </a:spcAft>
              <a:buSzPts val="3600"/>
              <a:buFont typeface="Rozha One"/>
              <a:buNone/>
              <a:defRPr sz="3600">
                <a:latin typeface="Rozha One"/>
                <a:ea typeface="Rozha One"/>
                <a:cs typeface="Rozha One"/>
                <a:sym typeface="Rozha One"/>
              </a:defRPr>
            </a:lvl7pPr>
            <a:lvl8pPr lvl="7" algn="ctr" rtl="0">
              <a:spcBef>
                <a:spcPts val="0"/>
              </a:spcBef>
              <a:spcAft>
                <a:spcPts val="0"/>
              </a:spcAft>
              <a:buSzPts val="3600"/>
              <a:buFont typeface="Rozha One"/>
              <a:buNone/>
              <a:defRPr sz="3600">
                <a:latin typeface="Rozha One"/>
                <a:ea typeface="Rozha One"/>
                <a:cs typeface="Rozha One"/>
                <a:sym typeface="Rozha One"/>
              </a:defRPr>
            </a:lvl8pPr>
            <a:lvl9pPr lvl="8" algn="ctr" rtl="0">
              <a:spcBef>
                <a:spcPts val="0"/>
              </a:spcBef>
              <a:spcAft>
                <a:spcPts val="0"/>
              </a:spcAft>
              <a:buSzPts val="3600"/>
              <a:buFont typeface="Rozha One"/>
              <a:buNone/>
              <a:defRPr sz="3600">
                <a:latin typeface="Rozha One"/>
                <a:ea typeface="Rozha One"/>
                <a:cs typeface="Rozha One"/>
                <a:sym typeface="Rozha One"/>
              </a:defRPr>
            </a:lvl9pPr>
          </a:lstStyle>
          <a:p>
            <a:r>
              <a:rPr lang="en-US" smtClean="0"/>
              <a:t>Click to edit Master title style</a:t>
            </a:r>
            <a:endParaRPr/>
          </a:p>
        </p:txBody>
      </p:sp>
      <p:sp>
        <p:nvSpPr>
          <p:cNvPr id="337" name="Google Shape;337;p25"/>
          <p:cNvSpPr txBox="1">
            <a:spLocks noGrp="1"/>
          </p:cNvSpPr>
          <p:nvPr>
            <p:ph type="subTitle" idx="9"/>
          </p:nvPr>
        </p:nvSpPr>
        <p:spPr>
          <a:xfrm>
            <a:off x="6104711" y="2131391"/>
            <a:ext cx="1866600" cy="528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338" name="Google Shape;338;p25"/>
          <p:cNvSpPr txBox="1">
            <a:spLocks noGrp="1"/>
          </p:cNvSpPr>
          <p:nvPr>
            <p:ph type="title" idx="13"/>
          </p:nvPr>
        </p:nvSpPr>
        <p:spPr>
          <a:xfrm>
            <a:off x="5983511" y="3204650"/>
            <a:ext cx="21090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000"/>
            </a:lvl1pPr>
            <a:lvl2pPr lvl="1" algn="ctr" rtl="0">
              <a:spcBef>
                <a:spcPts val="0"/>
              </a:spcBef>
              <a:spcAft>
                <a:spcPts val="0"/>
              </a:spcAft>
              <a:buSzPts val="3600"/>
              <a:buFont typeface="Rozha One"/>
              <a:buNone/>
              <a:defRPr sz="3600">
                <a:latin typeface="Rozha One"/>
                <a:ea typeface="Rozha One"/>
                <a:cs typeface="Rozha One"/>
                <a:sym typeface="Rozha One"/>
              </a:defRPr>
            </a:lvl2pPr>
            <a:lvl3pPr lvl="2" algn="ctr" rtl="0">
              <a:spcBef>
                <a:spcPts val="0"/>
              </a:spcBef>
              <a:spcAft>
                <a:spcPts val="0"/>
              </a:spcAft>
              <a:buSzPts val="3600"/>
              <a:buFont typeface="Rozha One"/>
              <a:buNone/>
              <a:defRPr sz="3600">
                <a:latin typeface="Rozha One"/>
                <a:ea typeface="Rozha One"/>
                <a:cs typeface="Rozha One"/>
                <a:sym typeface="Rozha One"/>
              </a:defRPr>
            </a:lvl3pPr>
            <a:lvl4pPr lvl="3" algn="ctr" rtl="0">
              <a:spcBef>
                <a:spcPts val="0"/>
              </a:spcBef>
              <a:spcAft>
                <a:spcPts val="0"/>
              </a:spcAft>
              <a:buSzPts val="3600"/>
              <a:buFont typeface="Rozha One"/>
              <a:buNone/>
              <a:defRPr sz="3600">
                <a:latin typeface="Rozha One"/>
                <a:ea typeface="Rozha One"/>
                <a:cs typeface="Rozha One"/>
                <a:sym typeface="Rozha One"/>
              </a:defRPr>
            </a:lvl4pPr>
            <a:lvl5pPr lvl="4" algn="ctr" rtl="0">
              <a:spcBef>
                <a:spcPts val="0"/>
              </a:spcBef>
              <a:spcAft>
                <a:spcPts val="0"/>
              </a:spcAft>
              <a:buSzPts val="3600"/>
              <a:buFont typeface="Rozha One"/>
              <a:buNone/>
              <a:defRPr sz="3600">
                <a:latin typeface="Rozha One"/>
                <a:ea typeface="Rozha One"/>
                <a:cs typeface="Rozha One"/>
                <a:sym typeface="Rozha One"/>
              </a:defRPr>
            </a:lvl5pPr>
            <a:lvl6pPr lvl="5" algn="ctr" rtl="0">
              <a:spcBef>
                <a:spcPts val="0"/>
              </a:spcBef>
              <a:spcAft>
                <a:spcPts val="0"/>
              </a:spcAft>
              <a:buSzPts val="3600"/>
              <a:buFont typeface="Rozha One"/>
              <a:buNone/>
              <a:defRPr sz="3600">
                <a:latin typeface="Rozha One"/>
                <a:ea typeface="Rozha One"/>
                <a:cs typeface="Rozha One"/>
                <a:sym typeface="Rozha One"/>
              </a:defRPr>
            </a:lvl6pPr>
            <a:lvl7pPr lvl="6" algn="ctr" rtl="0">
              <a:spcBef>
                <a:spcPts val="0"/>
              </a:spcBef>
              <a:spcAft>
                <a:spcPts val="0"/>
              </a:spcAft>
              <a:buSzPts val="3600"/>
              <a:buFont typeface="Rozha One"/>
              <a:buNone/>
              <a:defRPr sz="3600">
                <a:latin typeface="Rozha One"/>
                <a:ea typeface="Rozha One"/>
                <a:cs typeface="Rozha One"/>
                <a:sym typeface="Rozha One"/>
              </a:defRPr>
            </a:lvl7pPr>
            <a:lvl8pPr lvl="7" algn="ctr" rtl="0">
              <a:spcBef>
                <a:spcPts val="0"/>
              </a:spcBef>
              <a:spcAft>
                <a:spcPts val="0"/>
              </a:spcAft>
              <a:buSzPts val="3600"/>
              <a:buFont typeface="Rozha One"/>
              <a:buNone/>
              <a:defRPr sz="3600">
                <a:latin typeface="Rozha One"/>
                <a:ea typeface="Rozha One"/>
                <a:cs typeface="Rozha One"/>
                <a:sym typeface="Rozha One"/>
              </a:defRPr>
            </a:lvl8pPr>
            <a:lvl9pPr lvl="8" algn="ctr" rtl="0">
              <a:spcBef>
                <a:spcPts val="0"/>
              </a:spcBef>
              <a:spcAft>
                <a:spcPts val="0"/>
              </a:spcAft>
              <a:buSzPts val="3600"/>
              <a:buFont typeface="Rozha One"/>
              <a:buNone/>
              <a:defRPr sz="3600">
                <a:latin typeface="Rozha One"/>
                <a:ea typeface="Rozha One"/>
                <a:cs typeface="Rozha One"/>
                <a:sym typeface="Rozha One"/>
              </a:defRPr>
            </a:lvl9pPr>
          </a:lstStyle>
          <a:p>
            <a:r>
              <a:rPr lang="en-US" smtClean="0"/>
              <a:t>Click to edit Master title style</a:t>
            </a:r>
            <a:endParaRPr/>
          </a:p>
        </p:txBody>
      </p:sp>
      <p:sp>
        <p:nvSpPr>
          <p:cNvPr id="339" name="Google Shape;339;p25"/>
          <p:cNvSpPr txBox="1">
            <a:spLocks noGrp="1"/>
          </p:cNvSpPr>
          <p:nvPr>
            <p:ph type="subTitle" idx="14"/>
          </p:nvPr>
        </p:nvSpPr>
        <p:spPr>
          <a:xfrm>
            <a:off x="6104711" y="3605557"/>
            <a:ext cx="1866600" cy="528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340" name="Google Shape;340;p25"/>
          <p:cNvSpPr txBox="1">
            <a:spLocks noGrp="1"/>
          </p:cNvSpPr>
          <p:nvPr>
            <p:ph type="title" idx="15"/>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
        <p:nvSpPr>
          <p:cNvPr id="341" name="Google Shape;341;p25"/>
          <p:cNvSpPr/>
          <p:nvPr/>
        </p:nvSpPr>
        <p:spPr>
          <a:xfrm>
            <a:off x="8351512" y="-202250"/>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2" name="Google Shape;342;p25"/>
          <p:cNvGrpSpPr/>
          <p:nvPr/>
        </p:nvGrpSpPr>
        <p:grpSpPr>
          <a:xfrm>
            <a:off x="-424450" y="4351287"/>
            <a:ext cx="1051702" cy="1002389"/>
            <a:chOff x="7643700" y="4212512"/>
            <a:chExt cx="1051702" cy="1002389"/>
          </a:xfrm>
        </p:grpSpPr>
        <p:sp>
          <p:nvSpPr>
            <p:cNvPr id="343" name="Google Shape;343;p25"/>
            <p:cNvSpPr/>
            <p:nvPr/>
          </p:nvSpPr>
          <p:spPr>
            <a:xfrm>
              <a:off x="7965275" y="4524183"/>
              <a:ext cx="437508" cy="403159"/>
            </a:xfrm>
            <a:custGeom>
              <a:avLst/>
              <a:gdLst/>
              <a:ahLst/>
              <a:cxnLst/>
              <a:rect l="l" t="t" r="r" b="b"/>
              <a:pathLst>
                <a:path w="3974" h="3662" extrusionOk="0">
                  <a:moveTo>
                    <a:pt x="2010" y="183"/>
                  </a:moveTo>
                  <a:cubicBezTo>
                    <a:pt x="2165" y="183"/>
                    <a:pt x="2319" y="199"/>
                    <a:pt x="2474" y="276"/>
                  </a:cubicBezTo>
                  <a:cubicBezTo>
                    <a:pt x="3077" y="508"/>
                    <a:pt x="3509" y="1111"/>
                    <a:pt x="3587" y="1559"/>
                  </a:cubicBezTo>
                  <a:cubicBezTo>
                    <a:pt x="3710" y="2193"/>
                    <a:pt x="3370" y="2888"/>
                    <a:pt x="2721" y="3244"/>
                  </a:cubicBezTo>
                  <a:cubicBezTo>
                    <a:pt x="2457" y="3376"/>
                    <a:pt x="2169" y="3453"/>
                    <a:pt x="1897" y="3453"/>
                  </a:cubicBezTo>
                  <a:cubicBezTo>
                    <a:pt x="1787" y="3453"/>
                    <a:pt x="1680" y="3440"/>
                    <a:pt x="1577" y="3414"/>
                  </a:cubicBezTo>
                  <a:cubicBezTo>
                    <a:pt x="1222" y="3321"/>
                    <a:pt x="882" y="3043"/>
                    <a:pt x="696" y="2656"/>
                  </a:cubicBezTo>
                  <a:cubicBezTo>
                    <a:pt x="279" y="1822"/>
                    <a:pt x="681" y="740"/>
                    <a:pt x="1547" y="307"/>
                  </a:cubicBezTo>
                  <a:cubicBezTo>
                    <a:pt x="1686" y="230"/>
                    <a:pt x="1856" y="183"/>
                    <a:pt x="2010" y="183"/>
                  </a:cubicBezTo>
                  <a:close/>
                  <a:moveTo>
                    <a:pt x="2042" y="1"/>
                  </a:moveTo>
                  <a:cubicBezTo>
                    <a:pt x="1828" y="1"/>
                    <a:pt x="1624" y="51"/>
                    <a:pt x="1438" y="153"/>
                  </a:cubicBezTo>
                  <a:cubicBezTo>
                    <a:pt x="434" y="632"/>
                    <a:pt x="1" y="1806"/>
                    <a:pt x="465" y="2749"/>
                  </a:cubicBezTo>
                  <a:cubicBezTo>
                    <a:pt x="681" y="3197"/>
                    <a:pt x="1067" y="3506"/>
                    <a:pt x="1516" y="3630"/>
                  </a:cubicBezTo>
                  <a:cubicBezTo>
                    <a:pt x="1624" y="3646"/>
                    <a:pt x="1763" y="3661"/>
                    <a:pt x="1902" y="3661"/>
                  </a:cubicBezTo>
                  <a:cubicBezTo>
                    <a:pt x="2211" y="3661"/>
                    <a:pt x="2551" y="3568"/>
                    <a:pt x="2860" y="3414"/>
                  </a:cubicBezTo>
                  <a:cubicBezTo>
                    <a:pt x="3571" y="3027"/>
                    <a:pt x="3973" y="2255"/>
                    <a:pt x="3849" y="1544"/>
                  </a:cubicBezTo>
                  <a:cubicBezTo>
                    <a:pt x="3726" y="956"/>
                    <a:pt x="3185" y="338"/>
                    <a:pt x="2598" y="106"/>
                  </a:cubicBezTo>
                  <a:cubicBezTo>
                    <a:pt x="2408" y="36"/>
                    <a:pt x="2221" y="1"/>
                    <a:pt x="2042"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5"/>
            <p:cNvSpPr/>
            <p:nvPr/>
          </p:nvSpPr>
          <p:spPr>
            <a:xfrm>
              <a:off x="8188210" y="4212512"/>
              <a:ext cx="29064" cy="272369"/>
            </a:xfrm>
            <a:custGeom>
              <a:avLst/>
              <a:gdLst/>
              <a:ahLst/>
              <a:cxnLst/>
              <a:rect l="l" t="t" r="r" b="b"/>
              <a:pathLst>
                <a:path w="264" h="2474" extrusionOk="0">
                  <a:moveTo>
                    <a:pt x="140" y="1"/>
                  </a:moveTo>
                  <a:cubicBezTo>
                    <a:pt x="78" y="1"/>
                    <a:pt x="32" y="31"/>
                    <a:pt x="32" y="93"/>
                  </a:cubicBezTo>
                  <a:lnTo>
                    <a:pt x="1" y="2381"/>
                  </a:lnTo>
                  <a:cubicBezTo>
                    <a:pt x="1" y="2443"/>
                    <a:pt x="62" y="2474"/>
                    <a:pt x="124" y="2474"/>
                  </a:cubicBezTo>
                  <a:cubicBezTo>
                    <a:pt x="186" y="2474"/>
                    <a:pt x="232" y="2443"/>
                    <a:pt x="232" y="2381"/>
                  </a:cubicBezTo>
                  <a:lnTo>
                    <a:pt x="263" y="93"/>
                  </a:lnTo>
                  <a:cubicBezTo>
                    <a:pt x="263" y="31"/>
                    <a:pt x="202" y="1"/>
                    <a:pt x="140"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5"/>
            <p:cNvSpPr/>
            <p:nvPr/>
          </p:nvSpPr>
          <p:spPr>
            <a:xfrm>
              <a:off x="8162668" y="4952661"/>
              <a:ext cx="46129" cy="262240"/>
            </a:xfrm>
            <a:custGeom>
              <a:avLst/>
              <a:gdLst/>
              <a:ahLst/>
              <a:cxnLst/>
              <a:rect l="l" t="t" r="r" b="b"/>
              <a:pathLst>
                <a:path w="419" h="2382" extrusionOk="0">
                  <a:moveTo>
                    <a:pt x="124" y="1"/>
                  </a:moveTo>
                  <a:cubicBezTo>
                    <a:pt x="63" y="1"/>
                    <a:pt x="1" y="32"/>
                    <a:pt x="1" y="94"/>
                  </a:cubicBezTo>
                  <a:cubicBezTo>
                    <a:pt x="32" y="805"/>
                    <a:pt x="78" y="1562"/>
                    <a:pt x="155" y="2288"/>
                  </a:cubicBezTo>
                  <a:cubicBezTo>
                    <a:pt x="155" y="2335"/>
                    <a:pt x="217" y="2381"/>
                    <a:pt x="279" y="2381"/>
                  </a:cubicBezTo>
                  <a:cubicBezTo>
                    <a:pt x="356" y="2381"/>
                    <a:pt x="418" y="2335"/>
                    <a:pt x="387" y="2288"/>
                  </a:cubicBezTo>
                  <a:cubicBezTo>
                    <a:pt x="310" y="1546"/>
                    <a:pt x="279" y="835"/>
                    <a:pt x="233" y="94"/>
                  </a:cubicBezTo>
                  <a:cubicBezTo>
                    <a:pt x="233" y="32"/>
                    <a:pt x="186" y="1"/>
                    <a:pt x="124"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5"/>
            <p:cNvSpPr/>
            <p:nvPr/>
          </p:nvSpPr>
          <p:spPr>
            <a:xfrm>
              <a:off x="7643700" y="4681504"/>
              <a:ext cx="282607" cy="48441"/>
            </a:xfrm>
            <a:custGeom>
              <a:avLst/>
              <a:gdLst/>
              <a:ahLst/>
              <a:cxnLst/>
              <a:rect l="l" t="t" r="r" b="b"/>
              <a:pathLst>
                <a:path w="2567" h="440" extrusionOk="0">
                  <a:moveTo>
                    <a:pt x="141" y="1"/>
                  </a:moveTo>
                  <a:cubicBezTo>
                    <a:pt x="91" y="1"/>
                    <a:pt x="44" y="21"/>
                    <a:pt x="32" y="68"/>
                  </a:cubicBezTo>
                  <a:cubicBezTo>
                    <a:pt x="1" y="130"/>
                    <a:pt x="47" y="192"/>
                    <a:pt x="109" y="207"/>
                  </a:cubicBezTo>
                  <a:cubicBezTo>
                    <a:pt x="619" y="362"/>
                    <a:pt x="1191" y="439"/>
                    <a:pt x="1732" y="439"/>
                  </a:cubicBezTo>
                  <a:cubicBezTo>
                    <a:pt x="1979" y="439"/>
                    <a:pt x="2226" y="424"/>
                    <a:pt x="2458" y="377"/>
                  </a:cubicBezTo>
                  <a:cubicBezTo>
                    <a:pt x="2520" y="377"/>
                    <a:pt x="2566" y="315"/>
                    <a:pt x="2551" y="269"/>
                  </a:cubicBezTo>
                  <a:cubicBezTo>
                    <a:pt x="2551" y="223"/>
                    <a:pt x="2474" y="192"/>
                    <a:pt x="2427" y="192"/>
                  </a:cubicBezTo>
                  <a:cubicBezTo>
                    <a:pt x="2200" y="220"/>
                    <a:pt x="1972" y="234"/>
                    <a:pt x="1744" y="234"/>
                  </a:cubicBezTo>
                  <a:cubicBezTo>
                    <a:pt x="1212" y="234"/>
                    <a:pt x="684" y="158"/>
                    <a:pt x="186" y="6"/>
                  </a:cubicBezTo>
                  <a:cubicBezTo>
                    <a:pt x="172" y="3"/>
                    <a:pt x="156" y="1"/>
                    <a:pt x="141"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5"/>
            <p:cNvSpPr/>
            <p:nvPr/>
          </p:nvSpPr>
          <p:spPr>
            <a:xfrm>
              <a:off x="8433272" y="4682165"/>
              <a:ext cx="262130" cy="25652"/>
            </a:xfrm>
            <a:custGeom>
              <a:avLst/>
              <a:gdLst/>
              <a:ahLst/>
              <a:cxnLst/>
              <a:rect l="l" t="t" r="r" b="b"/>
              <a:pathLst>
                <a:path w="2381" h="233" extrusionOk="0">
                  <a:moveTo>
                    <a:pt x="124" y="0"/>
                  </a:moveTo>
                  <a:cubicBezTo>
                    <a:pt x="62" y="0"/>
                    <a:pt x="0" y="47"/>
                    <a:pt x="0" y="109"/>
                  </a:cubicBezTo>
                  <a:cubicBezTo>
                    <a:pt x="0" y="155"/>
                    <a:pt x="62" y="201"/>
                    <a:pt x="124" y="201"/>
                  </a:cubicBezTo>
                  <a:lnTo>
                    <a:pt x="2241" y="232"/>
                  </a:lnTo>
                  <a:cubicBezTo>
                    <a:pt x="2319" y="232"/>
                    <a:pt x="2380" y="201"/>
                    <a:pt x="2365" y="139"/>
                  </a:cubicBezTo>
                  <a:cubicBezTo>
                    <a:pt x="2365" y="78"/>
                    <a:pt x="2303" y="47"/>
                    <a:pt x="2241" y="47"/>
                  </a:cubicBezTo>
                  <a:lnTo>
                    <a:pt x="124" y="0"/>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5"/>
            <p:cNvSpPr/>
            <p:nvPr/>
          </p:nvSpPr>
          <p:spPr>
            <a:xfrm>
              <a:off x="8365236" y="4435779"/>
              <a:ext cx="119120" cy="115487"/>
            </a:xfrm>
            <a:custGeom>
              <a:avLst/>
              <a:gdLst/>
              <a:ahLst/>
              <a:cxnLst/>
              <a:rect l="l" t="t" r="r" b="b"/>
              <a:pathLst>
                <a:path w="1082" h="1049" extrusionOk="0">
                  <a:moveTo>
                    <a:pt x="950" y="0"/>
                  </a:moveTo>
                  <a:cubicBezTo>
                    <a:pt x="914" y="0"/>
                    <a:pt x="877" y="17"/>
                    <a:pt x="850" y="44"/>
                  </a:cubicBezTo>
                  <a:lnTo>
                    <a:pt x="46" y="894"/>
                  </a:lnTo>
                  <a:cubicBezTo>
                    <a:pt x="0" y="925"/>
                    <a:pt x="0" y="986"/>
                    <a:pt x="62" y="1033"/>
                  </a:cubicBezTo>
                  <a:cubicBezTo>
                    <a:pt x="77" y="1048"/>
                    <a:pt x="124" y="1048"/>
                    <a:pt x="139" y="1048"/>
                  </a:cubicBezTo>
                  <a:cubicBezTo>
                    <a:pt x="170" y="1048"/>
                    <a:pt x="201" y="1033"/>
                    <a:pt x="232" y="1002"/>
                  </a:cubicBezTo>
                  <a:lnTo>
                    <a:pt x="1051" y="152"/>
                  </a:lnTo>
                  <a:cubicBezTo>
                    <a:pt x="1082" y="121"/>
                    <a:pt x="1082" y="59"/>
                    <a:pt x="1020" y="28"/>
                  </a:cubicBezTo>
                  <a:cubicBezTo>
                    <a:pt x="1001" y="9"/>
                    <a:pt x="976" y="0"/>
                    <a:pt x="950"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5"/>
            <p:cNvSpPr/>
            <p:nvPr/>
          </p:nvSpPr>
          <p:spPr>
            <a:xfrm>
              <a:off x="7902414" y="4456916"/>
              <a:ext cx="141249" cy="111304"/>
            </a:xfrm>
            <a:custGeom>
              <a:avLst/>
              <a:gdLst/>
              <a:ahLst/>
              <a:cxnLst/>
              <a:rect l="l" t="t" r="r" b="b"/>
              <a:pathLst>
                <a:path w="1283" h="1011" extrusionOk="0">
                  <a:moveTo>
                    <a:pt x="135" y="0"/>
                  </a:moveTo>
                  <a:cubicBezTo>
                    <a:pt x="105" y="0"/>
                    <a:pt x="74" y="8"/>
                    <a:pt x="46" y="22"/>
                  </a:cubicBezTo>
                  <a:cubicBezTo>
                    <a:pt x="0" y="37"/>
                    <a:pt x="0" y="114"/>
                    <a:pt x="31" y="161"/>
                  </a:cubicBezTo>
                  <a:cubicBezTo>
                    <a:pt x="325" y="485"/>
                    <a:pt x="696" y="764"/>
                    <a:pt x="1082" y="995"/>
                  </a:cubicBezTo>
                  <a:cubicBezTo>
                    <a:pt x="1113" y="1011"/>
                    <a:pt x="1128" y="1011"/>
                    <a:pt x="1159" y="1011"/>
                  </a:cubicBezTo>
                  <a:cubicBezTo>
                    <a:pt x="1190" y="1011"/>
                    <a:pt x="1237" y="995"/>
                    <a:pt x="1267" y="964"/>
                  </a:cubicBezTo>
                  <a:cubicBezTo>
                    <a:pt x="1283" y="934"/>
                    <a:pt x="1283" y="872"/>
                    <a:pt x="1237" y="841"/>
                  </a:cubicBezTo>
                  <a:cubicBezTo>
                    <a:pt x="866" y="609"/>
                    <a:pt x="510" y="346"/>
                    <a:pt x="232" y="37"/>
                  </a:cubicBezTo>
                  <a:cubicBezTo>
                    <a:pt x="206" y="12"/>
                    <a:pt x="171" y="0"/>
                    <a:pt x="135"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5"/>
            <p:cNvSpPr/>
            <p:nvPr/>
          </p:nvSpPr>
          <p:spPr>
            <a:xfrm>
              <a:off x="7859808" y="4844110"/>
              <a:ext cx="146423" cy="122313"/>
            </a:xfrm>
            <a:custGeom>
              <a:avLst/>
              <a:gdLst/>
              <a:ahLst/>
              <a:cxnLst/>
              <a:rect l="l" t="t" r="r" b="b"/>
              <a:pathLst>
                <a:path w="1330" h="1111" extrusionOk="0">
                  <a:moveTo>
                    <a:pt x="1195" y="1"/>
                  </a:moveTo>
                  <a:cubicBezTo>
                    <a:pt x="1168" y="1"/>
                    <a:pt x="1139" y="9"/>
                    <a:pt x="1113" y="29"/>
                  </a:cubicBezTo>
                  <a:cubicBezTo>
                    <a:pt x="696" y="276"/>
                    <a:pt x="341" y="585"/>
                    <a:pt x="32" y="956"/>
                  </a:cubicBezTo>
                  <a:cubicBezTo>
                    <a:pt x="1" y="987"/>
                    <a:pt x="1" y="1049"/>
                    <a:pt x="47" y="1080"/>
                  </a:cubicBezTo>
                  <a:cubicBezTo>
                    <a:pt x="93" y="1111"/>
                    <a:pt x="109" y="1111"/>
                    <a:pt x="124" y="1111"/>
                  </a:cubicBezTo>
                  <a:cubicBezTo>
                    <a:pt x="171" y="1111"/>
                    <a:pt x="202" y="1080"/>
                    <a:pt x="248" y="1064"/>
                  </a:cubicBezTo>
                  <a:cubicBezTo>
                    <a:pt x="511" y="709"/>
                    <a:pt x="866" y="430"/>
                    <a:pt x="1268" y="168"/>
                  </a:cubicBezTo>
                  <a:cubicBezTo>
                    <a:pt x="1314" y="152"/>
                    <a:pt x="1330" y="75"/>
                    <a:pt x="1284" y="44"/>
                  </a:cubicBezTo>
                  <a:cubicBezTo>
                    <a:pt x="1266" y="17"/>
                    <a:pt x="1232" y="1"/>
                    <a:pt x="1195"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5"/>
            <p:cNvSpPr/>
            <p:nvPr/>
          </p:nvSpPr>
          <p:spPr>
            <a:xfrm>
              <a:off x="8337933" y="4925358"/>
              <a:ext cx="165139" cy="114276"/>
            </a:xfrm>
            <a:custGeom>
              <a:avLst/>
              <a:gdLst/>
              <a:ahLst/>
              <a:cxnLst/>
              <a:rect l="l" t="t" r="r" b="b"/>
              <a:pathLst>
                <a:path w="1500" h="1038" extrusionOk="0">
                  <a:moveTo>
                    <a:pt x="142" y="0"/>
                  </a:moveTo>
                  <a:cubicBezTo>
                    <a:pt x="101" y="0"/>
                    <a:pt x="60" y="13"/>
                    <a:pt x="32" y="32"/>
                  </a:cubicBezTo>
                  <a:cubicBezTo>
                    <a:pt x="1" y="79"/>
                    <a:pt x="1" y="141"/>
                    <a:pt x="63" y="172"/>
                  </a:cubicBezTo>
                  <a:lnTo>
                    <a:pt x="1299" y="1022"/>
                  </a:lnTo>
                  <a:cubicBezTo>
                    <a:pt x="1314" y="1037"/>
                    <a:pt x="1345" y="1037"/>
                    <a:pt x="1376" y="1037"/>
                  </a:cubicBezTo>
                  <a:cubicBezTo>
                    <a:pt x="1407" y="1037"/>
                    <a:pt x="1423" y="1022"/>
                    <a:pt x="1469" y="1006"/>
                  </a:cubicBezTo>
                  <a:cubicBezTo>
                    <a:pt x="1500" y="960"/>
                    <a:pt x="1500" y="898"/>
                    <a:pt x="1454" y="867"/>
                  </a:cubicBezTo>
                  <a:lnTo>
                    <a:pt x="217" y="17"/>
                  </a:lnTo>
                  <a:cubicBezTo>
                    <a:pt x="194" y="5"/>
                    <a:pt x="168"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5"/>
            <p:cNvSpPr/>
            <p:nvPr/>
          </p:nvSpPr>
          <p:spPr>
            <a:xfrm>
              <a:off x="8201861" y="4593541"/>
              <a:ext cx="114056" cy="250350"/>
            </a:xfrm>
            <a:custGeom>
              <a:avLst/>
              <a:gdLst/>
              <a:ahLst/>
              <a:cxnLst/>
              <a:rect l="l" t="t" r="r" b="b"/>
              <a:pathLst>
                <a:path w="1036" h="2274" extrusionOk="0">
                  <a:moveTo>
                    <a:pt x="142" y="0"/>
                  </a:moveTo>
                  <a:cubicBezTo>
                    <a:pt x="100" y="0"/>
                    <a:pt x="60" y="13"/>
                    <a:pt x="31" y="33"/>
                  </a:cubicBezTo>
                  <a:cubicBezTo>
                    <a:pt x="0" y="79"/>
                    <a:pt x="16" y="141"/>
                    <a:pt x="78" y="172"/>
                  </a:cubicBezTo>
                  <a:cubicBezTo>
                    <a:pt x="418" y="373"/>
                    <a:pt x="680" y="713"/>
                    <a:pt x="727" y="1084"/>
                  </a:cubicBezTo>
                  <a:cubicBezTo>
                    <a:pt x="789" y="1455"/>
                    <a:pt x="649" y="1841"/>
                    <a:pt x="387" y="2119"/>
                  </a:cubicBezTo>
                  <a:cubicBezTo>
                    <a:pt x="340" y="2165"/>
                    <a:pt x="340" y="2227"/>
                    <a:pt x="402" y="2258"/>
                  </a:cubicBezTo>
                  <a:cubicBezTo>
                    <a:pt x="418" y="2274"/>
                    <a:pt x="464" y="2274"/>
                    <a:pt x="479" y="2274"/>
                  </a:cubicBezTo>
                  <a:lnTo>
                    <a:pt x="572" y="2274"/>
                  </a:lnTo>
                  <a:cubicBezTo>
                    <a:pt x="912" y="1949"/>
                    <a:pt x="1036" y="1501"/>
                    <a:pt x="989" y="1084"/>
                  </a:cubicBezTo>
                  <a:cubicBezTo>
                    <a:pt x="912" y="651"/>
                    <a:pt x="619" y="249"/>
                    <a:pt x="217" y="17"/>
                  </a:cubicBezTo>
                  <a:cubicBezTo>
                    <a:pt x="193" y="5"/>
                    <a:pt x="167"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3" name="Google Shape;353;p25"/>
          <p:cNvSpPr/>
          <p:nvPr/>
        </p:nvSpPr>
        <p:spPr>
          <a:xfrm rot="-1191946">
            <a:off x="205992" y="-429319"/>
            <a:ext cx="1189101" cy="1420602"/>
          </a:xfrm>
          <a:custGeom>
            <a:avLst/>
            <a:gdLst/>
            <a:ahLst/>
            <a:cxnLst/>
            <a:rect l="l" t="t" r="r" b="b"/>
            <a:pathLst>
              <a:path w="18214" h="21760" extrusionOk="0">
                <a:moveTo>
                  <a:pt x="7097" y="9137"/>
                </a:moveTo>
                <a:cubicBezTo>
                  <a:pt x="7930" y="9137"/>
                  <a:pt x="8824" y="9338"/>
                  <a:pt x="9707" y="9507"/>
                </a:cubicBezTo>
                <a:cubicBezTo>
                  <a:pt x="8806" y="11508"/>
                  <a:pt x="8440" y="13710"/>
                  <a:pt x="8673" y="15978"/>
                </a:cubicBezTo>
                <a:cubicBezTo>
                  <a:pt x="8273" y="16012"/>
                  <a:pt x="7839" y="16012"/>
                  <a:pt x="7439" y="16045"/>
                </a:cubicBezTo>
                <a:cubicBezTo>
                  <a:pt x="7272" y="14811"/>
                  <a:pt x="6972" y="13610"/>
                  <a:pt x="6605" y="12376"/>
                </a:cubicBezTo>
                <a:cubicBezTo>
                  <a:pt x="6505" y="12109"/>
                  <a:pt x="5838" y="10674"/>
                  <a:pt x="5304" y="9607"/>
                </a:cubicBezTo>
                <a:cubicBezTo>
                  <a:pt x="5843" y="9258"/>
                  <a:pt x="6452" y="9137"/>
                  <a:pt x="7097" y="9137"/>
                </a:cubicBezTo>
                <a:close/>
                <a:moveTo>
                  <a:pt x="8155" y="807"/>
                </a:moveTo>
                <a:cubicBezTo>
                  <a:pt x="8439" y="807"/>
                  <a:pt x="8723" y="817"/>
                  <a:pt x="9007" y="834"/>
                </a:cubicBezTo>
                <a:cubicBezTo>
                  <a:pt x="14477" y="1001"/>
                  <a:pt x="18213" y="6271"/>
                  <a:pt x="14044" y="10674"/>
                </a:cubicBezTo>
                <a:cubicBezTo>
                  <a:pt x="12776" y="12042"/>
                  <a:pt x="9040" y="13476"/>
                  <a:pt x="10007" y="15845"/>
                </a:cubicBezTo>
                <a:lnTo>
                  <a:pt x="9007" y="15978"/>
                </a:lnTo>
                <a:cubicBezTo>
                  <a:pt x="8973" y="13710"/>
                  <a:pt x="9374" y="11575"/>
                  <a:pt x="10274" y="9640"/>
                </a:cubicBezTo>
                <a:cubicBezTo>
                  <a:pt x="10374" y="9674"/>
                  <a:pt x="10508" y="9674"/>
                  <a:pt x="10674" y="9707"/>
                </a:cubicBezTo>
                <a:cubicBezTo>
                  <a:pt x="10888" y="9741"/>
                  <a:pt x="11091" y="9760"/>
                  <a:pt x="11283" y="9760"/>
                </a:cubicBezTo>
                <a:cubicBezTo>
                  <a:pt x="12026" y="9760"/>
                  <a:pt x="12612" y="9481"/>
                  <a:pt x="13009" y="8740"/>
                </a:cubicBezTo>
                <a:cubicBezTo>
                  <a:pt x="13124" y="8557"/>
                  <a:pt x="12940" y="8374"/>
                  <a:pt x="12759" y="8374"/>
                </a:cubicBezTo>
                <a:cubicBezTo>
                  <a:pt x="12677" y="8374"/>
                  <a:pt x="12595" y="8412"/>
                  <a:pt x="12542" y="8506"/>
                </a:cubicBezTo>
                <a:cubicBezTo>
                  <a:pt x="12220" y="9052"/>
                  <a:pt x="11695" y="9229"/>
                  <a:pt x="11104" y="9229"/>
                </a:cubicBezTo>
                <a:cubicBezTo>
                  <a:pt x="10900" y="9229"/>
                  <a:pt x="10688" y="9208"/>
                  <a:pt x="10474" y="9173"/>
                </a:cubicBezTo>
                <a:cubicBezTo>
                  <a:pt x="10775" y="8540"/>
                  <a:pt x="11108" y="7973"/>
                  <a:pt x="11508" y="7372"/>
                </a:cubicBezTo>
                <a:cubicBezTo>
                  <a:pt x="11643" y="7170"/>
                  <a:pt x="11491" y="6999"/>
                  <a:pt x="11307" y="6999"/>
                </a:cubicBezTo>
                <a:cubicBezTo>
                  <a:pt x="11216" y="6999"/>
                  <a:pt x="11118" y="7040"/>
                  <a:pt x="11041" y="7139"/>
                </a:cubicBezTo>
                <a:cubicBezTo>
                  <a:pt x="10641" y="7739"/>
                  <a:pt x="10207" y="8406"/>
                  <a:pt x="9941" y="9073"/>
                </a:cubicBezTo>
                <a:cubicBezTo>
                  <a:pt x="9340" y="8907"/>
                  <a:pt x="8806" y="8740"/>
                  <a:pt x="8306" y="8673"/>
                </a:cubicBezTo>
                <a:cubicBezTo>
                  <a:pt x="8011" y="8622"/>
                  <a:pt x="7720" y="8595"/>
                  <a:pt x="7431" y="8595"/>
                </a:cubicBezTo>
                <a:cubicBezTo>
                  <a:pt x="6969" y="8595"/>
                  <a:pt x="6510" y="8663"/>
                  <a:pt x="6038" y="8806"/>
                </a:cubicBezTo>
                <a:cubicBezTo>
                  <a:pt x="5671" y="8907"/>
                  <a:pt x="5337" y="9073"/>
                  <a:pt x="5037" y="9307"/>
                </a:cubicBezTo>
                <a:cubicBezTo>
                  <a:pt x="4970" y="9140"/>
                  <a:pt x="4870" y="8973"/>
                  <a:pt x="4804" y="8840"/>
                </a:cubicBezTo>
                <a:cubicBezTo>
                  <a:pt x="4837" y="8840"/>
                  <a:pt x="4837" y="8806"/>
                  <a:pt x="4870" y="8806"/>
                </a:cubicBezTo>
                <a:cubicBezTo>
                  <a:pt x="5004" y="8706"/>
                  <a:pt x="5037" y="8540"/>
                  <a:pt x="4970" y="8406"/>
                </a:cubicBezTo>
                <a:cubicBezTo>
                  <a:pt x="4837" y="8173"/>
                  <a:pt x="4770" y="8139"/>
                  <a:pt x="4470" y="8073"/>
                </a:cubicBezTo>
                <a:cubicBezTo>
                  <a:pt x="4337" y="8073"/>
                  <a:pt x="4203" y="8173"/>
                  <a:pt x="4170" y="8306"/>
                </a:cubicBezTo>
                <a:cubicBezTo>
                  <a:pt x="4036" y="8740"/>
                  <a:pt x="4270" y="9240"/>
                  <a:pt x="4503" y="9707"/>
                </a:cubicBezTo>
                <a:cubicBezTo>
                  <a:pt x="4203" y="10041"/>
                  <a:pt x="3970" y="10408"/>
                  <a:pt x="3803" y="10875"/>
                </a:cubicBezTo>
                <a:cubicBezTo>
                  <a:pt x="3735" y="10987"/>
                  <a:pt x="3850" y="11085"/>
                  <a:pt x="3963" y="11085"/>
                </a:cubicBezTo>
                <a:cubicBezTo>
                  <a:pt x="4017" y="11085"/>
                  <a:pt x="4071" y="11062"/>
                  <a:pt x="4103" y="11008"/>
                </a:cubicBezTo>
                <a:cubicBezTo>
                  <a:pt x="4303" y="10641"/>
                  <a:pt x="4503" y="10341"/>
                  <a:pt x="4770" y="10074"/>
                </a:cubicBezTo>
                <a:cubicBezTo>
                  <a:pt x="5004" y="10474"/>
                  <a:pt x="5271" y="10841"/>
                  <a:pt x="5371" y="11141"/>
                </a:cubicBezTo>
                <a:cubicBezTo>
                  <a:pt x="6138" y="12743"/>
                  <a:pt x="6605" y="14410"/>
                  <a:pt x="6972" y="16178"/>
                </a:cubicBezTo>
                <a:lnTo>
                  <a:pt x="6138" y="16178"/>
                </a:lnTo>
                <a:cubicBezTo>
                  <a:pt x="6271" y="15511"/>
                  <a:pt x="6105" y="14911"/>
                  <a:pt x="5537" y="14344"/>
                </a:cubicBezTo>
                <a:cubicBezTo>
                  <a:pt x="4970" y="13710"/>
                  <a:pt x="4003" y="13376"/>
                  <a:pt x="3303" y="12876"/>
                </a:cubicBezTo>
                <a:cubicBezTo>
                  <a:pt x="2369" y="12209"/>
                  <a:pt x="1768" y="11342"/>
                  <a:pt x="1334" y="10308"/>
                </a:cubicBezTo>
                <a:cubicBezTo>
                  <a:pt x="467" y="8139"/>
                  <a:pt x="801" y="5671"/>
                  <a:pt x="2002" y="3703"/>
                </a:cubicBezTo>
                <a:cubicBezTo>
                  <a:pt x="3345" y="1493"/>
                  <a:pt x="5731" y="807"/>
                  <a:pt x="8155" y="807"/>
                </a:cubicBezTo>
                <a:close/>
                <a:moveTo>
                  <a:pt x="10174" y="16312"/>
                </a:moveTo>
                <a:cubicBezTo>
                  <a:pt x="10174" y="16345"/>
                  <a:pt x="10207" y="16379"/>
                  <a:pt x="10207" y="16445"/>
                </a:cubicBezTo>
                <a:cubicBezTo>
                  <a:pt x="10641" y="16912"/>
                  <a:pt x="10441" y="17212"/>
                  <a:pt x="10007" y="17446"/>
                </a:cubicBezTo>
                <a:cubicBezTo>
                  <a:pt x="9941" y="17446"/>
                  <a:pt x="9807" y="17479"/>
                  <a:pt x="9774" y="17513"/>
                </a:cubicBezTo>
                <a:cubicBezTo>
                  <a:pt x="9107" y="17780"/>
                  <a:pt x="8139" y="17813"/>
                  <a:pt x="7939" y="17813"/>
                </a:cubicBezTo>
                <a:cubicBezTo>
                  <a:pt x="7717" y="17813"/>
                  <a:pt x="7465" y="17828"/>
                  <a:pt x="7223" y="17828"/>
                </a:cubicBezTo>
                <a:cubicBezTo>
                  <a:pt x="7102" y="17828"/>
                  <a:pt x="6983" y="17824"/>
                  <a:pt x="6872" y="17813"/>
                </a:cubicBezTo>
                <a:cubicBezTo>
                  <a:pt x="6338" y="17713"/>
                  <a:pt x="5271" y="16912"/>
                  <a:pt x="5804" y="16479"/>
                </a:cubicBezTo>
                <a:lnTo>
                  <a:pt x="5804" y="16479"/>
                </a:lnTo>
                <a:cubicBezTo>
                  <a:pt x="5827" y="16490"/>
                  <a:pt x="5856" y="16497"/>
                  <a:pt x="5890" y="16497"/>
                </a:cubicBezTo>
                <a:cubicBezTo>
                  <a:pt x="5956" y="16497"/>
                  <a:pt x="6038" y="16468"/>
                  <a:pt x="6105" y="16379"/>
                </a:cubicBezTo>
                <a:cubicBezTo>
                  <a:pt x="6678" y="16479"/>
                  <a:pt x="7258" y="16524"/>
                  <a:pt x="7842" y="16524"/>
                </a:cubicBezTo>
                <a:cubicBezTo>
                  <a:pt x="8615" y="16524"/>
                  <a:pt x="9395" y="16445"/>
                  <a:pt x="10174" y="16312"/>
                </a:cubicBezTo>
                <a:close/>
                <a:moveTo>
                  <a:pt x="9874" y="18013"/>
                </a:moveTo>
                <a:lnTo>
                  <a:pt x="9874" y="18013"/>
                </a:lnTo>
                <a:cubicBezTo>
                  <a:pt x="10308" y="19014"/>
                  <a:pt x="9173" y="19814"/>
                  <a:pt x="8273" y="19814"/>
                </a:cubicBezTo>
                <a:cubicBezTo>
                  <a:pt x="7806" y="19814"/>
                  <a:pt x="7339" y="19714"/>
                  <a:pt x="6872" y="19547"/>
                </a:cubicBezTo>
                <a:cubicBezTo>
                  <a:pt x="6638" y="19481"/>
                  <a:pt x="6438" y="19381"/>
                  <a:pt x="6205" y="19281"/>
                </a:cubicBezTo>
                <a:cubicBezTo>
                  <a:pt x="5604" y="18847"/>
                  <a:pt x="5537" y="18447"/>
                  <a:pt x="6038" y="18046"/>
                </a:cubicBezTo>
                <a:lnTo>
                  <a:pt x="6038" y="18046"/>
                </a:lnTo>
                <a:cubicBezTo>
                  <a:pt x="6338" y="18180"/>
                  <a:pt x="6672" y="18280"/>
                  <a:pt x="6972" y="18313"/>
                </a:cubicBezTo>
                <a:cubicBezTo>
                  <a:pt x="7211" y="18333"/>
                  <a:pt x="7492" y="18347"/>
                  <a:pt x="7791" y="18347"/>
                </a:cubicBezTo>
                <a:cubicBezTo>
                  <a:pt x="8492" y="18347"/>
                  <a:pt x="9289" y="18270"/>
                  <a:pt x="9874" y="18013"/>
                </a:cubicBezTo>
                <a:close/>
                <a:moveTo>
                  <a:pt x="8440" y="0"/>
                </a:moveTo>
                <a:cubicBezTo>
                  <a:pt x="4370" y="0"/>
                  <a:pt x="1201" y="1868"/>
                  <a:pt x="334" y="6038"/>
                </a:cubicBezTo>
                <a:cubicBezTo>
                  <a:pt x="0" y="7739"/>
                  <a:pt x="167" y="9540"/>
                  <a:pt x="1001" y="11075"/>
                </a:cubicBezTo>
                <a:cubicBezTo>
                  <a:pt x="1368" y="11809"/>
                  <a:pt x="1868" y="12476"/>
                  <a:pt x="2469" y="12976"/>
                </a:cubicBezTo>
                <a:cubicBezTo>
                  <a:pt x="3436" y="13843"/>
                  <a:pt x="6004" y="14544"/>
                  <a:pt x="5671" y="16245"/>
                </a:cubicBezTo>
                <a:cubicBezTo>
                  <a:pt x="5371" y="16479"/>
                  <a:pt x="5204" y="16846"/>
                  <a:pt x="5304" y="17246"/>
                </a:cubicBezTo>
                <a:cubicBezTo>
                  <a:pt x="5337" y="17546"/>
                  <a:pt x="5471" y="17746"/>
                  <a:pt x="5638" y="17913"/>
                </a:cubicBezTo>
                <a:cubicBezTo>
                  <a:pt x="5337" y="18146"/>
                  <a:pt x="5171" y="18513"/>
                  <a:pt x="5271" y="18914"/>
                </a:cubicBezTo>
                <a:cubicBezTo>
                  <a:pt x="5471" y="19848"/>
                  <a:pt x="6672" y="20148"/>
                  <a:pt x="7439" y="20248"/>
                </a:cubicBezTo>
                <a:cubicBezTo>
                  <a:pt x="7694" y="20294"/>
                  <a:pt x="7958" y="20325"/>
                  <a:pt x="8220" y="20325"/>
                </a:cubicBezTo>
                <a:cubicBezTo>
                  <a:pt x="8710" y="20325"/>
                  <a:pt x="9194" y="20219"/>
                  <a:pt x="9607" y="19914"/>
                </a:cubicBezTo>
                <a:lnTo>
                  <a:pt x="9607" y="19914"/>
                </a:lnTo>
                <a:cubicBezTo>
                  <a:pt x="9198" y="20884"/>
                  <a:pt x="8390" y="21338"/>
                  <a:pt x="7592" y="21338"/>
                </a:cubicBezTo>
                <a:cubicBezTo>
                  <a:pt x="6633" y="21338"/>
                  <a:pt x="5689" y="20682"/>
                  <a:pt x="5471" y="19481"/>
                </a:cubicBezTo>
                <a:cubicBezTo>
                  <a:pt x="5455" y="19418"/>
                  <a:pt x="5395" y="19385"/>
                  <a:pt x="5335" y="19385"/>
                </a:cubicBezTo>
                <a:cubicBezTo>
                  <a:pt x="5269" y="19385"/>
                  <a:pt x="5204" y="19426"/>
                  <a:pt x="5204" y="19514"/>
                </a:cubicBezTo>
                <a:cubicBezTo>
                  <a:pt x="5294" y="20981"/>
                  <a:pt x="6456" y="21759"/>
                  <a:pt x="7628" y="21759"/>
                </a:cubicBezTo>
                <a:cubicBezTo>
                  <a:pt x="8614" y="21759"/>
                  <a:pt x="9608" y="21207"/>
                  <a:pt x="9974" y="20048"/>
                </a:cubicBezTo>
                <a:cubicBezTo>
                  <a:pt x="10007" y="19881"/>
                  <a:pt x="9874" y="19814"/>
                  <a:pt x="9774" y="19814"/>
                </a:cubicBezTo>
                <a:cubicBezTo>
                  <a:pt x="9807" y="19748"/>
                  <a:pt x="9874" y="19714"/>
                  <a:pt x="9941" y="19648"/>
                </a:cubicBezTo>
                <a:cubicBezTo>
                  <a:pt x="10341" y="19147"/>
                  <a:pt x="10508" y="18513"/>
                  <a:pt x="10274" y="17913"/>
                </a:cubicBezTo>
                <a:cubicBezTo>
                  <a:pt x="10841" y="17513"/>
                  <a:pt x="11008" y="16812"/>
                  <a:pt x="10541" y="16245"/>
                </a:cubicBezTo>
                <a:cubicBezTo>
                  <a:pt x="10708" y="16178"/>
                  <a:pt x="10808" y="15978"/>
                  <a:pt x="10674" y="15811"/>
                </a:cubicBezTo>
                <a:cubicBezTo>
                  <a:pt x="9941" y="14344"/>
                  <a:pt x="14511" y="11475"/>
                  <a:pt x="15344" y="10308"/>
                </a:cubicBezTo>
                <a:cubicBezTo>
                  <a:pt x="16345" y="8840"/>
                  <a:pt x="16879" y="7305"/>
                  <a:pt x="16612" y="5671"/>
                </a:cubicBezTo>
                <a:cubicBezTo>
                  <a:pt x="15978" y="1801"/>
                  <a:pt x="11975" y="0"/>
                  <a:pt x="8440" y="0"/>
                </a:cubicBezTo>
                <a:close/>
              </a:path>
            </a:pathLst>
          </a:custGeom>
          <a:solidFill>
            <a:srgbClr val="1D1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bg>
      <p:bgPr>
        <a:solidFill>
          <a:schemeClr val="lt1"/>
        </a:solidFill>
        <a:effectLst/>
      </p:bgPr>
    </p:bg>
    <p:spTree>
      <p:nvGrpSpPr>
        <p:cNvPr id="1" name="Shape 354"/>
        <p:cNvGrpSpPr/>
        <p:nvPr/>
      </p:nvGrpSpPr>
      <p:grpSpPr>
        <a:xfrm>
          <a:off x="0" y="0"/>
          <a:ext cx="0" cy="0"/>
          <a:chOff x="0" y="0"/>
          <a:chExt cx="0" cy="0"/>
        </a:xfrm>
      </p:grpSpPr>
      <p:sp>
        <p:nvSpPr>
          <p:cNvPr id="355" name="Google Shape;355;p26"/>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
        <p:nvSpPr>
          <p:cNvPr id="356" name="Google Shape;356;p26"/>
          <p:cNvSpPr txBox="1">
            <a:spLocks noGrp="1"/>
          </p:cNvSpPr>
          <p:nvPr>
            <p:ph type="title" idx="2"/>
          </p:nvPr>
        </p:nvSpPr>
        <p:spPr>
          <a:xfrm>
            <a:off x="1848226" y="1890075"/>
            <a:ext cx="22533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2000">
                <a:solidFill>
                  <a:schemeClr val="dk1"/>
                </a:solidFill>
              </a:defRPr>
            </a:lvl1pPr>
            <a:lvl2pPr lvl="1"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9pPr>
          </a:lstStyle>
          <a:p>
            <a:r>
              <a:rPr lang="en-US" smtClean="0"/>
              <a:t>Click to edit Master title style</a:t>
            </a:r>
            <a:endParaRPr/>
          </a:p>
        </p:txBody>
      </p:sp>
      <p:sp>
        <p:nvSpPr>
          <p:cNvPr id="357" name="Google Shape;357;p26"/>
          <p:cNvSpPr txBox="1">
            <a:spLocks noGrp="1"/>
          </p:cNvSpPr>
          <p:nvPr>
            <p:ph type="subTitle" idx="1"/>
          </p:nvPr>
        </p:nvSpPr>
        <p:spPr>
          <a:xfrm>
            <a:off x="1608525" y="2180405"/>
            <a:ext cx="2732700" cy="20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358" name="Google Shape;358;p26"/>
          <p:cNvSpPr txBox="1">
            <a:spLocks noGrp="1"/>
          </p:cNvSpPr>
          <p:nvPr>
            <p:ph type="title" idx="3"/>
          </p:nvPr>
        </p:nvSpPr>
        <p:spPr>
          <a:xfrm>
            <a:off x="1848226" y="3096975"/>
            <a:ext cx="22533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2000">
                <a:solidFill>
                  <a:schemeClr val="dk1"/>
                </a:solidFill>
              </a:defRPr>
            </a:lvl1pPr>
            <a:lvl2pPr lvl="1"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9pPr>
          </a:lstStyle>
          <a:p>
            <a:r>
              <a:rPr lang="en-US" smtClean="0"/>
              <a:t>Click to edit Master title style</a:t>
            </a:r>
            <a:endParaRPr/>
          </a:p>
        </p:txBody>
      </p:sp>
      <p:sp>
        <p:nvSpPr>
          <p:cNvPr id="359" name="Google Shape;359;p26"/>
          <p:cNvSpPr txBox="1">
            <a:spLocks noGrp="1"/>
          </p:cNvSpPr>
          <p:nvPr>
            <p:ph type="subTitle" idx="4"/>
          </p:nvPr>
        </p:nvSpPr>
        <p:spPr>
          <a:xfrm>
            <a:off x="1608525" y="3483426"/>
            <a:ext cx="2732700" cy="20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360" name="Google Shape;360;p26"/>
          <p:cNvSpPr txBox="1">
            <a:spLocks noGrp="1"/>
          </p:cNvSpPr>
          <p:nvPr>
            <p:ph type="title" idx="5"/>
          </p:nvPr>
        </p:nvSpPr>
        <p:spPr>
          <a:xfrm>
            <a:off x="5272526" y="1890075"/>
            <a:ext cx="22533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2000">
                <a:solidFill>
                  <a:schemeClr val="dk1"/>
                </a:solidFill>
              </a:defRPr>
            </a:lvl1pPr>
            <a:lvl2pPr lvl="1"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9pPr>
          </a:lstStyle>
          <a:p>
            <a:r>
              <a:rPr lang="en-US" smtClean="0"/>
              <a:t>Click to edit Master title style</a:t>
            </a:r>
            <a:endParaRPr/>
          </a:p>
        </p:txBody>
      </p:sp>
      <p:sp>
        <p:nvSpPr>
          <p:cNvPr id="361" name="Google Shape;361;p26"/>
          <p:cNvSpPr txBox="1">
            <a:spLocks noGrp="1"/>
          </p:cNvSpPr>
          <p:nvPr>
            <p:ph type="subTitle" idx="6"/>
          </p:nvPr>
        </p:nvSpPr>
        <p:spPr>
          <a:xfrm>
            <a:off x="5032825" y="2180405"/>
            <a:ext cx="2732700" cy="20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362" name="Google Shape;362;p26"/>
          <p:cNvSpPr txBox="1">
            <a:spLocks noGrp="1"/>
          </p:cNvSpPr>
          <p:nvPr>
            <p:ph type="title" idx="7"/>
          </p:nvPr>
        </p:nvSpPr>
        <p:spPr>
          <a:xfrm>
            <a:off x="5272526" y="3097125"/>
            <a:ext cx="22533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2000">
                <a:solidFill>
                  <a:schemeClr val="dk1"/>
                </a:solidFill>
              </a:defRPr>
            </a:lvl1pPr>
            <a:lvl2pPr lvl="1"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2pPr>
            <a:lvl3pPr lvl="2"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3pPr>
            <a:lvl4pPr lvl="3"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4pPr>
            <a:lvl5pPr lvl="4"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5pPr>
            <a:lvl6pPr lvl="5"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6pPr>
            <a:lvl7pPr lvl="6"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7pPr>
            <a:lvl8pPr lvl="7"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8pPr>
            <a:lvl9pPr lvl="8" algn="ctr" rtl="0">
              <a:spcBef>
                <a:spcPts val="0"/>
              </a:spcBef>
              <a:spcAft>
                <a:spcPts val="0"/>
              </a:spcAft>
              <a:buClr>
                <a:schemeClr val="dk1"/>
              </a:buClr>
              <a:buSzPts val="3600"/>
              <a:buFont typeface="Rozha One"/>
              <a:buNone/>
              <a:defRPr sz="3600">
                <a:solidFill>
                  <a:schemeClr val="dk1"/>
                </a:solidFill>
                <a:latin typeface="Rozha One"/>
                <a:ea typeface="Rozha One"/>
                <a:cs typeface="Rozha One"/>
                <a:sym typeface="Rozha One"/>
              </a:defRPr>
            </a:lvl9pPr>
          </a:lstStyle>
          <a:p>
            <a:r>
              <a:rPr lang="en-US" smtClean="0"/>
              <a:t>Click to edit Master title style</a:t>
            </a:r>
            <a:endParaRPr/>
          </a:p>
        </p:txBody>
      </p:sp>
      <p:sp>
        <p:nvSpPr>
          <p:cNvPr id="363" name="Google Shape;363;p26"/>
          <p:cNvSpPr txBox="1">
            <a:spLocks noGrp="1"/>
          </p:cNvSpPr>
          <p:nvPr>
            <p:ph type="subTitle" idx="8"/>
          </p:nvPr>
        </p:nvSpPr>
        <p:spPr>
          <a:xfrm>
            <a:off x="5032825" y="3482981"/>
            <a:ext cx="2732700" cy="20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364" name="Google Shape;364;p26"/>
          <p:cNvSpPr/>
          <p:nvPr/>
        </p:nvSpPr>
        <p:spPr>
          <a:xfrm rot="1992394" flipH="1">
            <a:off x="-662616" y="243451"/>
            <a:ext cx="1848048" cy="386252"/>
          </a:xfrm>
          <a:custGeom>
            <a:avLst/>
            <a:gdLst/>
            <a:ahLst/>
            <a:cxnLst/>
            <a:rect l="l" t="t" r="r" b="b"/>
            <a:pathLst>
              <a:path w="72552" h="15165" extrusionOk="0">
                <a:moveTo>
                  <a:pt x="5871" y="4222"/>
                </a:moveTo>
                <a:cubicBezTo>
                  <a:pt x="5938" y="4356"/>
                  <a:pt x="6004" y="4456"/>
                  <a:pt x="6038" y="4556"/>
                </a:cubicBezTo>
                <a:lnTo>
                  <a:pt x="5904" y="4556"/>
                </a:lnTo>
                <a:cubicBezTo>
                  <a:pt x="5904" y="4456"/>
                  <a:pt x="5838" y="4356"/>
                  <a:pt x="5704" y="4322"/>
                </a:cubicBezTo>
                <a:lnTo>
                  <a:pt x="5671" y="4322"/>
                </a:lnTo>
                <a:cubicBezTo>
                  <a:pt x="5704" y="4289"/>
                  <a:pt x="5804" y="4222"/>
                  <a:pt x="5871" y="4222"/>
                </a:cubicBezTo>
                <a:close/>
                <a:moveTo>
                  <a:pt x="1435" y="6324"/>
                </a:moveTo>
                <a:cubicBezTo>
                  <a:pt x="1468" y="6324"/>
                  <a:pt x="1468" y="6357"/>
                  <a:pt x="1501" y="6357"/>
                </a:cubicBezTo>
                <a:cubicBezTo>
                  <a:pt x="1568" y="6357"/>
                  <a:pt x="1635" y="6390"/>
                  <a:pt x="1701" y="6390"/>
                </a:cubicBezTo>
                <a:cubicBezTo>
                  <a:pt x="1768" y="6491"/>
                  <a:pt x="1801" y="6557"/>
                  <a:pt x="1902" y="6624"/>
                </a:cubicBezTo>
                <a:cubicBezTo>
                  <a:pt x="2002" y="6624"/>
                  <a:pt x="2068" y="6657"/>
                  <a:pt x="2168" y="6657"/>
                </a:cubicBezTo>
                <a:cubicBezTo>
                  <a:pt x="2268" y="6791"/>
                  <a:pt x="2335" y="6891"/>
                  <a:pt x="2469" y="6991"/>
                </a:cubicBezTo>
                <a:cubicBezTo>
                  <a:pt x="2102" y="6791"/>
                  <a:pt x="1668" y="6624"/>
                  <a:pt x="1268" y="6390"/>
                </a:cubicBezTo>
                <a:cubicBezTo>
                  <a:pt x="1301" y="6357"/>
                  <a:pt x="1368" y="6357"/>
                  <a:pt x="1435" y="6324"/>
                </a:cubicBezTo>
                <a:close/>
                <a:moveTo>
                  <a:pt x="7539" y="5156"/>
                </a:moveTo>
                <a:cubicBezTo>
                  <a:pt x="8039" y="5823"/>
                  <a:pt x="8106" y="6691"/>
                  <a:pt x="7706" y="7458"/>
                </a:cubicBezTo>
                <a:cubicBezTo>
                  <a:pt x="7939" y="6824"/>
                  <a:pt x="7872" y="6057"/>
                  <a:pt x="7506" y="5490"/>
                </a:cubicBezTo>
                <a:cubicBezTo>
                  <a:pt x="7506" y="5356"/>
                  <a:pt x="7539" y="5290"/>
                  <a:pt x="7539" y="5156"/>
                </a:cubicBezTo>
                <a:close/>
                <a:moveTo>
                  <a:pt x="5304" y="7858"/>
                </a:moveTo>
                <a:cubicBezTo>
                  <a:pt x="5337" y="7892"/>
                  <a:pt x="5371" y="7892"/>
                  <a:pt x="5437" y="7958"/>
                </a:cubicBezTo>
                <a:cubicBezTo>
                  <a:pt x="5471" y="7958"/>
                  <a:pt x="5471" y="7992"/>
                  <a:pt x="5504" y="7992"/>
                </a:cubicBezTo>
                <a:cubicBezTo>
                  <a:pt x="5638" y="8125"/>
                  <a:pt x="5804" y="8158"/>
                  <a:pt x="5971" y="8192"/>
                </a:cubicBezTo>
                <a:cubicBezTo>
                  <a:pt x="6138" y="8359"/>
                  <a:pt x="6338" y="8492"/>
                  <a:pt x="6538" y="8525"/>
                </a:cubicBezTo>
                <a:cubicBezTo>
                  <a:pt x="6438" y="8559"/>
                  <a:pt x="6338" y="8659"/>
                  <a:pt x="6271" y="8692"/>
                </a:cubicBezTo>
                <a:cubicBezTo>
                  <a:pt x="6171" y="8659"/>
                  <a:pt x="6138" y="8625"/>
                  <a:pt x="6038" y="8625"/>
                </a:cubicBezTo>
                <a:cubicBezTo>
                  <a:pt x="6099" y="8473"/>
                  <a:pt x="5993" y="8321"/>
                  <a:pt x="5822" y="8321"/>
                </a:cubicBezTo>
                <a:cubicBezTo>
                  <a:pt x="5805" y="8321"/>
                  <a:pt x="5788" y="8322"/>
                  <a:pt x="5771" y="8325"/>
                </a:cubicBezTo>
                <a:cubicBezTo>
                  <a:pt x="5671" y="8325"/>
                  <a:pt x="5638" y="8359"/>
                  <a:pt x="5537" y="8392"/>
                </a:cubicBezTo>
                <a:cubicBezTo>
                  <a:pt x="5304" y="8292"/>
                  <a:pt x="5037" y="8192"/>
                  <a:pt x="4837" y="8058"/>
                </a:cubicBezTo>
                <a:cubicBezTo>
                  <a:pt x="4970" y="8025"/>
                  <a:pt x="5137" y="7958"/>
                  <a:pt x="5304" y="7858"/>
                </a:cubicBezTo>
                <a:close/>
                <a:moveTo>
                  <a:pt x="18947" y="5123"/>
                </a:moveTo>
                <a:cubicBezTo>
                  <a:pt x="28455" y="6408"/>
                  <a:pt x="38082" y="6921"/>
                  <a:pt x="47675" y="6921"/>
                </a:cubicBezTo>
                <a:cubicBezTo>
                  <a:pt x="50534" y="6921"/>
                  <a:pt x="53391" y="6875"/>
                  <a:pt x="56240" y="6791"/>
                </a:cubicBezTo>
                <a:cubicBezTo>
                  <a:pt x="56374" y="6791"/>
                  <a:pt x="56474" y="6724"/>
                  <a:pt x="56507" y="6657"/>
                </a:cubicBezTo>
                <a:cubicBezTo>
                  <a:pt x="56541" y="7158"/>
                  <a:pt x="56574" y="7658"/>
                  <a:pt x="56574" y="8158"/>
                </a:cubicBezTo>
                <a:lnTo>
                  <a:pt x="56574" y="9559"/>
                </a:lnTo>
                <a:cubicBezTo>
                  <a:pt x="56541" y="9526"/>
                  <a:pt x="56507" y="9526"/>
                  <a:pt x="56407" y="9526"/>
                </a:cubicBezTo>
                <a:cubicBezTo>
                  <a:pt x="44573" y="9078"/>
                  <a:pt x="32708" y="8354"/>
                  <a:pt x="20871" y="8354"/>
                </a:cubicBezTo>
                <a:cubicBezTo>
                  <a:pt x="20363" y="8354"/>
                  <a:pt x="19855" y="8356"/>
                  <a:pt x="19347" y="8359"/>
                </a:cubicBezTo>
                <a:cubicBezTo>
                  <a:pt x="19014" y="7658"/>
                  <a:pt x="18380" y="7091"/>
                  <a:pt x="17679" y="6691"/>
                </a:cubicBezTo>
                <a:cubicBezTo>
                  <a:pt x="18513" y="6457"/>
                  <a:pt x="18847" y="5823"/>
                  <a:pt x="18947" y="5123"/>
                </a:cubicBezTo>
                <a:close/>
                <a:moveTo>
                  <a:pt x="16379" y="1087"/>
                </a:moveTo>
                <a:cubicBezTo>
                  <a:pt x="26812" y="1604"/>
                  <a:pt x="37334" y="1899"/>
                  <a:pt x="47817" y="1899"/>
                </a:cubicBezTo>
                <a:cubicBezTo>
                  <a:pt x="50172" y="1899"/>
                  <a:pt x="52524" y="1884"/>
                  <a:pt x="54873" y="1854"/>
                </a:cubicBezTo>
                <a:lnTo>
                  <a:pt x="54873" y="1854"/>
                </a:lnTo>
                <a:cubicBezTo>
                  <a:pt x="54806" y="1921"/>
                  <a:pt x="54739" y="2087"/>
                  <a:pt x="54839" y="2221"/>
                </a:cubicBezTo>
                <a:cubicBezTo>
                  <a:pt x="55707" y="3422"/>
                  <a:pt x="56207" y="4723"/>
                  <a:pt x="56407" y="6090"/>
                </a:cubicBezTo>
                <a:cubicBezTo>
                  <a:pt x="56374" y="6057"/>
                  <a:pt x="56307" y="6057"/>
                  <a:pt x="56240" y="6057"/>
                </a:cubicBezTo>
                <a:cubicBezTo>
                  <a:pt x="53885" y="6126"/>
                  <a:pt x="51535" y="6158"/>
                  <a:pt x="49188" y="6158"/>
                </a:cubicBezTo>
                <a:cubicBezTo>
                  <a:pt x="39070" y="6158"/>
                  <a:pt x="29020" y="5556"/>
                  <a:pt x="18947" y="4689"/>
                </a:cubicBezTo>
                <a:cubicBezTo>
                  <a:pt x="18834" y="3165"/>
                  <a:pt x="17622" y="1401"/>
                  <a:pt x="16524" y="1401"/>
                </a:cubicBezTo>
                <a:cubicBezTo>
                  <a:pt x="16325" y="1401"/>
                  <a:pt x="16129" y="1459"/>
                  <a:pt x="15945" y="1587"/>
                </a:cubicBezTo>
                <a:cubicBezTo>
                  <a:pt x="15778" y="1720"/>
                  <a:pt x="15711" y="1921"/>
                  <a:pt x="15845" y="2087"/>
                </a:cubicBezTo>
                <a:cubicBezTo>
                  <a:pt x="15878" y="2154"/>
                  <a:pt x="15945" y="2154"/>
                  <a:pt x="15945" y="2187"/>
                </a:cubicBezTo>
                <a:cubicBezTo>
                  <a:pt x="15987" y="2244"/>
                  <a:pt x="16041" y="2264"/>
                  <a:pt x="16100" y="2264"/>
                </a:cubicBezTo>
                <a:cubicBezTo>
                  <a:pt x="16180" y="2264"/>
                  <a:pt x="16268" y="2226"/>
                  <a:pt x="16345" y="2187"/>
                </a:cubicBezTo>
                <a:cubicBezTo>
                  <a:pt x="16612" y="2521"/>
                  <a:pt x="16979" y="2721"/>
                  <a:pt x="17479" y="2821"/>
                </a:cubicBezTo>
                <a:cubicBezTo>
                  <a:pt x="18180" y="3388"/>
                  <a:pt x="18347" y="4022"/>
                  <a:pt x="17980" y="4689"/>
                </a:cubicBezTo>
                <a:cubicBezTo>
                  <a:pt x="17713" y="5156"/>
                  <a:pt x="17212" y="5657"/>
                  <a:pt x="16445" y="6157"/>
                </a:cubicBezTo>
                <a:cubicBezTo>
                  <a:pt x="16045" y="6157"/>
                  <a:pt x="16012" y="6691"/>
                  <a:pt x="16345" y="6757"/>
                </a:cubicBezTo>
                <a:cubicBezTo>
                  <a:pt x="17146" y="7024"/>
                  <a:pt x="18013" y="7391"/>
                  <a:pt x="18447" y="8158"/>
                </a:cubicBezTo>
                <a:cubicBezTo>
                  <a:pt x="18480" y="8225"/>
                  <a:pt x="18513" y="8325"/>
                  <a:pt x="18547" y="8425"/>
                </a:cubicBezTo>
                <a:cubicBezTo>
                  <a:pt x="18547" y="8525"/>
                  <a:pt x="18547" y="8592"/>
                  <a:pt x="18647" y="8659"/>
                </a:cubicBezTo>
                <a:cubicBezTo>
                  <a:pt x="19131" y="10014"/>
                  <a:pt x="18585" y="11901"/>
                  <a:pt x="16856" y="11901"/>
                </a:cubicBezTo>
                <a:cubicBezTo>
                  <a:pt x="16799" y="11901"/>
                  <a:pt x="16739" y="11899"/>
                  <a:pt x="16679" y="11894"/>
                </a:cubicBezTo>
                <a:cubicBezTo>
                  <a:pt x="16545" y="11894"/>
                  <a:pt x="16479" y="12061"/>
                  <a:pt x="16545" y="12195"/>
                </a:cubicBezTo>
                <a:cubicBezTo>
                  <a:pt x="15945" y="12128"/>
                  <a:pt x="15344" y="12028"/>
                  <a:pt x="14777" y="11961"/>
                </a:cubicBezTo>
                <a:cubicBezTo>
                  <a:pt x="14777" y="11894"/>
                  <a:pt x="14711" y="11861"/>
                  <a:pt x="14677" y="11861"/>
                </a:cubicBezTo>
                <a:cubicBezTo>
                  <a:pt x="12609" y="10960"/>
                  <a:pt x="10341" y="10360"/>
                  <a:pt x="8206" y="9526"/>
                </a:cubicBezTo>
                <a:cubicBezTo>
                  <a:pt x="7739" y="9359"/>
                  <a:pt x="7339" y="9192"/>
                  <a:pt x="6872" y="8992"/>
                </a:cubicBezTo>
                <a:cubicBezTo>
                  <a:pt x="9173" y="8158"/>
                  <a:pt x="9040" y="4823"/>
                  <a:pt x="6805" y="3855"/>
                </a:cubicBezTo>
                <a:cubicBezTo>
                  <a:pt x="9807" y="2721"/>
                  <a:pt x="12943" y="1887"/>
                  <a:pt x="16145" y="1420"/>
                </a:cubicBezTo>
                <a:cubicBezTo>
                  <a:pt x="16345" y="1387"/>
                  <a:pt x="16379" y="1253"/>
                  <a:pt x="16379" y="1087"/>
                </a:cubicBezTo>
                <a:close/>
                <a:moveTo>
                  <a:pt x="62511" y="1887"/>
                </a:moveTo>
                <a:lnTo>
                  <a:pt x="62511" y="1887"/>
                </a:lnTo>
                <a:cubicBezTo>
                  <a:pt x="65480" y="2454"/>
                  <a:pt x="68816" y="3055"/>
                  <a:pt x="70484" y="5857"/>
                </a:cubicBezTo>
                <a:cubicBezTo>
                  <a:pt x="71685" y="7892"/>
                  <a:pt x="71251" y="10160"/>
                  <a:pt x="69483" y="11694"/>
                </a:cubicBezTo>
                <a:cubicBezTo>
                  <a:pt x="67990" y="12965"/>
                  <a:pt x="66164" y="13298"/>
                  <a:pt x="64293" y="13298"/>
                </a:cubicBezTo>
                <a:cubicBezTo>
                  <a:pt x="64200" y="13298"/>
                  <a:pt x="64106" y="13297"/>
                  <a:pt x="64013" y="13295"/>
                </a:cubicBezTo>
                <a:cubicBezTo>
                  <a:pt x="65013" y="11494"/>
                  <a:pt x="64580" y="8559"/>
                  <a:pt x="64346" y="6724"/>
                </a:cubicBezTo>
                <a:cubicBezTo>
                  <a:pt x="64079" y="5056"/>
                  <a:pt x="63546" y="3288"/>
                  <a:pt x="62511" y="1887"/>
                </a:cubicBezTo>
                <a:close/>
                <a:moveTo>
                  <a:pt x="19514" y="8826"/>
                </a:moveTo>
                <a:cubicBezTo>
                  <a:pt x="31323" y="9726"/>
                  <a:pt x="43198" y="9860"/>
                  <a:pt x="55039" y="10227"/>
                </a:cubicBezTo>
                <a:cubicBezTo>
                  <a:pt x="55073" y="10327"/>
                  <a:pt x="55173" y="10360"/>
                  <a:pt x="55306" y="10360"/>
                </a:cubicBezTo>
                <a:cubicBezTo>
                  <a:pt x="55673" y="10327"/>
                  <a:pt x="56007" y="10327"/>
                  <a:pt x="56374" y="10293"/>
                </a:cubicBezTo>
                <a:cubicBezTo>
                  <a:pt x="56407" y="10293"/>
                  <a:pt x="56474" y="10293"/>
                  <a:pt x="56507" y="10227"/>
                </a:cubicBezTo>
                <a:lnTo>
                  <a:pt x="56507" y="10227"/>
                </a:lnTo>
                <a:cubicBezTo>
                  <a:pt x="56474" y="11561"/>
                  <a:pt x="56207" y="12995"/>
                  <a:pt x="55373" y="13729"/>
                </a:cubicBezTo>
                <a:cubicBezTo>
                  <a:pt x="55340" y="13729"/>
                  <a:pt x="55306" y="13696"/>
                  <a:pt x="55306" y="13696"/>
                </a:cubicBezTo>
                <a:cubicBezTo>
                  <a:pt x="48535" y="13395"/>
                  <a:pt x="41730" y="13162"/>
                  <a:pt x="34892" y="12895"/>
                </a:cubicBezTo>
                <a:lnTo>
                  <a:pt x="24885" y="12528"/>
                </a:lnTo>
                <a:cubicBezTo>
                  <a:pt x="22383" y="12461"/>
                  <a:pt x="19781" y="12495"/>
                  <a:pt x="17279" y="12295"/>
                </a:cubicBezTo>
                <a:cubicBezTo>
                  <a:pt x="18480" y="12195"/>
                  <a:pt x="19481" y="11327"/>
                  <a:pt x="19648" y="10060"/>
                </a:cubicBezTo>
                <a:cubicBezTo>
                  <a:pt x="19714" y="9593"/>
                  <a:pt x="19648" y="9192"/>
                  <a:pt x="19514" y="8826"/>
                </a:cubicBezTo>
                <a:close/>
                <a:moveTo>
                  <a:pt x="59165" y="527"/>
                </a:moveTo>
                <a:cubicBezTo>
                  <a:pt x="60825" y="527"/>
                  <a:pt x="62284" y="2754"/>
                  <a:pt x="62845" y="3989"/>
                </a:cubicBezTo>
                <a:cubicBezTo>
                  <a:pt x="63379" y="5290"/>
                  <a:pt x="63646" y="6657"/>
                  <a:pt x="63746" y="8058"/>
                </a:cubicBezTo>
                <a:cubicBezTo>
                  <a:pt x="63846" y="9059"/>
                  <a:pt x="63879" y="10160"/>
                  <a:pt x="63812" y="11194"/>
                </a:cubicBezTo>
                <a:cubicBezTo>
                  <a:pt x="63601" y="13472"/>
                  <a:pt x="62042" y="14194"/>
                  <a:pt x="60240" y="14194"/>
                </a:cubicBezTo>
                <a:cubicBezTo>
                  <a:pt x="59773" y="14194"/>
                  <a:pt x="59290" y="14145"/>
                  <a:pt x="58809" y="14063"/>
                </a:cubicBezTo>
                <a:cubicBezTo>
                  <a:pt x="58976" y="13963"/>
                  <a:pt x="59076" y="13796"/>
                  <a:pt x="59209" y="13629"/>
                </a:cubicBezTo>
                <a:cubicBezTo>
                  <a:pt x="60643" y="11828"/>
                  <a:pt x="60643" y="9192"/>
                  <a:pt x="60510" y="7024"/>
                </a:cubicBezTo>
                <a:cubicBezTo>
                  <a:pt x="60410" y="5023"/>
                  <a:pt x="60210" y="2454"/>
                  <a:pt x="58575" y="1020"/>
                </a:cubicBezTo>
                <a:lnTo>
                  <a:pt x="58208" y="786"/>
                </a:lnTo>
                <a:cubicBezTo>
                  <a:pt x="58531" y="607"/>
                  <a:pt x="58852" y="527"/>
                  <a:pt x="59165" y="527"/>
                </a:cubicBezTo>
                <a:close/>
                <a:moveTo>
                  <a:pt x="56407" y="748"/>
                </a:moveTo>
                <a:cubicBezTo>
                  <a:pt x="56756" y="748"/>
                  <a:pt x="57093" y="847"/>
                  <a:pt x="57408" y="1020"/>
                </a:cubicBezTo>
                <a:cubicBezTo>
                  <a:pt x="57408" y="1053"/>
                  <a:pt x="57374" y="1053"/>
                  <a:pt x="57374" y="1120"/>
                </a:cubicBezTo>
                <a:cubicBezTo>
                  <a:pt x="57275" y="1244"/>
                  <a:pt x="57398" y="1369"/>
                  <a:pt x="57522" y="1369"/>
                </a:cubicBezTo>
                <a:cubicBezTo>
                  <a:pt x="57565" y="1369"/>
                  <a:pt x="57607" y="1354"/>
                  <a:pt x="57641" y="1320"/>
                </a:cubicBezTo>
                <a:cubicBezTo>
                  <a:pt x="57675" y="1287"/>
                  <a:pt x="57708" y="1287"/>
                  <a:pt x="57708" y="1220"/>
                </a:cubicBezTo>
                <a:cubicBezTo>
                  <a:pt x="58575" y="1821"/>
                  <a:pt x="59242" y="2888"/>
                  <a:pt x="59509" y="3855"/>
                </a:cubicBezTo>
                <a:cubicBezTo>
                  <a:pt x="59876" y="5223"/>
                  <a:pt x="59910" y="6724"/>
                  <a:pt x="59910" y="8125"/>
                </a:cubicBezTo>
                <a:cubicBezTo>
                  <a:pt x="59970" y="10482"/>
                  <a:pt x="59100" y="14535"/>
                  <a:pt x="56309" y="14535"/>
                </a:cubicBezTo>
                <a:cubicBezTo>
                  <a:pt x="56018" y="14535"/>
                  <a:pt x="55707" y="14491"/>
                  <a:pt x="55373" y="14396"/>
                </a:cubicBezTo>
                <a:cubicBezTo>
                  <a:pt x="55540" y="14396"/>
                  <a:pt x="55640" y="14329"/>
                  <a:pt x="55673" y="14196"/>
                </a:cubicBezTo>
                <a:cubicBezTo>
                  <a:pt x="57141" y="13229"/>
                  <a:pt x="57141" y="11060"/>
                  <a:pt x="57208" y="9459"/>
                </a:cubicBezTo>
                <a:cubicBezTo>
                  <a:pt x="57341" y="6791"/>
                  <a:pt x="57174" y="3989"/>
                  <a:pt x="55373" y="1854"/>
                </a:cubicBezTo>
                <a:cubicBezTo>
                  <a:pt x="55807" y="1821"/>
                  <a:pt x="55807" y="1153"/>
                  <a:pt x="55340" y="1153"/>
                </a:cubicBezTo>
                <a:lnTo>
                  <a:pt x="55206" y="1153"/>
                </a:lnTo>
                <a:cubicBezTo>
                  <a:pt x="55611" y="872"/>
                  <a:pt x="56016" y="748"/>
                  <a:pt x="56407" y="748"/>
                </a:cubicBezTo>
                <a:close/>
                <a:moveTo>
                  <a:pt x="59248" y="0"/>
                </a:moveTo>
                <a:cubicBezTo>
                  <a:pt x="58746" y="0"/>
                  <a:pt x="58264" y="148"/>
                  <a:pt x="57841" y="486"/>
                </a:cubicBezTo>
                <a:cubicBezTo>
                  <a:pt x="57415" y="298"/>
                  <a:pt x="56965" y="200"/>
                  <a:pt x="56523" y="200"/>
                </a:cubicBezTo>
                <a:cubicBezTo>
                  <a:pt x="55790" y="200"/>
                  <a:pt x="55080" y="471"/>
                  <a:pt x="54539" y="1053"/>
                </a:cubicBezTo>
                <a:cubicBezTo>
                  <a:pt x="44235" y="756"/>
                  <a:pt x="33888" y="634"/>
                  <a:pt x="23567" y="634"/>
                </a:cubicBezTo>
                <a:cubicBezTo>
                  <a:pt x="21158" y="634"/>
                  <a:pt x="18750" y="640"/>
                  <a:pt x="16345" y="653"/>
                </a:cubicBezTo>
                <a:cubicBezTo>
                  <a:pt x="16278" y="653"/>
                  <a:pt x="16212" y="686"/>
                  <a:pt x="16178" y="786"/>
                </a:cubicBezTo>
                <a:cubicBezTo>
                  <a:pt x="16112" y="720"/>
                  <a:pt x="16045" y="720"/>
                  <a:pt x="15945" y="720"/>
                </a:cubicBezTo>
                <a:cubicBezTo>
                  <a:pt x="10374" y="1520"/>
                  <a:pt x="5137" y="3322"/>
                  <a:pt x="234" y="6057"/>
                </a:cubicBezTo>
                <a:cubicBezTo>
                  <a:pt x="34" y="6190"/>
                  <a:pt x="0" y="6557"/>
                  <a:pt x="234" y="6691"/>
                </a:cubicBezTo>
                <a:cubicBezTo>
                  <a:pt x="1835" y="7491"/>
                  <a:pt x="3469" y="8325"/>
                  <a:pt x="5171" y="9126"/>
                </a:cubicBezTo>
                <a:lnTo>
                  <a:pt x="5171" y="9192"/>
                </a:lnTo>
                <a:cubicBezTo>
                  <a:pt x="5204" y="9259"/>
                  <a:pt x="5304" y="9359"/>
                  <a:pt x="5437" y="9359"/>
                </a:cubicBezTo>
                <a:cubicBezTo>
                  <a:pt x="5504" y="9359"/>
                  <a:pt x="5604" y="9326"/>
                  <a:pt x="5704" y="9326"/>
                </a:cubicBezTo>
                <a:cubicBezTo>
                  <a:pt x="8506" y="10560"/>
                  <a:pt x="11375" y="11594"/>
                  <a:pt x="14210" y="12061"/>
                </a:cubicBezTo>
                <a:cubicBezTo>
                  <a:pt x="14210" y="12161"/>
                  <a:pt x="14277" y="12195"/>
                  <a:pt x="14344" y="12228"/>
                </a:cubicBezTo>
                <a:cubicBezTo>
                  <a:pt x="17313" y="13162"/>
                  <a:pt x="20515" y="13029"/>
                  <a:pt x="23617" y="13162"/>
                </a:cubicBezTo>
                <a:cubicBezTo>
                  <a:pt x="27053" y="13262"/>
                  <a:pt x="30522" y="13429"/>
                  <a:pt x="34024" y="13562"/>
                </a:cubicBezTo>
                <a:cubicBezTo>
                  <a:pt x="40829" y="13829"/>
                  <a:pt x="47634" y="14096"/>
                  <a:pt x="54406" y="14363"/>
                </a:cubicBezTo>
                <a:cubicBezTo>
                  <a:pt x="54339" y="14496"/>
                  <a:pt x="54372" y="14696"/>
                  <a:pt x="54539" y="14763"/>
                </a:cubicBezTo>
                <a:cubicBezTo>
                  <a:pt x="55060" y="15037"/>
                  <a:pt x="55608" y="15165"/>
                  <a:pt x="56150" y="15165"/>
                </a:cubicBezTo>
                <a:cubicBezTo>
                  <a:pt x="56928" y="15165"/>
                  <a:pt x="57693" y="14901"/>
                  <a:pt x="58342" y="14430"/>
                </a:cubicBezTo>
                <a:cubicBezTo>
                  <a:pt x="58342" y="14563"/>
                  <a:pt x="58409" y="14696"/>
                  <a:pt x="58575" y="14696"/>
                </a:cubicBezTo>
                <a:cubicBezTo>
                  <a:pt x="59231" y="14817"/>
                  <a:pt x="59961" y="14926"/>
                  <a:pt x="60681" y="14926"/>
                </a:cubicBezTo>
                <a:cubicBezTo>
                  <a:pt x="61756" y="14926"/>
                  <a:pt x="62806" y="14682"/>
                  <a:pt x="63546" y="13862"/>
                </a:cubicBezTo>
                <a:cubicBezTo>
                  <a:pt x="63579" y="13896"/>
                  <a:pt x="63679" y="13929"/>
                  <a:pt x="63746" y="13929"/>
                </a:cubicBezTo>
                <a:cubicBezTo>
                  <a:pt x="63919" y="13938"/>
                  <a:pt x="64095" y="13943"/>
                  <a:pt x="64272" y="13943"/>
                </a:cubicBezTo>
                <a:cubicBezTo>
                  <a:pt x="67968" y="13943"/>
                  <a:pt x="72552" y="11948"/>
                  <a:pt x="71852" y="7525"/>
                </a:cubicBezTo>
                <a:cubicBezTo>
                  <a:pt x="71084" y="2955"/>
                  <a:pt x="65847" y="1787"/>
                  <a:pt x="62011" y="1354"/>
                </a:cubicBezTo>
                <a:cubicBezTo>
                  <a:pt x="61811" y="1153"/>
                  <a:pt x="61544" y="953"/>
                  <a:pt x="61311" y="720"/>
                </a:cubicBezTo>
                <a:cubicBezTo>
                  <a:pt x="60656" y="277"/>
                  <a:pt x="59934" y="0"/>
                  <a:pt x="5924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6"/>
          <p:cNvSpPr/>
          <p:nvPr/>
        </p:nvSpPr>
        <p:spPr>
          <a:xfrm flipH="1">
            <a:off x="8281728" y="-402100"/>
            <a:ext cx="972554" cy="2582512"/>
          </a:xfrm>
          <a:custGeom>
            <a:avLst/>
            <a:gdLst/>
            <a:ahLst/>
            <a:cxnLst/>
            <a:rect l="l" t="t" r="r" b="b"/>
            <a:pathLst>
              <a:path w="4997" h="13269" extrusionOk="0">
                <a:moveTo>
                  <a:pt x="1681" y="670"/>
                </a:moveTo>
                <a:cubicBezTo>
                  <a:pt x="1757" y="912"/>
                  <a:pt x="1893" y="1124"/>
                  <a:pt x="1953" y="1306"/>
                </a:cubicBezTo>
                <a:cubicBezTo>
                  <a:pt x="2007" y="1512"/>
                  <a:pt x="2145" y="1596"/>
                  <a:pt x="2290" y="1596"/>
                </a:cubicBezTo>
                <a:cubicBezTo>
                  <a:pt x="2390" y="1596"/>
                  <a:pt x="2494" y="1556"/>
                  <a:pt x="2574" y="1487"/>
                </a:cubicBezTo>
                <a:cubicBezTo>
                  <a:pt x="2786" y="1276"/>
                  <a:pt x="3059" y="1260"/>
                  <a:pt x="3331" y="1200"/>
                </a:cubicBezTo>
                <a:cubicBezTo>
                  <a:pt x="3390" y="1188"/>
                  <a:pt x="3431" y="1121"/>
                  <a:pt x="3504" y="1121"/>
                </a:cubicBezTo>
                <a:cubicBezTo>
                  <a:pt x="3524" y="1121"/>
                  <a:pt x="3547" y="1126"/>
                  <a:pt x="3573" y="1139"/>
                </a:cubicBezTo>
                <a:cubicBezTo>
                  <a:pt x="3498" y="1336"/>
                  <a:pt x="3422" y="1518"/>
                  <a:pt x="3331" y="1715"/>
                </a:cubicBezTo>
                <a:cubicBezTo>
                  <a:pt x="3074" y="2184"/>
                  <a:pt x="2953" y="2699"/>
                  <a:pt x="2741" y="3183"/>
                </a:cubicBezTo>
                <a:cubicBezTo>
                  <a:pt x="2604" y="3486"/>
                  <a:pt x="2574" y="3804"/>
                  <a:pt x="2483" y="4107"/>
                </a:cubicBezTo>
                <a:cubicBezTo>
                  <a:pt x="2408" y="4334"/>
                  <a:pt x="2438" y="4606"/>
                  <a:pt x="2408" y="4833"/>
                </a:cubicBezTo>
                <a:cubicBezTo>
                  <a:pt x="2347" y="5166"/>
                  <a:pt x="2332" y="5515"/>
                  <a:pt x="2347" y="5833"/>
                </a:cubicBezTo>
                <a:cubicBezTo>
                  <a:pt x="2377" y="6226"/>
                  <a:pt x="2302" y="6650"/>
                  <a:pt x="2408" y="7044"/>
                </a:cubicBezTo>
                <a:cubicBezTo>
                  <a:pt x="2438" y="7195"/>
                  <a:pt x="2453" y="7347"/>
                  <a:pt x="2453" y="7498"/>
                </a:cubicBezTo>
                <a:cubicBezTo>
                  <a:pt x="2453" y="7740"/>
                  <a:pt x="2574" y="7952"/>
                  <a:pt x="2604" y="8179"/>
                </a:cubicBezTo>
                <a:cubicBezTo>
                  <a:pt x="2665" y="8573"/>
                  <a:pt x="2771" y="8982"/>
                  <a:pt x="2953" y="9360"/>
                </a:cubicBezTo>
                <a:cubicBezTo>
                  <a:pt x="3119" y="9708"/>
                  <a:pt x="3271" y="10087"/>
                  <a:pt x="3513" y="10420"/>
                </a:cubicBezTo>
                <a:cubicBezTo>
                  <a:pt x="3584" y="10507"/>
                  <a:pt x="3643" y="10553"/>
                  <a:pt x="3704" y="10553"/>
                </a:cubicBezTo>
                <a:cubicBezTo>
                  <a:pt x="3761" y="10553"/>
                  <a:pt x="3819" y="10515"/>
                  <a:pt x="3891" y="10435"/>
                </a:cubicBezTo>
                <a:cubicBezTo>
                  <a:pt x="4012" y="10299"/>
                  <a:pt x="4164" y="10269"/>
                  <a:pt x="4285" y="10223"/>
                </a:cubicBezTo>
                <a:cubicBezTo>
                  <a:pt x="4305" y="10219"/>
                  <a:pt x="4325" y="10216"/>
                  <a:pt x="4343" y="10216"/>
                </a:cubicBezTo>
                <a:cubicBezTo>
                  <a:pt x="4446" y="10216"/>
                  <a:pt x="4512" y="10287"/>
                  <a:pt x="4512" y="10390"/>
                </a:cubicBezTo>
                <a:cubicBezTo>
                  <a:pt x="4512" y="10723"/>
                  <a:pt x="4542" y="11041"/>
                  <a:pt x="4497" y="11359"/>
                </a:cubicBezTo>
                <a:cubicBezTo>
                  <a:pt x="4467" y="11828"/>
                  <a:pt x="4330" y="12267"/>
                  <a:pt x="4164" y="12706"/>
                </a:cubicBezTo>
                <a:cubicBezTo>
                  <a:pt x="4134" y="12767"/>
                  <a:pt x="4118" y="12797"/>
                  <a:pt x="4073" y="12797"/>
                </a:cubicBezTo>
                <a:cubicBezTo>
                  <a:pt x="3957" y="12820"/>
                  <a:pt x="3832" y="12852"/>
                  <a:pt x="3718" y="12852"/>
                </a:cubicBezTo>
                <a:cubicBezTo>
                  <a:pt x="3684" y="12852"/>
                  <a:pt x="3650" y="12849"/>
                  <a:pt x="3619" y="12842"/>
                </a:cubicBezTo>
                <a:cubicBezTo>
                  <a:pt x="3165" y="12751"/>
                  <a:pt x="2665" y="12691"/>
                  <a:pt x="2211" y="12509"/>
                </a:cubicBezTo>
                <a:cubicBezTo>
                  <a:pt x="1984" y="12449"/>
                  <a:pt x="1757" y="12388"/>
                  <a:pt x="1575" y="12206"/>
                </a:cubicBezTo>
                <a:cubicBezTo>
                  <a:pt x="1454" y="12116"/>
                  <a:pt x="1423" y="12040"/>
                  <a:pt x="1575" y="11934"/>
                </a:cubicBezTo>
                <a:cubicBezTo>
                  <a:pt x="1757" y="11798"/>
                  <a:pt x="1893" y="11586"/>
                  <a:pt x="2105" y="11480"/>
                </a:cubicBezTo>
                <a:cubicBezTo>
                  <a:pt x="2135" y="11449"/>
                  <a:pt x="2180" y="11419"/>
                  <a:pt x="2135" y="11374"/>
                </a:cubicBezTo>
                <a:cubicBezTo>
                  <a:pt x="2059" y="11268"/>
                  <a:pt x="2044" y="11132"/>
                  <a:pt x="1999" y="11026"/>
                </a:cubicBezTo>
                <a:cubicBezTo>
                  <a:pt x="1953" y="10874"/>
                  <a:pt x="1908" y="10708"/>
                  <a:pt x="1817" y="10571"/>
                </a:cubicBezTo>
                <a:cubicBezTo>
                  <a:pt x="1651" y="10314"/>
                  <a:pt x="1575" y="10057"/>
                  <a:pt x="1454" y="9799"/>
                </a:cubicBezTo>
                <a:cubicBezTo>
                  <a:pt x="1287" y="9421"/>
                  <a:pt x="1166" y="9012"/>
                  <a:pt x="1015" y="8618"/>
                </a:cubicBezTo>
                <a:cubicBezTo>
                  <a:pt x="863" y="8240"/>
                  <a:pt x="757" y="7846"/>
                  <a:pt x="666" y="7422"/>
                </a:cubicBezTo>
                <a:cubicBezTo>
                  <a:pt x="561" y="7014"/>
                  <a:pt x="485" y="6590"/>
                  <a:pt x="470" y="6166"/>
                </a:cubicBezTo>
                <a:cubicBezTo>
                  <a:pt x="455" y="5681"/>
                  <a:pt x="409" y="5227"/>
                  <a:pt x="470" y="4773"/>
                </a:cubicBezTo>
                <a:cubicBezTo>
                  <a:pt x="515" y="4546"/>
                  <a:pt x="545" y="4303"/>
                  <a:pt x="591" y="4076"/>
                </a:cubicBezTo>
                <a:cubicBezTo>
                  <a:pt x="621" y="3743"/>
                  <a:pt x="682" y="3380"/>
                  <a:pt x="772" y="3032"/>
                </a:cubicBezTo>
                <a:cubicBezTo>
                  <a:pt x="894" y="2608"/>
                  <a:pt x="1015" y="2169"/>
                  <a:pt x="1212" y="1730"/>
                </a:cubicBezTo>
                <a:cubicBezTo>
                  <a:pt x="1348" y="1427"/>
                  <a:pt x="1529" y="1139"/>
                  <a:pt x="1605" y="821"/>
                </a:cubicBezTo>
                <a:cubicBezTo>
                  <a:pt x="1620" y="761"/>
                  <a:pt x="1666" y="730"/>
                  <a:pt x="1681" y="670"/>
                </a:cubicBezTo>
                <a:close/>
                <a:moveTo>
                  <a:pt x="1754" y="0"/>
                </a:moveTo>
                <a:cubicBezTo>
                  <a:pt x="1736" y="0"/>
                  <a:pt x="1717" y="6"/>
                  <a:pt x="1696" y="19"/>
                </a:cubicBezTo>
                <a:cubicBezTo>
                  <a:pt x="1590" y="95"/>
                  <a:pt x="1469" y="155"/>
                  <a:pt x="1423" y="291"/>
                </a:cubicBezTo>
                <a:cubicBezTo>
                  <a:pt x="1318" y="503"/>
                  <a:pt x="1196" y="670"/>
                  <a:pt x="1090" y="852"/>
                </a:cubicBezTo>
                <a:cubicBezTo>
                  <a:pt x="984" y="1094"/>
                  <a:pt x="894" y="1321"/>
                  <a:pt x="772" y="1533"/>
                </a:cubicBezTo>
                <a:cubicBezTo>
                  <a:pt x="636" y="1821"/>
                  <a:pt x="561" y="2123"/>
                  <a:pt x="515" y="2456"/>
                </a:cubicBezTo>
                <a:cubicBezTo>
                  <a:pt x="455" y="2744"/>
                  <a:pt x="318" y="3047"/>
                  <a:pt x="288" y="3380"/>
                </a:cubicBezTo>
                <a:cubicBezTo>
                  <a:pt x="227" y="3849"/>
                  <a:pt x="91" y="4303"/>
                  <a:pt x="76" y="4788"/>
                </a:cubicBezTo>
                <a:cubicBezTo>
                  <a:pt x="46" y="5136"/>
                  <a:pt x="46" y="5454"/>
                  <a:pt x="31" y="5802"/>
                </a:cubicBezTo>
                <a:cubicBezTo>
                  <a:pt x="31" y="5893"/>
                  <a:pt x="91" y="5969"/>
                  <a:pt x="76" y="6060"/>
                </a:cubicBezTo>
                <a:cubicBezTo>
                  <a:pt x="0" y="6347"/>
                  <a:pt x="121" y="6650"/>
                  <a:pt x="152" y="6938"/>
                </a:cubicBezTo>
                <a:cubicBezTo>
                  <a:pt x="167" y="7165"/>
                  <a:pt x="197" y="7392"/>
                  <a:pt x="243" y="7589"/>
                </a:cubicBezTo>
                <a:cubicBezTo>
                  <a:pt x="273" y="7831"/>
                  <a:pt x="318" y="8043"/>
                  <a:pt x="394" y="8285"/>
                </a:cubicBezTo>
                <a:cubicBezTo>
                  <a:pt x="500" y="8588"/>
                  <a:pt x="606" y="8906"/>
                  <a:pt x="712" y="9209"/>
                </a:cubicBezTo>
                <a:cubicBezTo>
                  <a:pt x="757" y="9345"/>
                  <a:pt x="772" y="9481"/>
                  <a:pt x="833" y="9602"/>
                </a:cubicBezTo>
                <a:cubicBezTo>
                  <a:pt x="939" y="9830"/>
                  <a:pt x="1015" y="10072"/>
                  <a:pt x="1151" y="10284"/>
                </a:cubicBezTo>
                <a:cubicBezTo>
                  <a:pt x="1318" y="10556"/>
                  <a:pt x="1423" y="10889"/>
                  <a:pt x="1651" y="11116"/>
                </a:cubicBezTo>
                <a:cubicBezTo>
                  <a:pt x="1817" y="11283"/>
                  <a:pt x="1757" y="11343"/>
                  <a:pt x="1605" y="11449"/>
                </a:cubicBezTo>
                <a:cubicBezTo>
                  <a:pt x="1439" y="11571"/>
                  <a:pt x="1212" y="11661"/>
                  <a:pt x="1106" y="11858"/>
                </a:cubicBezTo>
                <a:cubicBezTo>
                  <a:pt x="924" y="12237"/>
                  <a:pt x="1136" y="12540"/>
                  <a:pt x="1529" y="12691"/>
                </a:cubicBezTo>
                <a:cubicBezTo>
                  <a:pt x="1726" y="12767"/>
                  <a:pt x="1923" y="12827"/>
                  <a:pt x="2120" y="12888"/>
                </a:cubicBezTo>
                <a:cubicBezTo>
                  <a:pt x="2408" y="13003"/>
                  <a:pt x="3174" y="13268"/>
                  <a:pt x="3731" y="13268"/>
                </a:cubicBezTo>
                <a:cubicBezTo>
                  <a:pt x="3759" y="13268"/>
                  <a:pt x="3788" y="13268"/>
                  <a:pt x="3816" y="13266"/>
                </a:cubicBezTo>
                <a:cubicBezTo>
                  <a:pt x="4028" y="13266"/>
                  <a:pt x="4194" y="13236"/>
                  <a:pt x="4270" y="13130"/>
                </a:cubicBezTo>
                <a:cubicBezTo>
                  <a:pt x="4573" y="12857"/>
                  <a:pt x="4785" y="12176"/>
                  <a:pt x="4845" y="11798"/>
                </a:cubicBezTo>
                <a:cubicBezTo>
                  <a:pt x="4921" y="11207"/>
                  <a:pt x="4996" y="10647"/>
                  <a:pt x="4875" y="10057"/>
                </a:cubicBezTo>
                <a:cubicBezTo>
                  <a:pt x="4845" y="9905"/>
                  <a:pt x="4769" y="9784"/>
                  <a:pt x="4633" y="9739"/>
                </a:cubicBezTo>
                <a:cubicBezTo>
                  <a:pt x="4588" y="9722"/>
                  <a:pt x="4542" y="9715"/>
                  <a:pt x="4495" y="9715"/>
                </a:cubicBezTo>
                <a:cubicBezTo>
                  <a:pt x="4368" y="9715"/>
                  <a:pt x="4241" y="9771"/>
                  <a:pt x="4164" y="9860"/>
                </a:cubicBezTo>
                <a:cubicBezTo>
                  <a:pt x="4073" y="9966"/>
                  <a:pt x="3906" y="9966"/>
                  <a:pt x="3861" y="10072"/>
                </a:cubicBezTo>
                <a:cubicBezTo>
                  <a:pt x="3852" y="10086"/>
                  <a:pt x="3837" y="10091"/>
                  <a:pt x="3821" y="10091"/>
                </a:cubicBezTo>
                <a:cubicBezTo>
                  <a:pt x="3784" y="10091"/>
                  <a:pt x="3740" y="10063"/>
                  <a:pt x="3740" y="10041"/>
                </a:cubicBezTo>
                <a:cubicBezTo>
                  <a:pt x="3710" y="9830"/>
                  <a:pt x="3513" y="9693"/>
                  <a:pt x="3437" y="9512"/>
                </a:cubicBezTo>
                <a:cubicBezTo>
                  <a:pt x="3316" y="9178"/>
                  <a:pt x="3180" y="8861"/>
                  <a:pt x="3074" y="8527"/>
                </a:cubicBezTo>
                <a:cubicBezTo>
                  <a:pt x="2968" y="8149"/>
                  <a:pt x="2937" y="7770"/>
                  <a:pt x="2831" y="7407"/>
                </a:cubicBezTo>
                <a:cubicBezTo>
                  <a:pt x="2756" y="7119"/>
                  <a:pt x="2801" y="6817"/>
                  <a:pt x="2756" y="6544"/>
                </a:cubicBezTo>
                <a:cubicBezTo>
                  <a:pt x="2680" y="6105"/>
                  <a:pt x="2756" y="5651"/>
                  <a:pt x="2756" y="5212"/>
                </a:cubicBezTo>
                <a:cubicBezTo>
                  <a:pt x="2756" y="4758"/>
                  <a:pt x="2877" y="4303"/>
                  <a:pt x="2953" y="3849"/>
                </a:cubicBezTo>
                <a:cubicBezTo>
                  <a:pt x="3013" y="3592"/>
                  <a:pt x="3059" y="3319"/>
                  <a:pt x="3180" y="3077"/>
                </a:cubicBezTo>
                <a:cubicBezTo>
                  <a:pt x="3286" y="2850"/>
                  <a:pt x="3392" y="2608"/>
                  <a:pt x="3482" y="2350"/>
                </a:cubicBezTo>
                <a:cubicBezTo>
                  <a:pt x="3664" y="1911"/>
                  <a:pt x="3816" y="1487"/>
                  <a:pt x="4012" y="1064"/>
                </a:cubicBezTo>
                <a:cubicBezTo>
                  <a:pt x="4082" y="910"/>
                  <a:pt x="4010" y="665"/>
                  <a:pt x="3843" y="665"/>
                </a:cubicBezTo>
                <a:cubicBezTo>
                  <a:pt x="3829" y="665"/>
                  <a:pt x="3815" y="667"/>
                  <a:pt x="3800" y="670"/>
                </a:cubicBezTo>
                <a:cubicBezTo>
                  <a:pt x="3407" y="746"/>
                  <a:pt x="2983" y="836"/>
                  <a:pt x="2604" y="1003"/>
                </a:cubicBezTo>
                <a:cubicBezTo>
                  <a:pt x="2484" y="1056"/>
                  <a:pt x="2417" y="1092"/>
                  <a:pt x="2371" y="1092"/>
                </a:cubicBezTo>
                <a:cubicBezTo>
                  <a:pt x="2311" y="1092"/>
                  <a:pt x="2285" y="1034"/>
                  <a:pt x="2226" y="882"/>
                </a:cubicBezTo>
                <a:cubicBezTo>
                  <a:pt x="2135" y="609"/>
                  <a:pt x="2074" y="307"/>
                  <a:pt x="1878" y="79"/>
                </a:cubicBezTo>
                <a:cubicBezTo>
                  <a:pt x="1834" y="36"/>
                  <a:pt x="1799" y="0"/>
                  <a:pt x="1754"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8">
  <p:cSld name="Title only 8">
    <p:bg>
      <p:bgPr>
        <a:solidFill>
          <a:schemeClr val="lt1"/>
        </a:solidFill>
        <a:effectLst/>
      </p:bgPr>
    </p:bg>
    <p:spTree>
      <p:nvGrpSpPr>
        <p:cNvPr id="1" name="Shape 366"/>
        <p:cNvGrpSpPr/>
        <p:nvPr/>
      </p:nvGrpSpPr>
      <p:grpSpPr>
        <a:xfrm>
          <a:off x="0" y="0"/>
          <a:ext cx="0" cy="0"/>
          <a:chOff x="0" y="0"/>
          <a:chExt cx="0" cy="0"/>
        </a:xfrm>
      </p:grpSpPr>
      <p:sp>
        <p:nvSpPr>
          <p:cNvPr id="367" name="Google Shape;367;p27"/>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
        <p:nvSpPr>
          <p:cNvPr id="368" name="Google Shape;368;p27"/>
          <p:cNvSpPr/>
          <p:nvPr/>
        </p:nvSpPr>
        <p:spPr>
          <a:xfrm rot="1582263" flipH="1">
            <a:off x="8364375" y="3801190"/>
            <a:ext cx="734753" cy="1339114"/>
          </a:xfrm>
          <a:custGeom>
            <a:avLst/>
            <a:gdLst/>
            <a:ahLst/>
            <a:cxnLst/>
            <a:rect l="l" t="t" r="r" b="b"/>
            <a:pathLst>
              <a:path w="5549" h="10113" extrusionOk="0">
                <a:moveTo>
                  <a:pt x="3207" y="0"/>
                </a:moveTo>
                <a:cubicBezTo>
                  <a:pt x="2393" y="0"/>
                  <a:pt x="1505" y="185"/>
                  <a:pt x="1051" y="581"/>
                </a:cubicBezTo>
                <a:cubicBezTo>
                  <a:pt x="263" y="1292"/>
                  <a:pt x="773" y="3054"/>
                  <a:pt x="850" y="3966"/>
                </a:cubicBezTo>
                <a:cubicBezTo>
                  <a:pt x="896" y="4770"/>
                  <a:pt x="958" y="5604"/>
                  <a:pt x="1020" y="6423"/>
                </a:cubicBezTo>
                <a:cubicBezTo>
                  <a:pt x="1051" y="6856"/>
                  <a:pt x="974" y="7505"/>
                  <a:pt x="1345" y="7830"/>
                </a:cubicBezTo>
                <a:cubicBezTo>
                  <a:pt x="1547" y="8002"/>
                  <a:pt x="1856" y="8081"/>
                  <a:pt x="2181" y="8081"/>
                </a:cubicBezTo>
                <a:cubicBezTo>
                  <a:pt x="2702" y="8081"/>
                  <a:pt x="3265" y="7879"/>
                  <a:pt x="3493" y="7536"/>
                </a:cubicBezTo>
                <a:cubicBezTo>
                  <a:pt x="3818" y="7042"/>
                  <a:pt x="3679" y="6269"/>
                  <a:pt x="3679" y="5697"/>
                </a:cubicBezTo>
                <a:cubicBezTo>
                  <a:pt x="3709" y="4692"/>
                  <a:pt x="3725" y="3688"/>
                  <a:pt x="3740" y="2714"/>
                </a:cubicBezTo>
                <a:cubicBezTo>
                  <a:pt x="3740" y="2528"/>
                  <a:pt x="3597" y="2436"/>
                  <a:pt x="3454" y="2436"/>
                </a:cubicBezTo>
                <a:cubicBezTo>
                  <a:pt x="3311" y="2436"/>
                  <a:pt x="3168" y="2528"/>
                  <a:pt x="3168" y="2714"/>
                </a:cubicBezTo>
                <a:cubicBezTo>
                  <a:pt x="3138" y="3827"/>
                  <a:pt x="3122" y="4970"/>
                  <a:pt x="3107" y="6083"/>
                </a:cubicBezTo>
                <a:cubicBezTo>
                  <a:pt x="3092" y="6613"/>
                  <a:pt x="3051" y="7475"/>
                  <a:pt x="2418" y="7475"/>
                </a:cubicBezTo>
                <a:cubicBezTo>
                  <a:pt x="2368" y="7475"/>
                  <a:pt x="2314" y="7470"/>
                  <a:pt x="2257" y="7459"/>
                </a:cubicBezTo>
                <a:cubicBezTo>
                  <a:pt x="1484" y="7320"/>
                  <a:pt x="1592" y="6238"/>
                  <a:pt x="1546" y="5666"/>
                </a:cubicBezTo>
                <a:cubicBezTo>
                  <a:pt x="1453" y="4522"/>
                  <a:pt x="1391" y="3409"/>
                  <a:pt x="1298" y="2266"/>
                </a:cubicBezTo>
                <a:cubicBezTo>
                  <a:pt x="1267" y="1740"/>
                  <a:pt x="1206" y="1678"/>
                  <a:pt x="1499" y="1246"/>
                </a:cubicBezTo>
                <a:cubicBezTo>
                  <a:pt x="1793" y="797"/>
                  <a:pt x="1839" y="828"/>
                  <a:pt x="2334" y="736"/>
                </a:cubicBezTo>
                <a:cubicBezTo>
                  <a:pt x="2643" y="674"/>
                  <a:pt x="2952" y="643"/>
                  <a:pt x="3261" y="627"/>
                </a:cubicBezTo>
                <a:cubicBezTo>
                  <a:pt x="3379" y="621"/>
                  <a:pt x="3486" y="615"/>
                  <a:pt x="3584" y="615"/>
                </a:cubicBezTo>
                <a:cubicBezTo>
                  <a:pt x="3935" y="615"/>
                  <a:pt x="4172" y="692"/>
                  <a:pt x="4389" y="1091"/>
                </a:cubicBezTo>
                <a:cubicBezTo>
                  <a:pt x="4915" y="1972"/>
                  <a:pt x="4529" y="3610"/>
                  <a:pt x="4513" y="4661"/>
                </a:cubicBezTo>
                <a:cubicBezTo>
                  <a:pt x="4467" y="5774"/>
                  <a:pt x="4436" y="6902"/>
                  <a:pt x="4389" y="8046"/>
                </a:cubicBezTo>
                <a:cubicBezTo>
                  <a:pt x="4389" y="8232"/>
                  <a:pt x="4389" y="8463"/>
                  <a:pt x="4343" y="8664"/>
                </a:cubicBezTo>
                <a:cubicBezTo>
                  <a:pt x="4158" y="9236"/>
                  <a:pt x="3648" y="9314"/>
                  <a:pt x="3138" y="9391"/>
                </a:cubicBezTo>
                <a:cubicBezTo>
                  <a:pt x="2763" y="9451"/>
                  <a:pt x="2219" y="9559"/>
                  <a:pt x="1778" y="9559"/>
                </a:cubicBezTo>
                <a:cubicBezTo>
                  <a:pt x="1655" y="9559"/>
                  <a:pt x="1539" y="9550"/>
                  <a:pt x="1437" y="9530"/>
                </a:cubicBezTo>
                <a:cubicBezTo>
                  <a:pt x="618" y="9360"/>
                  <a:pt x="711" y="8664"/>
                  <a:pt x="696" y="7969"/>
                </a:cubicBezTo>
                <a:cubicBezTo>
                  <a:pt x="665" y="7366"/>
                  <a:pt x="649" y="6763"/>
                  <a:pt x="634" y="6191"/>
                </a:cubicBezTo>
                <a:cubicBezTo>
                  <a:pt x="602" y="5994"/>
                  <a:pt x="438" y="5898"/>
                  <a:pt x="284" y="5898"/>
                </a:cubicBezTo>
                <a:cubicBezTo>
                  <a:pt x="137" y="5898"/>
                  <a:pt x="0" y="5987"/>
                  <a:pt x="0" y="6161"/>
                </a:cubicBezTo>
                <a:cubicBezTo>
                  <a:pt x="16" y="6933"/>
                  <a:pt x="31" y="7706"/>
                  <a:pt x="77" y="8479"/>
                </a:cubicBezTo>
                <a:cubicBezTo>
                  <a:pt x="93" y="8927"/>
                  <a:pt x="31" y="9468"/>
                  <a:pt x="340" y="9839"/>
                </a:cubicBezTo>
                <a:cubicBezTo>
                  <a:pt x="537" y="10064"/>
                  <a:pt x="797" y="10113"/>
                  <a:pt x="1067" y="10113"/>
                </a:cubicBezTo>
                <a:cubicBezTo>
                  <a:pt x="1242" y="10113"/>
                  <a:pt x="1422" y="10092"/>
                  <a:pt x="1592" y="10086"/>
                </a:cubicBezTo>
                <a:cubicBezTo>
                  <a:pt x="2318" y="10055"/>
                  <a:pt x="3107" y="10055"/>
                  <a:pt x="3818" y="9916"/>
                </a:cubicBezTo>
                <a:cubicBezTo>
                  <a:pt x="4776" y="9715"/>
                  <a:pt x="4915" y="8912"/>
                  <a:pt x="4961" y="8046"/>
                </a:cubicBezTo>
                <a:cubicBezTo>
                  <a:pt x="5039" y="6361"/>
                  <a:pt x="5070" y="4661"/>
                  <a:pt x="5147" y="2977"/>
                </a:cubicBezTo>
                <a:cubicBezTo>
                  <a:pt x="5193" y="2049"/>
                  <a:pt x="5549" y="643"/>
                  <a:pt x="4482" y="195"/>
                </a:cubicBezTo>
                <a:cubicBezTo>
                  <a:pt x="4157" y="67"/>
                  <a:pt x="3696" y="0"/>
                  <a:pt x="3207" y="0"/>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7"/>
          <p:cNvSpPr/>
          <p:nvPr/>
        </p:nvSpPr>
        <p:spPr>
          <a:xfrm>
            <a:off x="-158275" y="-64087"/>
            <a:ext cx="952500" cy="758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0" name="Google Shape;370;p27"/>
          <p:cNvGrpSpPr/>
          <p:nvPr/>
        </p:nvGrpSpPr>
        <p:grpSpPr>
          <a:xfrm>
            <a:off x="-586302" y="-486552"/>
            <a:ext cx="1612942" cy="1603031"/>
            <a:chOff x="7247681" y="291521"/>
            <a:chExt cx="1169985" cy="1162796"/>
          </a:xfrm>
        </p:grpSpPr>
        <p:sp>
          <p:nvSpPr>
            <p:cNvPr id="371" name="Google Shape;371;p27"/>
            <p:cNvSpPr/>
            <p:nvPr/>
          </p:nvSpPr>
          <p:spPr>
            <a:xfrm rot="864690">
              <a:off x="7512340" y="570251"/>
              <a:ext cx="668831" cy="639301"/>
            </a:xfrm>
            <a:custGeom>
              <a:avLst/>
              <a:gdLst/>
              <a:ahLst/>
              <a:cxnLst/>
              <a:rect l="l" t="t" r="r" b="b"/>
              <a:pathLst>
                <a:path w="5164" h="4936" extrusionOk="0">
                  <a:moveTo>
                    <a:pt x="2538" y="193"/>
                  </a:moveTo>
                  <a:cubicBezTo>
                    <a:pt x="3326" y="193"/>
                    <a:pt x="4118" y="580"/>
                    <a:pt x="4468" y="1195"/>
                  </a:cubicBezTo>
                  <a:cubicBezTo>
                    <a:pt x="4854" y="1875"/>
                    <a:pt x="4653" y="2756"/>
                    <a:pt x="4004" y="3251"/>
                  </a:cubicBezTo>
                  <a:cubicBezTo>
                    <a:pt x="3834" y="3390"/>
                    <a:pt x="3757" y="3467"/>
                    <a:pt x="3679" y="3560"/>
                  </a:cubicBezTo>
                  <a:lnTo>
                    <a:pt x="3463" y="3776"/>
                  </a:lnTo>
                  <a:cubicBezTo>
                    <a:pt x="3185" y="4039"/>
                    <a:pt x="3061" y="4332"/>
                    <a:pt x="3092" y="4595"/>
                  </a:cubicBezTo>
                  <a:cubicBezTo>
                    <a:pt x="2691" y="4664"/>
                    <a:pt x="2239" y="4721"/>
                    <a:pt x="1794" y="4721"/>
                  </a:cubicBezTo>
                  <a:cubicBezTo>
                    <a:pt x="1743" y="4721"/>
                    <a:pt x="1691" y="4720"/>
                    <a:pt x="1639" y="4719"/>
                  </a:cubicBezTo>
                  <a:cubicBezTo>
                    <a:pt x="1747" y="4271"/>
                    <a:pt x="1608" y="3931"/>
                    <a:pt x="1284" y="3668"/>
                  </a:cubicBezTo>
                  <a:cubicBezTo>
                    <a:pt x="573" y="3189"/>
                    <a:pt x="233" y="2354"/>
                    <a:pt x="449" y="1643"/>
                  </a:cubicBezTo>
                  <a:cubicBezTo>
                    <a:pt x="665" y="901"/>
                    <a:pt x="1407" y="314"/>
                    <a:pt x="2288" y="206"/>
                  </a:cubicBezTo>
                  <a:cubicBezTo>
                    <a:pt x="2371" y="197"/>
                    <a:pt x="2455" y="193"/>
                    <a:pt x="2538" y="193"/>
                  </a:cubicBezTo>
                  <a:close/>
                  <a:moveTo>
                    <a:pt x="2599" y="1"/>
                  </a:moveTo>
                  <a:cubicBezTo>
                    <a:pt x="2495" y="1"/>
                    <a:pt x="2391" y="7"/>
                    <a:pt x="2288" y="20"/>
                  </a:cubicBezTo>
                  <a:cubicBezTo>
                    <a:pt x="1315" y="128"/>
                    <a:pt x="464" y="793"/>
                    <a:pt x="233" y="1597"/>
                  </a:cubicBezTo>
                  <a:cubicBezTo>
                    <a:pt x="1" y="2400"/>
                    <a:pt x="372" y="3297"/>
                    <a:pt x="1145" y="3822"/>
                  </a:cubicBezTo>
                  <a:cubicBezTo>
                    <a:pt x="1438" y="4039"/>
                    <a:pt x="1515" y="4348"/>
                    <a:pt x="1392" y="4765"/>
                  </a:cubicBezTo>
                  <a:lnTo>
                    <a:pt x="1361" y="4889"/>
                  </a:lnTo>
                  <a:lnTo>
                    <a:pt x="1485" y="4904"/>
                  </a:lnTo>
                  <a:cubicBezTo>
                    <a:pt x="1608" y="4935"/>
                    <a:pt x="1747" y="4935"/>
                    <a:pt x="1856" y="4935"/>
                  </a:cubicBezTo>
                  <a:cubicBezTo>
                    <a:pt x="2335" y="4935"/>
                    <a:pt x="2845" y="4858"/>
                    <a:pt x="3293" y="4750"/>
                  </a:cubicBezTo>
                  <a:lnTo>
                    <a:pt x="3417" y="4734"/>
                  </a:lnTo>
                  <a:lnTo>
                    <a:pt x="3386" y="4626"/>
                  </a:lnTo>
                  <a:cubicBezTo>
                    <a:pt x="3308" y="4410"/>
                    <a:pt x="3401" y="4132"/>
                    <a:pt x="3679" y="3884"/>
                  </a:cubicBezTo>
                  <a:cubicBezTo>
                    <a:pt x="3772" y="3807"/>
                    <a:pt x="3834" y="3730"/>
                    <a:pt x="3880" y="3668"/>
                  </a:cubicBezTo>
                  <a:cubicBezTo>
                    <a:pt x="3988" y="3591"/>
                    <a:pt x="4035" y="3513"/>
                    <a:pt x="4189" y="3405"/>
                  </a:cubicBezTo>
                  <a:cubicBezTo>
                    <a:pt x="4931" y="2849"/>
                    <a:pt x="5163" y="1860"/>
                    <a:pt x="4715" y="1102"/>
                  </a:cubicBezTo>
                  <a:cubicBezTo>
                    <a:pt x="4342" y="453"/>
                    <a:pt x="3474" y="1"/>
                    <a:pt x="259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7"/>
            <p:cNvSpPr/>
            <p:nvPr/>
          </p:nvSpPr>
          <p:spPr>
            <a:xfrm rot="864690">
              <a:off x="7511905" y="1138016"/>
              <a:ext cx="434533" cy="266419"/>
            </a:xfrm>
            <a:custGeom>
              <a:avLst/>
              <a:gdLst/>
              <a:ahLst/>
              <a:cxnLst/>
              <a:rect l="l" t="t" r="r" b="b"/>
              <a:pathLst>
                <a:path w="3355" h="2057" extrusionOk="0">
                  <a:moveTo>
                    <a:pt x="3122" y="295"/>
                  </a:moveTo>
                  <a:lnTo>
                    <a:pt x="3076" y="990"/>
                  </a:lnTo>
                  <a:cubicBezTo>
                    <a:pt x="3045" y="1237"/>
                    <a:pt x="3029" y="1516"/>
                    <a:pt x="3014" y="1763"/>
                  </a:cubicBezTo>
                  <a:cubicBezTo>
                    <a:pt x="2592" y="1827"/>
                    <a:pt x="2076" y="1864"/>
                    <a:pt x="1527" y="1864"/>
                  </a:cubicBezTo>
                  <a:cubicBezTo>
                    <a:pt x="1152" y="1864"/>
                    <a:pt x="760" y="1847"/>
                    <a:pt x="371" y="1809"/>
                  </a:cubicBezTo>
                  <a:cubicBezTo>
                    <a:pt x="387" y="1299"/>
                    <a:pt x="371" y="820"/>
                    <a:pt x="294" y="326"/>
                  </a:cubicBezTo>
                  <a:lnTo>
                    <a:pt x="294" y="326"/>
                  </a:lnTo>
                  <a:cubicBezTo>
                    <a:pt x="747" y="415"/>
                    <a:pt x="1204" y="461"/>
                    <a:pt x="1659" y="461"/>
                  </a:cubicBezTo>
                  <a:cubicBezTo>
                    <a:pt x="2151" y="461"/>
                    <a:pt x="2641" y="407"/>
                    <a:pt x="3122" y="295"/>
                  </a:cubicBezTo>
                  <a:close/>
                  <a:moveTo>
                    <a:pt x="3354" y="1"/>
                  </a:moveTo>
                  <a:lnTo>
                    <a:pt x="3199" y="47"/>
                  </a:lnTo>
                  <a:cubicBezTo>
                    <a:pt x="2696" y="175"/>
                    <a:pt x="2173" y="237"/>
                    <a:pt x="1645" y="237"/>
                  </a:cubicBezTo>
                  <a:cubicBezTo>
                    <a:pt x="1152" y="237"/>
                    <a:pt x="656" y="183"/>
                    <a:pt x="170" y="78"/>
                  </a:cubicBezTo>
                  <a:lnTo>
                    <a:pt x="0" y="47"/>
                  </a:lnTo>
                  <a:lnTo>
                    <a:pt x="16" y="202"/>
                  </a:lnTo>
                  <a:cubicBezTo>
                    <a:pt x="108" y="743"/>
                    <a:pt x="155" y="1284"/>
                    <a:pt x="108" y="1856"/>
                  </a:cubicBezTo>
                  <a:lnTo>
                    <a:pt x="108" y="1964"/>
                  </a:lnTo>
                  <a:lnTo>
                    <a:pt x="232" y="1979"/>
                  </a:lnTo>
                  <a:cubicBezTo>
                    <a:pt x="696" y="2041"/>
                    <a:pt x="1159" y="2057"/>
                    <a:pt x="1608" y="2057"/>
                  </a:cubicBezTo>
                  <a:cubicBezTo>
                    <a:pt x="2179" y="2057"/>
                    <a:pt x="2720" y="2010"/>
                    <a:pt x="3153" y="1917"/>
                  </a:cubicBezTo>
                  <a:lnTo>
                    <a:pt x="3246" y="1902"/>
                  </a:lnTo>
                  <a:lnTo>
                    <a:pt x="3246" y="1825"/>
                  </a:lnTo>
                  <a:cubicBezTo>
                    <a:pt x="3246" y="1547"/>
                    <a:pt x="3277" y="1253"/>
                    <a:pt x="3308" y="990"/>
                  </a:cubicBezTo>
                  <a:cubicBezTo>
                    <a:pt x="3323" y="712"/>
                    <a:pt x="3354" y="434"/>
                    <a:pt x="3354" y="140"/>
                  </a:cubicBezTo>
                  <a:lnTo>
                    <a:pt x="33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7"/>
            <p:cNvSpPr/>
            <p:nvPr/>
          </p:nvSpPr>
          <p:spPr>
            <a:xfrm rot="864690">
              <a:off x="7587199" y="1226855"/>
              <a:ext cx="300352" cy="48828"/>
            </a:xfrm>
            <a:custGeom>
              <a:avLst/>
              <a:gdLst/>
              <a:ahLst/>
              <a:cxnLst/>
              <a:rect l="l" t="t" r="r" b="b"/>
              <a:pathLst>
                <a:path w="2319" h="377" extrusionOk="0">
                  <a:moveTo>
                    <a:pt x="125" y="0"/>
                  </a:moveTo>
                  <a:cubicBezTo>
                    <a:pt x="75" y="0"/>
                    <a:pt x="27" y="21"/>
                    <a:pt x="16" y="68"/>
                  </a:cubicBezTo>
                  <a:cubicBezTo>
                    <a:pt x="0" y="130"/>
                    <a:pt x="31" y="176"/>
                    <a:pt x="93" y="207"/>
                  </a:cubicBezTo>
                  <a:cubicBezTo>
                    <a:pt x="495" y="315"/>
                    <a:pt x="927" y="377"/>
                    <a:pt x="1376" y="377"/>
                  </a:cubicBezTo>
                  <a:cubicBezTo>
                    <a:pt x="1654" y="377"/>
                    <a:pt x="1932" y="361"/>
                    <a:pt x="2195" y="300"/>
                  </a:cubicBezTo>
                  <a:cubicBezTo>
                    <a:pt x="2272" y="300"/>
                    <a:pt x="2318" y="238"/>
                    <a:pt x="2303" y="176"/>
                  </a:cubicBezTo>
                  <a:cubicBezTo>
                    <a:pt x="2303" y="136"/>
                    <a:pt x="2245" y="96"/>
                    <a:pt x="2189" y="96"/>
                  </a:cubicBezTo>
                  <a:cubicBezTo>
                    <a:pt x="2181" y="96"/>
                    <a:pt x="2172" y="97"/>
                    <a:pt x="2164" y="99"/>
                  </a:cubicBezTo>
                  <a:cubicBezTo>
                    <a:pt x="1892" y="156"/>
                    <a:pt x="1615" y="184"/>
                    <a:pt x="1339" y="184"/>
                  </a:cubicBezTo>
                  <a:cubicBezTo>
                    <a:pt x="941" y="184"/>
                    <a:pt x="545" y="125"/>
                    <a:pt x="170" y="6"/>
                  </a:cubicBezTo>
                  <a:cubicBezTo>
                    <a:pt x="156" y="2"/>
                    <a:pt x="140" y="0"/>
                    <a:pt x="12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7"/>
            <p:cNvSpPr/>
            <p:nvPr/>
          </p:nvSpPr>
          <p:spPr>
            <a:xfrm rot="864690">
              <a:off x="7597803" y="1296128"/>
              <a:ext cx="250358" cy="46238"/>
            </a:xfrm>
            <a:custGeom>
              <a:avLst/>
              <a:gdLst/>
              <a:ahLst/>
              <a:cxnLst/>
              <a:rect l="l" t="t" r="r" b="b"/>
              <a:pathLst>
                <a:path w="1933" h="357" extrusionOk="0">
                  <a:moveTo>
                    <a:pt x="170" y="1"/>
                  </a:moveTo>
                  <a:cubicBezTo>
                    <a:pt x="93" y="1"/>
                    <a:pt x="31" y="16"/>
                    <a:pt x="16" y="78"/>
                  </a:cubicBezTo>
                  <a:cubicBezTo>
                    <a:pt x="0" y="140"/>
                    <a:pt x="31" y="202"/>
                    <a:pt x="93" y="217"/>
                  </a:cubicBezTo>
                  <a:cubicBezTo>
                    <a:pt x="433" y="310"/>
                    <a:pt x="789" y="356"/>
                    <a:pt x="1160" y="356"/>
                  </a:cubicBezTo>
                  <a:cubicBezTo>
                    <a:pt x="1361" y="356"/>
                    <a:pt x="1577" y="356"/>
                    <a:pt x="1809" y="279"/>
                  </a:cubicBezTo>
                  <a:cubicBezTo>
                    <a:pt x="1871" y="279"/>
                    <a:pt x="1932" y="217"/>
                    <a:pt x="1902" y="155"/>
                  </a:cubicBezTo>
                  <a:cubicBezTo>
                    <a:pt x="1902" y="104"/>
                    <a:pt x="1848" y="74"/>
                    <a:pt x="1804" y="74"/>
                  </a:cubicBezTo>
                  <a:cubicBezTo>
                    <a:pt x="1795" y="74"/>
                    <a:pt x="1786" y="76"/>
                    <a:pt x="1778" y="78"/>
                  </a:cubicBezTo>
                  <a:cubicBezTo>
                    <a:pt x="1572" y="108"/>
                    <a:pt x="1362" y="124"/>
                    <a:pt x="1151" y="124"/>
                  </a:cubicBezTo>
                  <a:cubicBezTo>
                    <a:pt x="822" y="124"/>
                    <a:pt x="490" y="86"/>
                    <a:pt x="17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7"/>
            <p:cNvSpPr/>
            <p:nvPr/>
          </p:nvSpPr>
          <p:spPr>
            <a:xfrm rot="864690">
              <a:off x="7754418" y="777788"/>
              <a:ext cx="92217" cy="407075"/>
            </a:xfrm>
            <a:custGeom>
              <a:avLst/>
              <a:gdLst/>
              <a:ahLst/>
              <a:cxnLst/>
              <a:rect l="l" t="t" r="r" b="b"/>
              <a:pathLst>
                <a:path w="712" h="3143" extrusionOk="0">
                  <a:moveTo>
                    <a:pt x="447" y="0"/>
                  </a:moveTo>
                  <a:cubicBezTo>
                    <a:pt x="416" y="0"/>
                    <a:pt x="383" y="15"/>
                    <a:pt x="356" y="51"/>
                  </a:cubicBezTo>
                  <a:cubicBezTo>
                    <a:pt x="186" y="330"/>
                    <a:pt x="263" y="654"/>
                    <a:pt x="325" y="886"/>
                  </a:cubicBezTo>
                  <a:lnTo>
                    <a:pt x="356" y="1025"/>
                  </a:lnTo>
                  <a:cubicBezTo>
                    <a:pt x="418" y="1226"/>
                    <a:pt x="480" y="1427"/>
                    <a:pt x="464" y="1612"/>
                  </a:cubicBezTo>
                  <a:cubicBezTo>
                    <a:pt x="433" y="1767"/>
                    <a:pt x="340" y="1922"/>
                    <a:pt x="263" y="2076"/>
                  </a:cubicBezTo>
                  <a:cubicBezTo>
                    <a:pt x="232" y="2153"/>
                    <a:pt x="186" y="2215"/>
                    <a:pt x="155" y="2293"/>
                  </a:cubicBezTo>
                  <a:cubicBezTo>
                    <a:pt x="0" y="2602"/>
                    <a:pt x="0" y="2911"/>
                    <a:pt x="170" y="3112"/>
                  </a:cubicBezTo>
                  <a:cubicBezTo>
                    <a:pt x="186" y="3127"/>
                    <a:pt x="232" y="3143"/>
                    <a:pt x="263" y="3143"/>
                  </a:cubicBezTo>
                  <a:cubicBezTo>
                    <a:pt x="294" y="3143"/>
                    <a:pt x="311" y="3136"/>
                    <a:pt x="324" y="3136"/>
                  </a:cubicBezTo>
                  <a:cubicBezTo>
                    <a:pt x="330" y="3136"/>
                    <a:pt x="335" y="3137"/>
                    <a:pt x="340" y="3143"/>
                  </a:cubicBezTo>
                  <a:cubicBezTo>
                    <a:pt x="387" y="3127"/>
                    <a:pt x="402" y="3050"/>
                    <a:pt x="356" y="3003"/>
                  </a:cubicBezTo>
                  <a:cubicBezTo>
                    <a:pt x="186" y="2818"/>
                    <a:pt x="279" y="2540"/>
                    <a:pt x="356" y="2385"/>
                  </a:cubicBezTo>
                  <a:cubicBezTo>
                    <a:pt x="387" y="2339"/>
                    <a:pt x="418" y="2262"/>
                    <a:pt x="464" y="2200"/>
                  </a:cubicBezTo>
                  <a:cubicBezTo>
                    <a:pt x="557" y="2030"/>
                    <a:pt x="650" y="1844"/>
                    <a:pt x="665" y="1659"/>
                  </a:cubicBezTo>
                  <a:cubicBezTo>
                    <a:pt x="711" y="1427"/>
                    <a:pt x="650" y="1195"/>
                    <a:pt x="572" y="979"/>
                  </a:cubicBezTo>
                  <a:lnTo>
                    <a:pt x="541" y="840"/>
                  </a:lnTo>
                  <a:cubicBezTo>
                    <a:pt x="480" y="654"/>
                    <a:pt x="418" y="361"/>
                    <a:pt x="557" y="144"/>
                  </a:cubicBezTo>
                  <a:cubicBezTo>
                    <a:pt x="588" y="113"/>
                    <a:pt x="572" y="36"/>
                    <a:pt x="510" y="21"/>
                  </a:cubicBezTo>
                  <a:cubicBezTo>
                    <a:pt x="491" y="8"/>
                    <a:pt x="469" y="0"/>
                    <a:pt x="44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7"/>
            <p:cNvSpPr/>
            <p:nvPr/>
          </p:nvSpPr>
          <p:spPr>
            <a:xfrm rot="864690">
              <a:off x="7974980" y="291837"/>
              <a:ext cx="34193" cy="250358"/>
            </a:xfrm>
            <a:custGeom>
              <a:avLst/>
              <a:gdLst/>
              <a:ahLst/>
              <a:cxnLst/>
              <a:rect l="l" t="t" r="r" b="b"/>
              <a:pathLst>
                <a:path w="264" h="1933" extrusionOk="0">
                  <a:moveTo>
                    <a:pt x="155" y="0"/>
                  </a:moveTo>
                  <a:cubicBezTo>
                    <a:pt x="93" y="0"/>
                    <a:pt x="47" y="31"/>
                    <a:pt x="47" y="93"/>
                  </a:cubicBezTo>
                  <a:lnTo>
                    <a:pt x="0" y="1840"/>
                  </a:lnTo>
                  <a:cubicBezTo>
                    <a:pt x="0" y="1886"/>
                    <a:pt x="47" y="1932"/>
                    <a:pt x="124" y="1932"/>
                  </a:cubicBezTo>
                  <a:cubicBezTo>
                    <a:pt x="201" y="1932"/>
                    <a:pt x="232" y="1886"/>
                    <a:pt x="232" y="1840"/>
                  </a:cubicBezTo>
                  <a:lnTo>
                    <a:pt x="263" y="93"/>
                  </a:lnTo>
                  <a:cubicBezTo>
                    <a:pt x="263" y="31"/>
                    <a:pt x="217" y="0"/>
                    <a:pt x="15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7"/>
            <p:cNvSpPr/>
            <p:nvPr/>
          </p:nvSpPr>
          <p:spPr>
            <a:xfrm rot="864690">
              <a:off x="8201277" y="909226"/>
              <a:ext cx="216295" cy="28105"/>
            </a:xfrm>
            <a:custGeom>
              <a:avLst/>
              <a:gdLst/>
              <a:ahLst/>
              <a:cxnLst/>
              <a:rect l="l" t="t" r="r" b="b"/>
              <a:pathLst>
                <a:path w="1670" h="217" extrusionOk="0">
                  <a:moveTo>
                    <a:pt x="1546" y="0"/>
                  </a:moveTo>
                  <a:lnTo>
                    <a:pt x="124" y="16"/>
                  </a:lnTo>
                  <a:cubicBezTo>
                    <a:pt x="62" y="16"/>
                    <a:pt x="0" y="62"/>
                    <a:pt x="0" y="124"/>
                  </a:cubicBezTo>
                  <a:cubicBezTo>
                    <a:pt x="0" y="170"/>
                    <a:pt x="62" y="217"/>
                    <a:pt x="124" y="217"/>
                  </a:cubicBezTo>
                  <a:lnTo>
                    <a:pt x="1546" y="201"/>
                  </a:lnTo>
                  <a:cubicBezTo>
                    <a:pt x="1608" y="201"/>
                    <a:pt x="1669" y="155"/>
                    <a:pt x="1669" y="93"/>
                  </a:cubicBezTo>
                  <a:cubicBezTo>
                    <a:pt x="1669" y="31"/>
                    <a:pt x="1608" y="0"/>
                    <a:pt x="154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7"/>
            <p:cNvSpPr/>
            <p:nvPr/>
          </p:nvSpPr>
          <p:spPr>
            <a:xfrm rot="864690">
              <a:off x="7251065" y="636179"/>
              <a:ext cx="312527" cy="66702"/>
            </a:xfrm>
            <a:custGeom>
              <a:avLst/>
              <a:gdLst/>
              <a:ahLst/>
              <a:cxnLst/>
              <a:rect l="l" t="t" r="r" b="b"/>
              <a:pathLst>
                <a:path w="2413" h="515" extrusionOk="0">
                  <a:moveTo>
                    <a:pt x="124" y="0"/>
                  </a:moveTo>
                  <a:cubicBezTo>
                    <a:pt x="74" y="0"/>
                    <a:pt x="29" y="30"/>
                    <a:pt x="16" y="82"/>
                  </a:cubicBezTo>
                  <a:cubicBezTo>
                    <a:pt x="1" y="143"/>
                    <a:pt x="63" y="205"/>
                    <a:pt x="109" y="205"/>
                  </a:cubicBezTo>
                  <a:lnTo>
                    <a:pt x="2258" y="514"/>
                  </a:lnTo>
                  <a:lnTo>
                    <a:pt x="2273" y="514"/>
                  </a:lnTo>
                  <a:cubicBezTo>
                    <a:pt x="2335" y="514"/>
                    <a:pt x="2397" y="483"/>
                    <a:pt x="2397" y="437"/>
                  </a:cubicBezTo>
                  <a:cubicBezTo>
                    <a:pt x="2412" y="375"/>
                    <a:pt x="2350" y="313"/>
                    <a:pt x="2304" y="313"/>
                  </a:cubicBezTo>
                  <a:lnTo>
                    <a:pt x="156" y="4"/>
                  </a:lnTo>
                  <a:cubicBezTo>
                    <a:pt x="145" y="2"/>
                    <a:pt x="134" y="0"/>
                    <a:pt x="12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7"/>
            <p:cNvSpPr/>
            <p:nvPr/>
          </p:nvSpPr>
          <p:spPr>
            <a:xfrm rot="864690">
              <a:off x="8164843" y="589260"/>
              <a:ext cx="92217" cy="114753"/>
            </a:xfrm>
            <a:custGeom>
              <a:avLst/>
              <a:gdLst/>
              <a:ahLst/>
              <a:cxnLst/>
              <a:rect l="l" t="t" r="r" b="b"/>
              <a:pathLst>
                <a:path w="712" h="886" extrusionOk="0">
                  <a:moveTo>
                    <a:pt x="567" y="0"/>
                  </a:moveTo>
                  <a:cubicBezTo>
                    <a:pt x="534" y="0"/>
                    <a:pt x="503" y="12"/>
                    <a:pt x="480" y="35"/>
                  </a:cubicBezTo>
                  <a:cubicBezTo>
                    <a:pt x="279" y="252"/>
                    <a:pt x="125" y="483"/>
                    <a:pt x="16" y="746"/>
                  </a:cubicBezTo>
                  <a:cubicBezTo>
                    <a:pt x="1" y="808"/>
                    <a:pt x="47" y="870"/>
                    <a:pt x="94" y="885"/>
                  </a:cubicBezTo>
                  <a:lnTo>
                    <a:pt x="140" y="885"/>
                  </a:lnTo>
                  <a:cubicBezTo>
                    <a:pt x="171" y="885"/>
                    <a:pt x="233" y="870"/>
                    <a:pt x="248" y="808"/>
                  </a:cubicBezTo>
                  <a:cubicBezTo>
                    <a:pt x="326" y="576"/>
                    <a:pt x="465" y="344"/>
                    <a:pt x="666" y="174"/>
                  </a:cubicBezTo>
                  <a:cubicBezTo>
                    <a:pt x="712" y="128"/>
                    <a:pt x="712" y="66"/>
                    <a:pt x="666" y="35"/>
                  </a:cubicBezTo>
                  <a:cubicBezTo>
                    <a:pt x="635" y="12"/>
                    <a:pt x="600" y="0"/>
                    <a:pt x="56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7"/>
            <p:cNvSpPr/>
            <p:nvPr/>
          </p:nvSpPr>
          <p:spPr>
            <a:xfrm rot="864690">
              <a:off x="7538891" y="362823"/>
              <a:ext cx="192334" cy="191946"/>
            </a:xfrm>
            <a:custGeom>
              <a:avLst/>
              <a:gdLst/>
              <a:ahLst/>
              <a:cxnLst/>
              <a:rect l="l" t="t" r="r" b="b"/>
              <a:pathLst>
                <a:path w="1485" h="1482" extrusionOk="0">
                  <a:moveTo>
                    <a:pt x="121" y="1"/>
                  </a:moveTo>
                  <a:cubicBezTo>
                    <a:pt x="105" y="1"/>
                    <a:pt x="91" y="5"/>
                    <a:pt x="78" y="13"/>
                  </a:cubicBezTo>
                  <a:cubicBezTo>
                    <a:pt x="16" y="28"/>
                    <a:pt x="1" y="90"/>
                    <a:pt x="16" y="137"/>
                  </a:cubicBezTo>
                  <a:cubicBezTo>
                    <a:pt x="264" y="693"/>
                    <a:pt x="727" y="1141"/>
                    <a:pt x="1284" y="1466"/>
                  </a:cubicBezTo>
                  <a:cubicBezTo>
                    <a:pt x="1315" y="1481"/>
                    <a:pt x="1330" y="1481"/>
                    <a:pt x="1346" y="1481"/>
                  </a:cubicBezTo>
                  <a:cubicBezTo>
                    <a:pt x="1392" y="1481"/>
                    <a:pt x="1423" y="1466"/>
                    <a:pt x="1438" y="1419"/>
                  </a:cubicBezTo>
                  <a:cubicBezTo>
                    <a:pt x="1485" y="1388"/>
                    <a:pt x="1469" y="1327"/>
                    <a:pt x="1407" y="1280"/>
                  </a:cubicBezTo>
                  <a:cubicBezTo>
                    <a:pt x="882" y="1002"/>
                    <a:pt x="465" y="569"/>
                    <a:pt x="233" y="75"/>
                  </a:cubicBezTo>
                  <a:cubicBezTo>
                    <a:pt x="210" y="29"/>
                    <a:pt x="163" y="1"/>
                    <a:pt x="12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7"/>
            <p:cNvSpPr/>
            <p:nvPr/>
          </p:nvSpPr>
          <p:spPr>
            <a:xfrm rot="864690">
              <a:off x="8092500" y="1038304"/>
              <a:ext cx="160343" cy="94289"/>
            </a:xfrm>
            <a:custGeom>
              <a:avLst/>
              <a:gdLst/>
              <a:ahLst/>
              <a:cxnLst/>
              <a:rect l="l" t="t" r="r" b="b"/>
              <a:pathLst>
                <a:path w="1238" h="728" extrusionOk="0">
                  <a:moveTo>
                    <a:pt x="126" y="0"/>
                  </a:moveTo>
                  <a:cubicBezTo>
                    <a:pt x="102" y="0"/>
                    <a:pt x="80" y="5"/>
                    <a:pt x="62" y="17"/>
                  </a:cubicBezTo>
                  <a:cubicBezTo>
                    <a:pt x="1" y="32"/>
                    <a:pt x="1" y="110"/>
                    <a:pt x="32" y="156"/>
                  </a:cubicBezTo>
                  <a:cubicBezTo>
                    <a:pt x="310" y="419"/>
                    <a:pt x="650" y="635"/>
                    <a:pt x="1067" y="728"/>
                  </a:cubicBezTo>
                  <a:lnTo>
                    <a:pt x="1098" y="728"/>
                  </a:lnTo>
                  <a:cubicBezTo>
                    <a:pt x="1160" y="728"/>
                    <a:pt x="1191" y="697"/>
                    <a:pt x="1206" y="697"/>
                  </a:cubicBezTo>
                  <a:cubicBezTo>
                    <a:pt x="1237" y="635"/>
                    <a:pt x="1191" y="573"/>
                    <a:pt x="1144" y="558"/>
                  </a:cubicBezTo>
                  <a:cubicBezTo>
                    <a:pt x="789" y="465"/>
                    <a:pt x="464" y="295"/>
                    <a:pt x="232" y="32"/>
                  </a:cubicBezTo>
                  <a:cubicBezTo>
                    <a:pt x="204" y="13"/>
                    <a:pt x="163" y="0"/>
                    <a:pt x="12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7"/>
            <p:cNvSpPr/>
            <p:nvPr/>
          </p:nvSpPr>
          <p:spPr>
            <a:xfrm rot="864690">
              <a:off x="7382482" y="916015"/>
              <a:ext cx="136253" cy="103226"/>
            </a:xfrm>
            <a:custGeom>
              <a:avLst/>
              <a:gdLst/>
              <a:ahLst/>
              <a:cxnLst/>
              <a:rect l="l" t="t" r="r" b="b"/>
              <a:pathLst>
                <a:path w="1052" h="797" extrusionOk="0">
                  <a:moveTo>
                    <a:pt x="920" y="1"/>
                  </a:moveTo>
                  <a:cubicBezTo>
                    <a:pt x="893" y="1"/>
                    <a:pt x="866" y="9"/>
                    <a:pt x="835" y="24"/>
                  </a:cubicBezTo>
                  <a:lnTo>
                    <a:pt x="47" y="627"/>
                  </a:lnTo>
                  <a:cubicBezTo>
                    <a:pt x="0" y="642"/>
                    <a:pt x="0" y="720"/>
                    <a:pt x="47" y="766"/>
                  </a:cubicBezTo>
                  <a:cubicBezTo>
                    <a:pt x="78" y="781"/>
                    <a:pt x="109" y="797"/>
                    <a:pt x="140" y="797"/>
                  </a:cubicBezTo>
                  <a:cubicBezTo>
                    <a:pt x="155" y="797"/>
                    <a:pt x="186" y="797"/>
                    <a:pt x="217" y="766"/>
                  </a:cubicBezTo>
                  <a:lnTo>
                    <a:pt x="1005" y="163"/>
                  </a:lnTo>
                  <a:cubicBezTo>
                    <a:pt x="1051" y="148"/>
                    <a:pt x="1051" y="70"/>
                    <a:pt x="1005" y="24"/>
                  </a:cubicBezTo>
                  <a:cubicBezTo>
                    <a:pt x="974" y="9"/>
                    <a:pt x="947" y="1"/>
                    <a:pt x="92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only 9">
  <p:cSld name="Title only 9">
    <p:bg>
      <p:bgPr>
        <a:solidFill>
          <a:schemeClr val="lt1"/>
        </a:solidFill>
        <a:effectLst/>
      </p:bgPr>
    </p:bg>
    <p:spTree>
      <p:nvGrpSpPr>
        <p:cNvPr id="1" name="Shape 383"/>
        <p:cNvGrpSpPr/>
        <p:nvPr/>
      </p:nvGrpSpPr>
      <p:grpSpPr>
        <a:xfrm>
          <a:off x="0" y="0"/>
          <a:ext cx="0" cy="0"/>
          <a:chOff x="0" y="0"/>
          <a:chExt cx="0" cy="0"/>
        </a:xfrm>
      </p:grpSpPr>
      <p:sp>
        <p:nvSpPr>
          <p:cNvPr id="384" name="Google Shape;384;p28"/>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
        <p:nvSpPr>
          <p:cNvPr id="385" name="Google Shape;385;p28"/>
          <p:cNvSpPr/>
          <p:nvPr/>
        </p:nvSpPr>
        <p:spPr>
          <a:xfrm rot="740959">
            <a:off x="211104" y="4067886"/>
            <a:ext cx="820587" cy="952633"/>
          </a:xfrm>
          <a:prstGeom prst="hear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8"/>
          <p:cNvSpPr/>
          <p:nvPr/>
        </p:nvSpPr>
        <p:spPr>
          <a:xfrm>
            <a:off x="8406525" y="373325"/>
            <a:ext cx="876300" cy="876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8"/>
          <p:cNvSpPr/>
          <p:nvPr/>
        </p:nvSpPr>
        <p:spPr>
          <a:xfrm>
            <a:off x="-242850" y="4031050"/>
            <a:ext cx="1367309" cy="1037869"/>
          </a:xfrm>
          <a:custGeom>
            <a:avLst/>
            <a:gdLst/>
            <a:ahLst/>
            <a:cxnLst/>
            <a:rect l="l" t="t" r="r" b="b"/>
            <a:pathLst>
              <a:path w="27621" h="20966" extrusionOk="0">
                <a:moveTo>
                  <a:pt x="12470" y="732"/>
                </a:moveTo>
                <a:cubicBezTo>
                  <a:pt x="14599" y="732"/>
                  <a:pt x="16245" y="2692"/>
                  <a:pt x="17079" y="4584"/>
                </a:cubicBezTo>
                <a:cubicBezTo>
                  <a:pt x="17136" y="4719"/>
                  <a:pt x="17234" y="4774"/>
                  <a:pt x="17338" y="4774"/>
                </a:cubicBezTo>
                <a:cubicBezTo>
                  <a:pt x="17542" y="4774"/>
                  <a:pt x="17769" y="4560"/>
                  <a:pt x="17747" y="4317"/>
                </a:cubicBezTo>
                <a:cubicBezTo>
                  <a:pt x="18958" y="2972"/>
                  <a:pt x="20681" y="1762"/>
                  <a:pt x="22430" y="1762"/>
                </a:cubicBezTo>
                <a:cubicBezTo>
                  <a:pt x="23283" y="1762"/>
                  <a:pt x="24143" y="2049"/>
                  <a:pt x="24952" y="2749"/>
                </a:cubicBezTo>
                <a:cubicBezTo>
                  <a:pt x="27620" y="5084"/>
                  <a:pt x="25119" y="8086"/>
                  <a:pt x="23584" y="10154"/>
                </a:cubicBezTo>
                <a:cubicBezTo>
                  <a:pt x="22150" y="12022"/>
                  <a:pt x="20649" y="13824"/>
                  <a:pt x="19048" y="15492"/>
                </a:cubicBezTo>
                <a:cubicBezTo>
                  <a:pt x="18414" y="16159"/>
                  <a:pt x="16913" y="17026"/>
                  <a:pt x="16546" y="17993"/>
                </a:cubicBezTo>
                <a:cubicBezTo>
                  <a:pt x="14378" y="15291"/>
                  <a:pt x="11776" y="12690"/>
                  <a:pt x="10108" y="9621"/>
                </a:cubicBezTo>
                <a:cubicBezTo>
                  <a:pt x="10108" y="9587"/>
                  <a:pt x="10074" y="9487"/>
                  <a:pt x="10041" y="9454"/>
                </a:cubicBezTo>
                <a:cubicBezTo>
                  <a:pt x="9708" y="8820"/>
                  <a:pt x="9407" y="8153"/>
                  <a:pt x="9140" y="7453"/>
                </a:cubicBezTo>
                <a:cubicBezTo>
                  <a:pt x="8407" y="5184"/>
                  <a:pt x="8573" y="1982"/>
                  <a:pt x="11142" y="981"/>
                </a:cubicBezTo>
                <a:cubicBezTo>
                  <a:pt x="11602" y="809"/>
                  <a:pt x="12045" y="732"/>
                  <a:pt x="12470" y="732"/>
                </a:cubicBezTo>
                <a:close/>
                <a:moveTo>
                  <a:pt x="9441" y="10088"/>
                </a:moveTo>
                <a:cubicBezTo>
                  <a:pt x="9574" y="10288"/>
                  <a:pt x="9708" y="10521"/>
                  <a:pt x="9808" y="10755"/>
                </a:cubicBezTo>
                <a:cubicBezTo>
                  <a:pt x="10541" y="11622"/>
                  <a:pt x="11209" y="12656"/>
                  <a:pt x="11909" y="13657"/>
                </a:cubicBezTo>
                <a:cubicBezTo>
                  <a:pt x="10541" y="15692"/>
                  <a:pt x="9407" y="18027"/>
                  <a:pt x="8607" y="20362"/>
                </a:cubicBezTo>
                <a:cubicBezTo>
                  <a:pt x="6372" y="19661"/>
                  <a:pt x="4204" y="18761"/>
                  <a:pt x="2236" y="17360"/>
                </a:cubicBezTo>
                <a:cubicBezTo>
                  <a:pt x="701" y="16259"/>
                  <a:pt x="1068" y="14424"/>
                  <a:pt x="2636" y="13590"/>
                </a:cubicBezTo>
                <a:cubicBezTo>
                  <a:pt x="3145" y="13302"/>
                  <a:pt x="3697" y="13177"/>
                  <a:pt x="4248" y="13177"/>
                </a:cubicBezTo>
                <a:cubicBezTo>
                  <a:pt x="4781" y="13177"/>
                  <a:pt x="5313" y="13294"/>
                  <a:pt x="5805" y="13490"/>
                </a:cubicBezTo>
                <a:lnTo>
                  <a:pt x="5805" y="13590"/>
                </a:lnTo>
                <a:cubicBezTo>
                  <a:pt x="5842" y="13684"/>
                  <a:pt x="5922" y="13725"/>
                  <a:pt x="6009" y="13725"/>
                </a:cubicBezTo>
                <a:cubicBezTo>
                  <a:pt x="6076" y="13725"/>
                  <a:pt x="6147" y="13701"/>
                  <a:pt x="6205" y="13657"/>
                </a:cubicBezTo>
                <a:cubicBezTo>
                  <a:pt x="6305" y="13657"/>
                  <a:pt x="6472" y="13490"/>
                  <a:pt x="6305" y="13357"/>
                </a:cubicBezTo>
                <a:cubicBezTo>
                  <a:pt x="6272" y="13323"/>
                  <a:pt x="6272" y="13323"/>
                  <a:pt x="6238" y="13323"/>
                </a:cubicBezTo>
                <a:cubicBezTo>
                  <a:pt x="6305" y="11489"/>
                  <a:pt x="7706" y="10255"/>
                  <a:pt x="9441" y="10088"/>
                </a:cubicBezTo>
                <a:close/>
                <a:moveTo>
                  <a:pt x="12405" y="0"/>
                </a:moveTo>
                <a:cubicBezTo>
                  <a:pt x="10464" y="0"/>
                  <a:pt x="8938" y="1351"/>
                  <a:pt x="8307" y="3149"/>
                </a:cubicBezTo>
                <a:cubicBezTo>
                  <a:pt x="7573" y="5284"/>
                  <a:pt x="8173" y="7419"/>
                  <a:pt x="9140" y="9321"/>
                </a:cubicBezTo>
                <a:cubicBezTo>
                  <a:pt x="7406" y="9354"/>
                  <a:pt x="5771" y="11122"/>
                  <a:pt x="5771" y="12923"/>
                </a:cubicBezTo>
                <a:cubicBezTo>
                  <a:pt x="5261" y="12649"/>
                  <a:pt x="4690" y="12521"/>
                  <a:pt x="4117" y="12521"/>
                </a:cubicBezTo>
                <a:cubicBezTo>
                  <a:pt x="2594" y="12521"/>
                  <a:pt x="1052" y="13431"/>
                  <a:pt x="568" y="14958"/>
                </a:cubicBezTo>
                <a:cubicBezTo>
                  <a:pt x="1" y="16759"/>
                  <a:pt x="1435" y="17593"/>
                  <a:pt x="2769" y="18460"/>
                </a:cubicBezTo>
                <a:cubicBezTo>
                  <a:pt x="4571" y="19595"/>
                  <a:pt x="6572" y="20495"/>
                  <a:pt x="8607" y="20962"/>
                </a:cubicBezTo>
                <a:cubicBezTo>
                  <a:pt x="8624" y="20964"/>
                  <a:pt x="8641" y="20965"/>
                  <a:pt x="8657" y="20965"/>
                </a:cubicBezTo>
                <a:cubicBezTo>
                  <a:pt x="8890" y="20965"/>
                  <a:pt x="9003" y="20751"/>
                  <a:pt x="8940" y="20595"/>
                </a:cubicBezTo>
                <a:lnTo>
                  <a:pt x="8974" y="20529"/>
                </a:lnTo>
                <a:cubicBezTo>
                  <a:pt x="10074" y="18360"/>
                  <a:pt x="11142" y="16292"/>
                  <a:pt x="12276" y="14157"/>
                </a:cubicBezTo>
                <a:cubicBezTo>
                  <a:pt x="13544" y="15792"/>
                  <a:pt x="14911" y="17293"/>
                  <a:pt x="16446" y="18594"/>
                </a:cubicBezTo>
                <a:cubicBezTo>
                  <a:pt x="16479" y="18661"/>
                  <a:pt x="16579" y="18761"/>
                  <a:pt x="16646" y="18761"/>
                </a:cubicBezTo>
                <a:lnTo>
                  <a:pt x="16779" y="18761"/>
                </a:lnTo>
                <a:cubicBezTo>
                  <a:pt x="16802" y="18765"/>
                  <a:pt x="16823" y="18767"/>
                  <a:pt x="16845" y="18767"/>
                </a:cubicBezTo>
                <a:cubicBezTo>
                  <a:pt x="16982" y="18767"/>
                  <a:pt x="17097" y="18681"/>
                  <a:pt x="17213" y="18594"/>
                </a:cubicBezTo>
                <a:lnTo>
                  <a:pt x="17280" y="18460"/>
                </a:lnTo>
                <a:cubicBezTo>
                  <a:pt x="17346" y="18360"/>
                  <a:pt x="17313" y="18194"/>
                  <a:pt x="17280" y="18127"/>
                </a:cubicBezTo>
                <a:cubicBezTo>
                  <a:pt x="18914" y="16759"/>
                  <a:pt x="23084" y="11789"/>
                  <a:pt x="23484" y="11289"/>
                </a:cubicBezTo>
                <a:cubicBezTo>
                  <a:pt x="24918" y="9621"/>
                  <a:pt x="27153" y="7286"/>
                  <a:pt x="26886" y="4851"/>
                </a:cubicBezTo>
                <a:cubicBezTo>
                  <a:pt x="26653" y="2983"/>
                  <a:pt x="24985" y="1515"/>
                  <a:pt x="23217" y="1181"/>
                </a:cubicBezTo>
                <a:cubicBezTo>
                  <a:pt x="22938" y="1132"/>
                  <a:pt x="22661" y="1109"/>
                  <a:pt x="22388" y="1109"/>
                </a:cubicBezTo>
                <a:cubicBezTo>
                  <a:pt x="20451" y="1109"/>
                  <a:pt x="18720" y="2296"/>
                  <a:pt x="17580" y="3817"/>
                </a:cubicBezTo>
                <a:cubicBezTo>
                  <a:pt x="16612" y="1915"/>
                  <a:pt x="15045" y="181"/>
                  <a:pt x="12743" y="14"/>
                </a:cubicBezTo>
                <a:cubicBezTo>
                  <a:pt x="12629" y="5"/>
                  <a:pt x="12517" y="0"/>
                  <a:pt x="12405" y="0"/>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8"/>
          <p:cNvSpPr/>
          <p:nvPr/>
        </p:nvSpPr>
        <p:spPr>
          <a:xfrm>
            <a:off x="8256174" y="258826"/>
            <a:ext cx="984648" cy="952894"/>
          </a:xfrm>
          <a:custGeom>
            <a:avLst/>
            <a:gdLst/>
            <a:ahLst/>
            <a:cxnLst/>
            <a:rect l="l" t="t" r="r" b="b"/>
            <a:pathLst>
              <a:path w="7237" h="7004" extrusionOk="0">
                <a:moveTo>
                  <a:pt x="3422" y="435"/>
                </a:moveTo>
                <a:cubicBezTo>
                  <a:pt x="3533" y="435"/>
                  <a:pt x="3644" y="462"/>
                  <a:pt x="3755" y="462"/>
                </a:cubicBezTo>
                <a:cubicBezTo>
                  <a:pt x="4133" y="477"/>
                  <a:pt x="4512" y="522"/>
                  <a:pt x="4860" y="689"/>
                </a:cubicBezTo>
                <a:cubicBezTo>
                  <a:pt x="5193" y="840"/>
                  <a:pt x="5450" y="1128"/>
                  <a:pt x="5708" y="1385"/>
                </a:cubicBezTo>
                <a:cubicBezTo>
                  <a:pt x="5905" y="1597"/>
                  <a:pt x="6071" y="1809"/>
                  <a:pt x="6223" y="2052"/>
                </a:cubicBezTo>
                <a:cubicBezTo>
                  <a:pt x="6374" y="2294"/>
                  <a:pt x="6540" y="2566"/>
                  <a:pt x="6601" y="2884"/>
                </a:cubicBezTo>
                <a:cubicBezTo>
                  <a:pt x="6677" y="3369"/>
                  <a:pt x="6662" y="3853"/>
                  <a:pt x="6540" y="4322"/>
                </a:cubicBezTo>
                <a:cubicBezTo>
                  <a:pt x="6465" y="4565"/>
                  <a:pt x="6329" y="4822"/>
                  <a:pt x="6162" y="5049"/>
                </a:cubicBezTo>
                <a:cubicBezTo>
                  <a:pt x="6026" y="5231"/>
                  <a:pt x="5874" y="5382"/>
                  <a:pt x="5783" y="5594"/>
                </a:cubicBezTo>
                <a:cubicBezTo>
                  <a:pt x="5753" y="5700"/>
                  <a:pt x="5617" y="5730"/>
                  <a:pt x="5541" y="5806"/>
                </a:cubicBezTo>
                <a:cubicBezTo>
                  <a:pt x="5329" y="5988"/>
                  <a:pt x="5087" y="6154"/>
                  <a:pt x="4830" y="6276"/>
                </a:cubicBezTo>
                <a:cubicBezTo>
                  <a:pt x="4572" y="6366"/>
                  <a:pt x="4345" y="6427"/>
                  <a:pt x="4088" y="6457"/>
                </a:cubicBezTo>
                <a:cubicBezTo>
                  <a:pt x="3785" y="6503"/>
                  <a:pt x="3482" y="6563"/>
                  <a:pt x="3164" y="6563"/>
                </a:cubicBezTo>
                <a:cubicBezTo>
                  <a:pt x="2831" y="6563"/>
                  <a:pt x="2528" y="6442"/>
                  <a:pt x="2211" y="6427"/>
                </a:cubicBezTo>
                <a:cubicBezTo>
                  <a:pt x="2059" y="6397"/>
                  <a:pt x="1893" y="6245"/>
                  <a:pt x="1771" y="6124"/>
                </a:cubicBezTo>
                <a:cubicBezTo>
                  <a:pt x="1590" y="5912"/>
                  <a:pt x="1393" y="5685"/>
                  <a:pt x="1211" y="5473"/>
                </a:cubicBezTo>
                <a:cubicBezTo>
                  <a:pt x="1060" y="5307"/>
                  <a:pt x="924" y="5140"/>
                  <a:pt x="833" y="4928"/>
                </a:cubicBezTo>
                <a:cubicBezTo>
                  <a:pt x="636" y="4550"/>
                  <a:pt x="454" y="4156"/>
                  <a:pt x="439" y="3702"/>
                </a:cubicBezTo>
                <a:cubicBezTo>
                  <a:pt x="439" y="3429"/>
                  <a:pt x="515" y="3157"/>
                  <a:pt x="560" y="2884"/>
                </a:cubicBezTo>
                <a:cubicBezTo>
                  <a:pt x="651" y="2581"/>
                  <a:pt x="772" y="2263"/>
                  <a:pt x="984" y="1991"/>
                </a:cubicBezTo>
                <a:cubicBezTo>
                  <a:pt x="1181" y="1734"/>
                  <a:pt x="1378" y="1416"/>
                  <a:pt x="1681" y="1204"/>
                </a:cubicBezTo>
                <a:cubicBezTo>
                  <a:pt x="1817" y="1113"/>
                  <a:pt x="1908" y="977"/>
                  <a:pt x="2059" y="901"/>
                </a:cubicBezTo>
                <a:cubicBezTo>
                  <a:pt x="2271" y="780"/>
                  <a:pt x="2468" y="674"/>
                  <a:pt x="2725" y="613"/>
                </a:cubicBezTo>
                <a:cubicBezTo>
                  <a:pt x="2907" y="583"/>
                  <a:pt x="3073" y="538"/>
                  <a:pt x="3255" y="462"/>
                </a:cubicBezTo>
                <a:cubicBezTo>
                  <a:pt x="3311" y="442"/>
                  <a:pt x="3366" y="435"/>
                  <a:pt x="3422" y="435"/>
                </a:cubicBezTo>
                <a:close/>
                <a:moveTo>
                  <a:pt x="3596" y="1"/>
                </a:moveTo>
                <a:cubicBezTo>
                  <a:pt x="3578" y="1"/>
                  <a:pt x="3560" y="3"/>
                  <a:pt x="3543" y="8"/>
                </a:cubicBezTo>
                <a:cubicBezTo>
                  <a:pt x="3331" y="83"/>
                  <a:pt x="3119" y="23"/>
                  <a:pt x="2937" y="98"/>
                </a:cubicBezTo>
                <a:cubicBezTo>
                  <a:pt x="2916" y="82"/>
                  <a:pt x="2896" y="78"/>
                  <a:pt x="2879" y="78"/>
                </a:cubicBezTo>
                <a:cubicBezTo>
                  <a:pt x="2856" y="78"/>
                  <a:pt x="2837" y="87"/>
                  <a:pt x="2825" y="87"/>
                </a:cubicBezTo>
                <a:cubicBezTo>
                  <a:pt x="2822" y="87"/>
                  <a:pt x="2818" y="86"/>
                  <a:pt x="2816" y="83"/>
                </a:cubicBezTo>
                <a:cubicBezTo>
                  <a:pt x="2680" y="144"/>
                  <a:pt x="2574" y="235"/>
                  <a:pt x="2438" y="280"/>
                </a:cubicBezTo>
                <a:cubicBezTo>
                  <a:pt x="2044" y="386"/>
                  <a:pt x="1711" y="628"/>
                  <a:pt x="1408" y="901"/>
                </a:cubicBezTo>
                <a:cubicBezTo>
                  <a:pt x="1090" y="1189"/>
                  <a:pt x="803" y="1506"/>
                  <a:pt x="575" y="1870"/>
                </a:cubicBezTo>
                <a:cubicBezTo>
                  <a:pt x="333" y="2263"/>
                  <a:pt x="242" y="2718"/>
                  <a:pt x="106" y="3157"/>
                </a:cubicBezTo>
                <a:cubicBezTo>
                  <a:pt x="0" y="3550"/>
                  <a:pt x="151" y="3929"/>
                  <a:pt x="227" y="4322"/>
                </a:cubicBezTo>
                <a:cubicBezTo>
                  <a:pt x="242" y="4474"/>
                  <a:pt x="318" y="4595"/>
                  <a:pt x="348" y="4701"/>
                </a:cubicBezTo>
                <a:cubicBezTo>
                  <a:pt x="424" y="4913"/>
                  <a:pt x="469" y="5125"/>
                  <a:pt x="651" y="5276"/>
                </a:cubicBezTo>
                <a:cubicBezTo>
                  <a:pt x="712" y="5307"/>
                  <a:pt x="772" y="5367"/>
                  <a:pt x="757" y="5443"/>
                </a:cubicBezTo>
                <a:cubicBezTo>
                  <a:pt x="727" y="5534"/>
                  <a:pt x="772" y="5579"/>
                  <a:pt x="848" y="5579"/>
                </a:cubicBezTo>
                <a:cubicBezTo>
                  <a:pt x="924" y="5579"/>
                  <a:pt x="939" y="5640"/>
                  <a:pt x="954" y="5700"/>
                </a:cubicBezTo>
                <a:cubicBezTo>
                  <a:pt x="1090" y="6003"/>
                  <a:pt x="1317" y="6230"/>
                  <a:pt x="1559" y="6427"/>
                </a:cubicBezTo>
                <a:cubicBezTo>
                  <a:pt x="1756" y="6563"/>
                  <a:pt x="1983" y="6669"/>
                  <a:pt x="2226" y="6745"/>
                </a:cubicBezTo>
                <a:cubicBezTo>
                  <a:pt x="2498" y="6821"/>
                  <a:pt x="2756" y="6942"/>
                  <a:pt x="3043" y="6957"/>
                </a:cubicBezTo>
                <a:cubicBezTo>
                  <a:pt x="3210" y="6968"/>
                  <a:pt x="3377" y="7004"/>
                  <a:pt x="3539" y="7004"/>
                </a:cubicBezTo>
                <a:cubicBezTo>
                  <a:pt x="3596" y="7004"/>
                  <a:pt x="3653" y="6999"/>
                  <a:pt x="3709" y="6987"/>
                </a:cubicBezTo>
                <a:cubicBezTo>
                  <a:pt x="4254" y="6896"/>
                  <a:pt x="4845" y="6836"/>
                  <a:pt x="5329" y="6518"/>
                </a:cubicBezTo>
                <a:cubicBezTo>
                  <a:pt x="5556" y="6382"/>
                  <a:pt x="5783" y="6260"/>
                  <a:pt x="5950" y="6064"/>
                </a:cubicBezTo>
                <a:cubicBezTo>
                  <a:pt x="6147" y="5882"/>
                  <a:pt x="6283" y="5655"/>
                  <a:pt x="6435" y="5443"/>
                </a:cubicBezTo>
                <a:cubicBezTo>
                  <a:pt x="6465" y="5382"/>
                  <a:pt x="6480" y="5261"/>
                  <a:pt x="6540" y="5231"/>
                </a:cubicBezTo>
                <a:cubicBezTo>
                  <a:pt x="6752" y="5064"/>
                  <a:pt x="6889" y="4792"/>
                  <a:pt x="6964" y="4565"/>
                </a:cubicBezTo>
                <a:cubicBezTo>
                  <a:pt x="7146" y="4020"/>
                  <a:pt x="7237" y="3444"/>
                  <a:pt x="7101" y="2839"/>
                </a:cubicBezTo>
                <a:cubicBezTo>
                  <a:pt x="7040" y="2597"/>
                  <a:pt x="6964" y="2339"/>
                  <a:pt x="6889" y="2112"/>
                </a:cubicBezTo>
                <a:cubicBezTo>
                  <a:pt x="6813" y="1840"/>
                  <a:pt x="6586" y="1612"/>
                  <a:pt x="6419" y="1385"/>
                </a:cubicBezTo>
                <a:cubicBezTo>
                  <a:pt x="6132" y="1037"/>
                  <a:pt x="5753" y="795"/>
                  <a:pt x="5390" y="538"/>
                </a:cubicBezTo>
                <a:cubicBezTo>
                  <a:pt x="5163" y="386"/>
                  <a:pt x="4921" y="295"/>
                  <a:pt x="4678" y="220"/>
                </a:cubicBezTo>
                <a:cubicBezTo>
                  <a:pt x="4481" y="159"/>
                  <a:pt x="4345" y="53"/>
                  <a:pt x="4148" y="53"/>
                </a:cubicBezTo>
                <a:cubicBezTo>
                  <a:pt x="4069" y="53"/>
                  <a:pt x="3998" y="79"/>
                  <a:pt x="3923" y="79"/>
                </a:cubicBezTo>
                <a:cubicBezTo>
                  <a:pt x="3898" y="79"/>
                  <a:pt x="3872" y="76"/>
                  <a:pt x="3846" y="68"/>
                </a:cubicBezTo>
                <a:cubicBezTo>
                  <a:pt x="3782" y="56"/>
                  <a:pt x="3687" y="1"/>
                  <a:pt x="3596" y="1"/>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only 10">
  <p:cSld name="Title only 10">
    <p:bg>
      <p:bgPr>
        <a:solidFill>
          <a:schemeClr val="lt1"/>
        </a:solidFill>
        <a:effectLst/>
      </p:bgPr>
    </p:bg>
    <p:spTree>
      <p:nvGrpSpPr>
        <p:cNvPr id="1" name="Shape 389"/>
        <p:cNvGrpSpPr/>
        <p:nvPr/>
      </p:nvGrpSpPr>
      <p:grpSpPr>
        <a:xfrm>
          <a:off x="0" y="0"/>
          <a:ext cx="0" cy="0"/>
          <a:chOff x="0" y="0"/>
          <a:chExt cx="0" cy="0"/>
        </a:xfrm>
      </p:grpSpPr>
      <p:sp>
        <p:nvSpPr>
          <p:cNvPr id="390" name="Google Shape;390;p29"/>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
        <p:nvSpPr>
          <p:cNvPr id="391" name="Google Shape;391;p29"/>
          <p:cNvSpPr/>
          <p:nvPr/>
        </p:nvSpPr>
        <p:spPr>
          <a:xfrm>
            <a:off x="8424000" y="1776538"/>
            <a:ext cx="526820" cy="541630"/>
          </a:xfrm>
          <a:custGeom>
            <a:avLst/>
            <a:gdLst/>
            <a:ahLst/>
            <a:cxnLst/>
            <a:rect l="l" t="t" r="r" b="b"/>
            <a:pathLst>
              <a:path w="4165" h="4282" extrusionOk="0">
                <a:moveTo>
                  <a:pt x="3241" y="294"/>
                </a:moveTo>
                <a:cubicBezTo>
                  <a:pt x="3377" y="430"/>
                  <a:pt x="3543" y="566"/>
                  <a:pt x="3665" y="717"/>
                </a:cubicBezTo>
                <a:cubicBezTo>
                  <a:pt x="3710" y="793"/>
                  <a:pt x="3604" y="884"/>
                  <a:pt x="3528" y="975"/>
                </a:cubicBezTo>
                <a:cubicBezTo>
                  <a:pt x="3226" y="1338"/>
                  <a:pt x="2938" y="1702"/>
                  <a:pt x="2650" y="2050"/>
                </a:cubicBezTo>
                <a:cubicBezTo>
                  <a:pt x="2620" y="2110"/>
                  <a:pt x="2696" y="2231"/>
                  <a:pt x="2771" y="2307"/>
                </a:cubicBezTo>
                <a:cubicBezTo>
                  <a:pt x="3104" y="2610"/>
                  <a:pt x="3453" y="2928"/>
                  <a:pt x="3786" y="3231"/>
                </a:cubicBezTo>
                <a:cubicBezTo>
                  <a:pt x="3892" y="3306"/>
                  <a:pt x="3861" y="3337"/>
                  <a:pt x="3786" y="3397"/>
                </a:cubicBezTo>
                <a:cubicBezTo>
                  <a:pt x="3619" y="3518"/>
                  <a:pt x="3589" y="3791"/>
                  <a:pt x="3316" y="3791"/>
                </a:cubicBezTo>
                <a:cubicBezTo>
                  <a:pt x="3165" y="3745"/>
                  <a:pt x="3029" y="3715"/>
                  <a:pt x="2908" y="3488"/>
                </a:cubicBezTo>
                <a:cubicBezTo>
                  <a:pt x="2756" y="3155"/>
                  <a:pt x="2408" y="2943"/>
                  <a:pt x="2090" y="2731"/>
                </a:cubicBezTo>
                <a:cubicBezTo>
                  <a:pt x="2074" y="2721"/>
                  <a:pt x="2057" y="2717"/>
                  <a:pt x="2041" y="2717"/>
                </a:cubicBezTo>
                <a:cubicBezTo>
                  <a:pt x="1983" y="2717"/>
                  <a:pt x="1929" y="2771"/>
                  <a:pt x="1893" y="2807"/>
                </a:cubicBezTo>
                <a:cubicBezTo>
                  <a:pt x="1621" y="3231"/>
                  <a:pt x="1136" y="3518"/>
                  <a:pt x="939" y="3988"/>
                </a:cubicBezTo>
                <a:cubicBezTo>
                  <a:pt x="911" y="4026"/>
                  <a:pt x="877" y="4058"/>
                  <a:pt x="836" y="4058"/>
                </a:cubicBezTo>
                <a:cubicBezTo>
                  <a:pt x="812" y="4058"/>
                  <a:pt x="786" y="4046"/>
                  <a:pt x="758" y="4018"/>
                </a:cubicBezTo>
                <a:cubicBezTo>
                  <a:pt x="606" y="3897"/>
                  <a:pt x="455" y="3761"/>
                  <a:pt x="334" y="3609"/>
                </a:cubicBezTo>
                <a:cubicBezTo>
                  <a:pt x="213" y="3473"/>
                  <a:pt x="364" y="3321"/>
                  <a:pt x="425" y="3291"/>
                </a:cubicBezTo>
                <a:cubicBezTo>
                  <a:pt x="652" y="3140"/>
                  <a:pt x="652" y="2837"/>
                  <a:pt x="879" y="2701"/>
                </a:cubicBezTo>
                <a:cubicBezTo>
                  <a:pt x="1030" y="2610"/>
                  <a:pt x="1045" y="2413"/>
                  <a:pt x="1197" y="2322"/>
                </a:cubicBezTo>
                <a:cubicBezTo>
                  <a:pt x="1394" y="2201"/>
                  <a:pt x="1333" y="2004"/>
                  <a:pt x="1212" y="1898"/>
                </a:cubicBezTo>
                <a:cubicBezTo>
                  <a:pt x="939" y="1671"/>
                  <a:pt x="803" y="1323"/>
                  <a:pt x="425" y="1202"/>
                </a:cubicBezTo>
                <a:cubicBezTo>
                  <a:pt x="334" y="1187"/>
                  <a:pt x="258" y="960"/>
                  <a:pt x="425" y="839"/>
                </a:cubicBezTo>
                <a:cubicBezTo>
                  <a:pt x="515" y="793"/>
                  <a:pt x="606" y="733"/>
                  <a:pt x="667" y="611"/>
                </a:cubicBezTo>
                <a:cubicBezTo>
                  <a:pt x="710" y="540"/>
                  <a:pt x="739" y="428"/>
                  <a:pt x="818" y="428"/>
                </a:cubicBezTo>
                <a:cubicBezTo>
                  <a:pt x="823" y="428"/>
                  <a:pt x="828" y="429"/>
                  <a:pt x="833" y="430"/>
                </a:cubicBezTo>
                <a:cubicBezTo>
                  <a:pt x="909" y="445"/>
                  <a:pt x="985" y="566"/>
                  <a:pt x="1030" y="657"/>
                </a:cubicBezTo>
                <a:cubicBezTo>
                  <a:pt x="1242" y="1035"/>
                  <a:pt x="1575" y="1293"/>
                  <a:pt x="1878" y="1565"/>
                </a:cubicBezTo>
                <a:cubicBezTo>
                  <a:pt x="1903" y="1585"/>
                  <a:pt x="1928" y="1593"/>
                  <a:pt x="1953" y="1593"/>
                </a:cubicBezTo>
                <a:cubicBezTo>
                  <a:pt x="2061" y="1593"/>
                  <a:pt x="2159" y="1430"/>
                  <a:pt x="2196" y="1368"/>
                </a:cubicBezTo>
                <a:cubicBezTo>
                  <a:pt x="2499" y="990"/>
                  <a:pt x="2862" y="672"/>
                  <a:pt x="3210" y="339"/>
                </a:cubicBezTo>
                <a:lnTo>
                  <a:pt x="3241" y="294"/>
                </a:lnTo>
                <a:close/>
                <a:moveTo>
                  <a:pt x="3312" y="0"/>
                </a:moveTo>
                <a:cubicBezTo>
                  <a:pt x="3240" y="0"/>
                  <a:pt x="3166" y="42"/>
                  <a:pt x="3104" y="97"/>
                </a:cubicBezTo>
                <a:cubicBezTo>
                  <a:pt x="2786" y="400"/>
                  <a:pt x="2469" y="733"/>
                  <a:pt x="2196" y="1096"/>
                </a:cubicBezTo>
                <a:cubicBezTo>
                  <a:pt x="2119" y="1207"/>
                  <a:pt x="2036" y="1258"/>
                  <a:pt x="1954" y="1258"/>
                </a:cubicBezTo>
                <a:cubicBezTo>
                  <a:pt x="1858" y="1258"/>
                  <a:pt x="1763" y="1188"/>
                  <a:pt x="1681" y="1066"/>
                </a:cubicBezTo>
                <a:cubicBezTo>
                  <a:pt x="1560" y="854"/>
                  <a:pt x="1424" y="672"/>
                  <a:pt x="1288" y="475"/>
                </a:cubicBezTo>
                <a:cubicBezTo>
                  <a:pt x="1178" y="311"/>
                  <a:pt x="1041" y="223"/>
                  <a:pt x="909" y="223"/>
                </a:cubicBezTo>
                <a:cubicBezTo>
                  <a:pt x="823" y="223"/>
                  <a:pt x="739" y="261"/>
                  <a:pt x="667" y="339"/>
                </a:cubicBezTo>
                <a:cubicBezTo>
                  <a:pt x="531" y="460"/>
                  <a:pt x="425" y="581"/>
                  <a:pt x="334" y="733"/>
                </a:cubicBezTo>
                <a:cubicBezTo>
                  <a:pt x="198" y="945"/>
                  <a:pt x="1" y="1141"/>
                  <a:pt x="349" y="1399"/>
                </a:cubicBezTo>
                <a:cubicBezTo>
                  <a:pt x="606" y="1580"/>
                  <a:pt x="803" y="1868"/>
                  <a:pt x="1045" y="2095"/>
                </a:cubicBezTo>
                <a:cubicBezTo>
                  <a:pt x="1136" y="2171"/>
                  <a:pt x="1136" y="2156"/>
                  <a:pt x="1061" y="2247"/>
                </a:cubicBezTo>
                <a:cubicBezTo>
                  <a:pt x="803" y="2565"/>
                  <a:pt x="531" y="2867"/>
                  <a:pt x="304" y="3216"/>
                </a:cubicBezTo>
                <a:cubicBezTo>
                  <a:pt x="228" y="3321"/>
                  <a:pt x="61" y="3443"/>
                  <a:pt x="76" y="3624"/>
                </a:cubicBezTo>
                <a:cubicBezTo>
                  <a:pt x="31" y="3791"/>
                  <a:pt x="152" y="3851"/>
                  <a:pt x="213" y="3942"/>
                </a:cubicBezTo>
                <a:cubicBezTo>
                  <a:pt x="472" y="4164"/>
                  <a:pt x="608" y="4281"/>
                  <a:pt x="730" y="4281"/>
                </a:cubicBezTo>
                <a:cubicBezTo>
                  <a:pt x="859" y="4281"/>
                  <a:pt x="972" y="4153"/>
                  <a:pt x="1197" y="3882"/>
                </a:cubicBezTo>
                <a:cubicBezTo>
                  <a:pt x="1439" y="3579"/>
                  <a:pt x="1833" y="3427"/>
                  <a:pt x="1984" y="3034"/>
                </a:cubicBezTo>
                <a:cubicBezTo>
                  <a:pt x="2009" y="3008"/>
                  <a:pt x="2030" y="2988"/>
                  <a:pt x="2054" y="2988"/>
                </a:cubicBezTo>
                <a:cubicBezTo>
                  <a:pt x="2073" y="2988"/>
                  <a:pt x="2094" y="3001"/>
                  <a:pt x="2120" y="3034"/>
                </a:cubicBezTo>
                <a:cubicBezTo>
                  <a:pt x="2423" y="3458"/>
                  <a:pt x="2817" y="3761"/>
                  <a:pt x="3195" y="4094"/>
                </a:cubicBezTo>
                <a:cubicBezTo>
                  <a:pt x="3236" y="4134"/>
                  <a:pt x="3310" y="4188"/>
                  <a:pt x="3363" y="4188"/>
                </a:cubicBezTo>
                <a:cubicBezTo>
                  <a:pt x="3390" y="4188"/>
                  <a:pt x="3412" y="4174"/>
                  <a:pt x="3422" y="4139"/>
                </a:cubicBezTo>
                <a:cubicBezTo>
                  <a:pt x="3498" y="3988"/>
                  <a:pt x="3634" y="3927"/>
                  <a:pt x="3755" y="3851"/>
                </a:cubicBezTo>
                <a:cubicBezTo>
                  <a:pt x="4134" y="3564"/>
                  <a:pt x="4164" y="3306"/>
                  <a:pt x="3831" y="2988"/>
                </a:cubicBezTo>
                <a:cubicBezTo>
                  <a:pt x="3543" y="2731"/>
                  <a:pt x="3256" y="2504"/>
                  <a:pt x="2968" y="2262"/>
                </a:cubicBezTo>
                <a:cubicBezTo>
                  <a:pt x="2817" y="2125"/>
                  <a:pt x="2847" y="1944"/>
                  <a:pt x="2998" y="1898"/>
                </a:cubicBezTo>
                <a:cubicBezTo>
                  <a:pt x="3150" y="1868"/>
                  <a:pt x="3180" y="1777"/>
                  <a:pt x="3195" y="1671"/>
                </a:cubicBezTo>
                <a:cubicBezTo>
                  <a:pt x="3241" y="1535"/>
                  <a:pt x="3362" y="1414"/>
                  <a:pt x="3407" y="1399"/>
                </a:cubicBezTo>
                <a:cubicBezTo>
                  <a:pt x="3649" y="1293"/>
                  <a:pt x="3710" y="1035"/>
                  <a:pt x="3861" y="884"/>
                </a:cubicBezTo>
                <a:cubicBezTo>
                  <a:pt x="4058" y="717"/>
                  <a:pt x="3922" y="505"/>
                  <a:pt x="3771" y="400"/>
                </a:cubicBezTo>
                <a:cubicBezTo>
                  <a:pt x="3649" y="339"/>
                  <a:pt x="3559" y="233"/>
                  <a:pt x="3498" y="142"/>
                </a:cubicBezTo>
                <a:cubicBezTo>
                  <a:pt x="3446" y="39"/>
                  <a:pt x="3380" y="0"/>
                  <a:pt x="3312"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2" name="Google Shape;392;p29"/>
          <p:cNvGrpSpPr/>
          <p:nvPr/>
        </p:nvGrpSpPr>
        <p:grpSpPr>
          <a:xfrm>
            <a:off x="1133475" y="3955457"/>
            <a:ext cx="894906" cy="1024649"/>
            <a:chOff x="5731825" y="4473182"/>
            <a:chExt cx="894906" cy="1024649"/>
          </a:xfrm>
        </p:grpSpPr>
        <p:sp>
          <p:nvSpPr>
            <p:cNvPr id="393" name="Google Shape;393;p29"/>
            <p:cNvSpPr/>
            <p:nvPr/>
          </p:nvSpPr>
          <p:spPr>
            <a:xfrm>
              <a:off x="5832430" y="4560965"/>
              <a:ext cx="773932" cy="847479"/>
            </a:xfrm>
            <a:custGeom>
              <a:avLst/>
              <a:gdLst/>
              <a:ahLst/>
              <a:cxnLst/>
              <a:rect l="l" t="t" r="r" b="b"/>
              <a:pathLst>
                <a:path w="8208" h="8988" extrusionOk="0">
                  <a:moveTo>
                    <a:pt x="5717" y="0"/>
                  </a:moveTo>
                  <a:cubicBezTo>
                    <a:pt x="5427" y="0"/>
                    <a:pt x="5149" y="154"/>
                    <a:pt x="5101" y="497"/>
                  </a:cubicBezTo>
                  <a:cubicBezTo>
                    <a:pt x="5008" y="1130"/>
                    <a:pt x="4931" y="1779"/>
                    <a:pt x="4853" y="2429"/>
                  </a:cubicBezTo>
                  <a:cubicBezTo>
                    <a:pt x="4765" y="2396"/>
                    <a:pt x="4672" y="2379"/>
                    <a:pt x="4581" y="2379"/>
                  </a:cubicBezTo>
                  <a:cubicBezTo>
                    <a:pt x="4326" y="2379"/>
                    <a:pt x="4091" y="2519"/>
                    <a:pt x="4034" y="2861"/>
                  </a:cubicBezTo>
                  <a:cubicBezTo>
                    <a:pt x="3880" y="3773"/>
                    <a:pt x="3710" y="4670"/>
                    <a:pt x="3493" y="5551"/>
                  </a:cubicBezTo>
                  <a:cubicBezTo>
                    <a:pt x="3416" y="4747"/>
                    <a:pt x="3401" y="3912"/>
                    <a:pt x="3169" y="3155"/>
                  </a:cubicBezTo>
                  <a:cubicBezTo>
                    <a:pt x="3069" y="2835"/>
                    <a:pt x="2796" y="2680"/>
                    <a:pt x="2519" y="2680"/>
                  </a:cubicBezTo>
                  <a:cubicBezTo>
                    <a:pt x="2408" y="2680"/>
                    <a:pt x="2296" y="2705"/>
                    <a:pt x="2195" y="2753"/>
                  </a:cubicBezTo>
                  <a:lnTo>
                    <a:pt x="2195" y="1733"/>
                  </a:lnTo>
                  <a:cubicBezTo>
                    <a:pt x="2195" y="1312"/>
                    <a:pt x="1821" y="1062"/>
                    <a:pt x="1471" y="1062"/>
                  </a:cubicBezTo>
                  <a:cubicBezTo>
                    <a:pt x="1255" y="1062"/>
                    <a:pt x="1049" y="1156"/>
                    <a:pt x="943" y="1362"/>
                  </a:cubicBezTo>
                  <a:cubicBezTo>
                    <a:pt x="870" y="1339"/>
                    <a:pt x="792" y="1327"/>
                    <a:pt x="713" y="1327"/>
                  </a:cubicBezTo>
                  <a:cubicBezTo>
                    <a:pt x="376" y="1327"/>
                    <a:pt x="31" y="1542"/>
                    <a:pt x="31" y="1980"/>
                  </a:cubicBezTo>
                  <a:cubicBezTo>
                    <a:pt x="16" y="2908"/>
                    <a:pt x="0" y="3820"/>
                    <a:pt x="0" y="4747"/>
                  </a:cubicBezTo>
                  <a:cubicBezTo>
                    <a:pt x="0" y="5141"/>
                    <a:pt x="369" y="5424"/>
                    <a:pt x="736" y="5424"/>
                  </a:cubicBezTo>
                  <a:cubicBezTo>
                    <a:pt x="800" y="5424"/>
                    <a:pt x="865" y="5415"/>
                    <a:pt x="928" y="5396"/>
                  </a:cubicBezTo>
                  <a:cubicBezTo>
                    <a:pt x="1020" y="5844"/>
                    <a:pt x="1252" y="6215"/>
                    <a:pt x="1654" y="6493"/>
                  </a:cubicBezTo>
                  <a:cubicBezTo>
                    <a:pt x="1773" y="6573"/>
                    <a:pt x="1893" y="6608"/>
                    <a:pt x="2008" y="6608"/>
                  </a:cubicBezTo>
                  <a:cubicBezTo>
                    <a:pt x="2116" y="6608"/>
                    <a:pt x="2221" y="6577"/>
                    <a:pt x="2319" y="6524"/>
                  </a:cubicBezTo>
                  <a:cubicBezTo>
                    <a:pt x="2411" y="7112"/>
                    <a:pt x="2597" y="7715"/>
                    <a:pt x="2968" y="8255"/>
                  </a:cubicBezTo>
                  <a:cubicBezTo>
                    <a:pt x="3126" y="8462"/>
                    <a:pt x="3352" y="8574"/>
                    <a:pt x="3569" y="8574"/>
                  </a:cubicBezTo>
                  <a:cubicBezTo>
                    <a:pt x="3627" y="8574"/>
                    <a:pt x="3685" y="8566"/>
                    <a:pt x="3741" y="8549"/>
                  </a:cubicBezTo>
                  <a:lnTo>
                    <a:pt x="3803" y="8657"/>
                  </a:lnTo>
                  <a:cubicBezTo>
                    <a:pt x="3943" y="8884"/>
                    <a:pt x="4155" y="8987"/>
                    <a:pt x="4368" y="8987"/>
                  </a:cubicBezTo>
                  <a:cubicBezTo>
                    <a:pt x="4646" y="8987"/>
                    <a:pt x="4925" y="8810"/>
                    <a:pt x="5039" y="8503"/>
                  </a:cubicBezTo>
                  <a:cubicBezTo>
                    <a:pt x="5178" y="8116"/>
                    <a:pt x="5302" y="7761"/>
                    <a:pt x="5410" y="7374"/>
                  </a:cubicBezTo>
                  <a:cubicBezTo>
                    <a:pt x="5420" y="7375"/>
                    <a:pt x="5429" y="7375"/>
                    <a:pt x="5439" y="7375"/>
                  </a:cubicBezTo>
                  <a:cubicBezTo>
                    <a:pt x="5738" y="7375"/>
                    <a:pt x="6032" y="7149"/>
                    <a:pt x="6136" y="6864"/>
                  </a:cubicBezTo>
                  <a:cubicBezTo>
                    <a:pt x="6291" y="6416"/>
                    <a:pt x="6445" y="5999"/>
                    <a:pt x="6600" y="5551"/>
                  </a:cubicBezTo>
                  <a:cubicBezTo>
                    <a:pt x="6690" y="5587"/>
                    <a:pt x="6787" y="5604"/>
                    <a:pt x="6884" y="5604"/>
                  </a:cubicBezTo>
                  <a:cubicBezTo>
                    <a:pt x="7119" y="5604"/>
                    <a:pt x="7354" y="5500"/>
                    <a:pt x="7496" y="5303"/>
                  </a:cubicBezTo>
                  <a:cubicBezTo>
                    <a:pt x="7836" y="4732"/>
                    <a:pt x="8053" y="4160"/>
                    <a:pt x="8146" y="3495"/>
                  </a:cubicBezTo>
                  <a:cubicBezTo>
                    <a:pt x="8207" y="3124"/>
                    <a:pt x="8037" y="2861"/>
                    <a:pt x="7806" y="2738"/>
                  </a:cubicBezTo>
                  <a:cubicBezTo>
                    <a:pt x="7821" y="2599"/>
                    <a:pt x="7821" y="2475"/>
                    <a:pt x="7836" y="2351"/>
                  </a:cubicBezTo>
                  <a:cubicBezTo>
                    <a:pt x="7883" y="1779"/>
                    <a:pt x="7790" y="1424"/>
                    <a:pt x="7326" y="1069"/>
                  </a:cubicBezTo>
                  <a:cubicBezTo>
                    <a:pt x="7229" y="1000"/>
                    <a:pt x="7115" y="969"/>
                    <a:pt x="7000" y="969"/>
                  </a:cubicBezTo>
                  <a:cubicBezTo>
                    <a:pt x="6751" y="969"/>
                    <a:pt x="6495" y="1114"/>
                    <a:pt x="6368" y="1347"/>
                  </a:cubicBezTo>
                  <a:cubicBezTo>
                    <a:pt x="6399" y="1115"/>
                    <a:pt x="6415" y="898"/>
                    <a:pt x="6430" y="667"/>
                  </a:cubicBezTo>
                  <a:cubicBezTo>
                    <a:pt x="6464" y="245"/>
                    <a:pt x="6081" y="0"/>
                    <a:pt x="57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9"/>
            <p:cNvSpPr/>
            <p:nvPr/>
          </p:nvSpPr>
          <p:spPr>
            <a:xfrm>
              <a:off x="5731825" y="4473182"/>
              <a:ext cx="894906" cy="1024649"/>
            </a:xfrm>
            <a:custGeom>
              <a:avLst/>
              <a:gdLst/>
              <a:ahLst/>
              <a:cxnLst/>
              <a:rect l="l" t="t" r="r" b="b"/>
              <a:pathLst>
                <a:path w="9491" h="10867" extrusionOk="0">
                  <a:moveTo>
                    <a:pt x="6926" y="528"/>
                  </a:moveTo>
                  <a:cubicBezTo>
                    <a:pt x="8293" y="528"/>
                    <a:pt x="8615" y="2778"/>
                    <a:pt x="8455" y="3870"/>
                  </a:cubicBezTo>
                  <a:cubicBezTo>
                    <a:pt x="8138" y="6123"/>
                    <a:pt x="7154" y="8243"/>
                    <a:pt x="6012" y="10186"/>
                  </a:cubicBezTo>
                  <a:lnTo>
                    <a:pt x="6012" y="10186"/>
                  </a:lnTo>
                  <a:cubicBezTo>
                    <a:pt x="4203" y="8572"/>
                    <a:pt x="2346" y="6754"/>
                    <a:pt x="1237" y="4612"/>
                  </a:cubicBezTo>
                  <a:cubicBezTo>
                    <a:pt x="944" y="4055"/>
                    <a:pt x="758" y="3452"/>
                    <a:pt x="743" y="2819"/>
                  </a:cubicBezTo>
                  <a:cubicBezTo>
                    <a:pt x="707" y="2061"/>
                    <a:pt x="1214" y="1368"/>
                    <a:pt x="1885" y="1368"/>
                  </a:cubicBezTo>
                  <a:cubicBezTo>
                    <a:pt x="2076" y="1368"/>
                    <a:pt x="2280" y="1425"/>
                    <a:pt x="2489" y="1551"/>
                  </a:cubicBezTo>
                  <a:cubicBezTo>
                    <a:pt x="3509" y="2170"/>
                    <a:pt x="3942" y="3282"/>
                    <a:pt x="4390" y="4318"/>
                  </a:cubicBezTo>
                  <a:cubicBezTo>
                    <a:pt x="4430" y="4421"/>
                    <a:pt x="4515" y="4465"/>
                    <a:pt x="4606" y="4465"/>
                  </a:cubicBezTo>
                  <a:cubicBezTo>
                    <a:pt x="4760" y="4465"/>
                    <a:pt x="4931" y="4338"/>
                    <a:pt x="4931" y="4163"/>
                  </a:cubicBezTo>
                  <a:cubicBezTo>
                    <a:pt x="4931" y="2989"/>
                    <a:pt x="4931" y="1319"/>
                    <a:pt x="6183" y="717"/>
                  </a:cubicBezTo>
                  <a:cubicBezTo>
                    <a:pt x="6460" y="586"/>
                    <a:pt x="6706" y="528"/>
                    <a:pt x="6926" y="528"/>
                  </a:cubicBezTo>
                  <a:close/>
                  <a:moveTo>
                    <a:pt x="6788" y="1"/>
                  </a:moveTo>
                  <a:cubicBezTo>
                    <a:pt x="6450" y="1"/>
                    <a:pt x="6107" y="90"/>
                    <a:pt x="5781" y="284"/>
                  </a:cubicBezTo>
                  <a:cubicBezTo>
                    <a:pt x="4819" y="859"/>
                    <a:pt x="4498" y="1878"/>
                    <a:pt x="4393" y="2920"/>
                  </a:cubicBezTo>
                  <a:lnTo>
                    <a:pt x="4393" y="2920"/>
                  </a:lnTo>
                  <a:cubicBezTo>
                    <a:pt x="3958" y="2051"/>
                    <a:pt x="3407" y="1247"/>
                    <a:pt x="2474" y="840"/>
                  </a:cubicBezTo>
                  <a:cubicBezTo>
                    <a:pt x="2271" y="752"/>
                    <a:pt x="2067" y="711"/>
                    <a:pt x="1870" y="711"/>
                  </a:cubicBezTo>
                  <a:cubicBezTo>
                    <a:pt x="999" y="711"/>
                    <a:pt x="244" y="1497"/>
                    <a:pt x="155" y="2417"/>
                  </a:cubicBezTo>
                  <a:cubicBezTo>
                    <a:pt x="1" y="3947"/>
                    <a:pt x="990" y="5338"/>
                    <a:pt x="1840" y="6482"/>
                  </a:cubicBezTo>
                  <a:cubicBezTo>
                    <a:pt x="3015" y="8089"/>
                    <a:pt x="4390" y="9480"/>
                    <a:pt x="5874" y="10763"/>
                  </a:cubicBezTo>
                  <a:cubicBezTo>
                    <a:pt x="5936" y="10836"/>
                    <a:pt x="6009" y="10866"/>
                    <a:pt x="6079" y="10866"/>
                  </a:cubicBezTo>
                  <a:cubicBezTo>
                    <a:pt x="6188" y="10866"/>
                    <a:pt x="6290" y="10795"/>
                    <a:pt x="6335" y="10701"/>
                  </a:cubicBezTo>
                  <a:lnTo>
                    <a:pt x="6335" y="10701"/>
                  </a:lnTo>
                  <a:cubicBezTo>
                    <a:pt x="6371" y="10677"/>
                    <a:pt x="6404" y="10641"/>
                    <a:pt x="6431" y="10593"/>
                  </a:cubicBezTo>
                  <a:cubicBezTo>
                    <a:pt x="7358" y="9032"/>
                    <a:pt x="8177" y="7378"/>
                    <a:pt x="8672" y="5616"/>
                  </a:cubicBezTo>
                  <a:cubicBezTo>
                    <a:pt x="9058" y="4225"/>
                    <a:pt x="9491" y="2432"/>
                    <a:pt x="8656" y="1103"/>
                  </a:cubicBezTo>
                  <a:cubicBezTo>
                    <a:pt x="8232" y="425"/>
                    <a:pt x="7525" y="1"/>
                    <a:pt x="6788" y="1"/>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 name="Google Shape;395;p29"/>
          <p:cNvGrpSpPr/>
          <p:nvPr/>
        </p:nvGrpSpPr>
        <p:grpSpPr>
          <a:xfrm>
            <a:off x="-174032" y="-136116"/>
            <a:ext cx="1479429" cy="1410161"/>
            <a:chOff x="7643700" y="4212512"/>
            <a:chExt cx="1051702" cy="1002389"/>
          </a:xfrm>
        </p:grpSpPr>
        <p:sp>
          <p:nvSpPr>
            <p:cNvPr id="396" name="Google Shape;396;p29"/>
            <p:cNvSpPr/>
            <p:nvPr/>
          </p:nvSpPr>
          <p:spPr>
            <a:xfrm>
              <a:off x="7965275" y="4524183"/>
              <a:ext cx="437508" cy="403159"/>
            </a:xfrm>
            <a:custGeom>
              <a:avLst/>
              <a:gdLst/>
              <a:ahLst/>
              <a:cxnLst/>
              <a:rect l="l" t="t" r="r" b="b"/>
              <a:pathLst>
                <a:path w="3974" h="3662" extrusionOk="0">
                  <a:moveTo>
                    <a:pt x="2010" y="183"/>
                  </a:moveTo>
                  <a:cubicBezTo>
                    <a:pt x="2165" y="183"/>
                    <a:pt x="2319" y="199"/>
                    <a:pt x="2474" y="276"/>
                  </a:cubicBezTo>
                  <a:cubicBezTo>
                    <a:pt x="3077" y="508"/>
                    <a:pt x="3509" y="1111"/>
                    <a:pt x="3587" y="1559"/>
                  </a:cubicBezTo>
                  <a:cubicBezTo>
                    <a:pt x="3710" y="2193"/>
                    <a:pt x="3370" y="2888"/>
                    <a:pt x="2721" y="3244"/>
                  </a:cubicBezTo>
                  <a:cubicBezTo>
                    <a:pt x="2457" y="3376"/>
                    <a:pt x="2169" y="3453"/>
                    <a:pt x="1897" y="3453"/>
                  </a:cubicBezTo>
                  <a:cubicBezTo>
                    <a:pt x="1787" y="3453"/>
                    <a:pt x="1680" y="3440"/>
                    <a:pt x="1577" y="3414"/>
                  </a:cubicBezTo>
                  <a:cubicBezTo>
                    <a:pt x="1222" y="3321"/>
                    <a:pt x="882" y="3043"/>
                    <a:pt x="696" y="2656"/>
                  </a:cubicBezTo>
                  <a:cubicBezTo>
                    <a:pt x="279" y="1822"/>
                    <a:pt x="681" y="740"/>
                    <a:pt x="1547" y="307"/>
                  </a:cubicBezTo>
                  <a:cubicBezTo>
                    <a:pt x="1686" y="230"/>
                    <a:pt x="1856" y="183"/>
                    <a:pt x="2010" y="183"/>
                  </a:cubicBezTo>
                  <a:close/>
                  <a:moveTo>
                    <a:pt x="2042" y="1"/>
                  </a:moveTo>
                  <a:cubicBezTo>
                    <a:pt x="1828" y="1"/>
                    <a:pt x="1624" y="51"/>
                    <a:pt x="1438" y="153"/>
                  </a:cubicBezTo>
                  <a:cubicBezTo>
                    <a:pt x="434" y="632"/>
                    <a:pt x="1" y="1806"/>
                    <a:pt x="465" y="2749"/>
                  </a:cubicBezTo>
                  <a:cubicBezTo>
                    <a:pt x="681" y="3197"/>
                    <a:pt x="1067" y="3506"/>
                    <a:pt x="1516" y="3630"/>
                  </a:cubicBezTo>
                  <a:cubicBezTo>
                    <a:pt x="1624" y="3646"/>
                    <a:pt x="1763" y="3661"/>
                    <a:pt x="1902" y="3661"/>
                  </a:cubicBezTo>
                  <a:cubicBezTo>
                    <a:pt x="2211" y="3661"/>
                    <a:pt x="2551" y="3568"/>
                    <a:pt x="2860" y="3414"/>
                  </a:cubicBezTo>
                  <a:cubicBezTo>
                    <a:pt x="3571" y="3027"/>
                    <a:pt x="3973" y="2255"/>
                    <a:pt x="3849" y="1544"/>
                  </a:cubicBezTo>
                  <a:cubicBezTo>
                    <a:pt x="3726" y="956"/>
                    <a:pt x="3185" y="338"/>
                    <a:pt x="2598" y="106"/>
                  </a:cubicBezTo>
                  <a:cubicBezTo>
                    <a:pt x="2408" y="36"/>
                    <a:pt x="2221" y="1"/>
                    <a:pt x="2042"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9"/>
            <p:cNvSpPr/>
            <p:nvPr/>
          </p:nvSpPr>
          <p:spPr>
            <a:xfrm>
              <a:off x="8188210" y="4212512"/>
              <a:ext cx="29064" cy="272369"/>
            </a:xfrm>
            <a:custGeom>
              <a:avLst/>
              <a:gdLst/>
              <a:ahLst/>
              <a:cxnLst/>
              <a:rect l="l" t="t" r="r" b="b"/>
              <a:pathLst>
                <a:path w="264" h="2474" extrusionOk="0">
                  <a:moveTo>
                    <a:pt x="140" y="1"/>
                  </a:moveTo>
                  <a:cubicBezTo>
                    <a:pt x="78" y="1"/>
                    <a:pt x="32" y="31"/>
                    <a:pt x="32" y="93"/>
                  </a:cubicBezTo>
                  <a:lnTo>
                    <a:pt x="1" y="2381"/>
                  </a:lnTo>
                  <a:cubicBezTo>
                    <a:pt x="1" y="2443"/>
                    <a:pt x="62" y="2474"/>
                    <a:pt x="124" y="2474"/>
                  </a:cubicBezTo>
                  <a:cubicBezTo>
                    <a:pt x="186" y="2474"/>
                    <a:pt x="232" y="2443"/>
                    <a:pt x="232" y="2381"/>
                  </a:cubicBezTo>
                  <a:lnTo>
                    <a:pt x="263" y="93"/>
                  </a:lnTo>
                  <a:cubicBezTo>
                    <a:pt x="263" y="31"/>
                    <a:pt x="202" y="1"/>
                    <a:pt x="140"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9"/>
            <p:cNvSpPr/>
            <p:nvPr/>
          </p:nvSpPr>
          <p:spPr>
            <a:xfrm>
              <a:off x="8162668" y="4952661"/>
              <a:ext cx="46129" cy="262240"/>
            </a:xfrm>
            <a:custGeom>
              <a:avLst/>
              <a:gdLst/>
              <a:ahLst/>
              <a:cxnLst/>
              <a:rect l="l" t="t" r="r" b="b"/>
              <a:pathLst>
                <a:path w="419" h="2382" extrusionOk="0">
                  <a:moveTo>
                    <a:pt x="124" y="1"/>
                  </a:moveTo>
                  <a:cubicBezTo>
                    <a:pt x="63" y="1"/>
                    <a:pt x="1" y="32"/>
                    <a:pt x="1" y="94"/>
                  </a:cubicBezTo>
                  <a:cubicBezTo>
                    <a:pt x="32" y="805"/>
                    <a:pt x="78" y="1562"/>
                    <a:pt x="155" y="2288"/>
                  </a:cubicBezTo>
                  <a:cubicBezTo>
                    <a:pt x="155" y="2335"/>
                    <a:pt x="217" y="2381"/>
                    <a:pt x="279" y="2381"/>
                  </a:cubicBezTo>
                  <a:cubicBezTo>
                    <a:pt x="356" y="2381"/>
                    <a:pt x="418" y="2335"/>
                    <a:pt x="387" y="2288"/>
                  </a:cubicBezTo>
                  <a:cubicBezTo>
                    <a:pt x="310" y="1546"/>
                    <a:pt x="279" y="835"/>
                    <a:pt x="233" y="94"/>
                  </a:cubicBezTo>
                  <a:cubicBezTo>
                    <a:pt x="233" y="32"/>
                    <a:pt x="186" y="1"/>
                    <a:pt x="124"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9"/>
            <p:cNvSpPr/>
            <p:nvPr/>
          </p:nvSpPr>
          <p:spPr>
            <a:xfrm>
              <a:off x="7643700" y="4681504"/>
              <a:ext cx="282607" cy="48441"/>
            </a:xfrm>
            <a:custGeom>
              <a:avLst/>
              <a:gdLst/>
              <a:ahLst/>
              <a:cxnLst/>
              <a:rect l="l" t="t" r="r" b="b"/>
              <a:pathLst>
                <a:path w="2567" h="440" extrusionOk="0">
                  <a:moveTo>
                    <a:pt x="141" y="1"/>
                  </a:moveTo>
                  <a:cubicBezTo>
                    <a:pt x="91" y="1"/>
                    <a:pt x="44" y="21"/>
                    <a:pt x="32" y="68"/>
                  </a:cubicBezTo>
                  <a:cubicBezTo>
                    <a:pt x="1" y="130"/>
                    <a:pt x="47" y="192"/>
                    <a:pt x="109" y="207"/>
                  </a:cubicBezTo>
                  <a:cubicBezTo>
                    <a:pt x="619" y="362"/>
                    <a:pt x="1191" y="439"/>
                    <a:pt x="1732" y="439"/>
                  </a:cubicBezTo>
                  <a:cubicBezTo>
                    <a:pt x="1979" y="439"/>
                    <a:pt x="2226" y="424"/>
                    <a:pt x="2458" y="377"/>
                  </a:cubicBezTo>
                  <a:cubicBezTo>
                    <a:pt x="2520" y="377"/>
                    <a:pt x="2566" y="315"/>
                    <a:pt x="2551" y="269"/>
                  </a:cubicBezTo>
                  <a:cubicBezTo>
                    <a:pt x="2551" y="223"/>
                    <a:pt x="2474" y="192"/>
                    <a:pt x="2427" y="192"/>
                  </a:cubicBezTo>
                  <a:cubicBezTo>
                    <a:pt x="2200" y="220"/>
                    <a:pt x="1972" y="234"/>
                    <a:pt x="1744" y="234"/>
                  </a:cubicBezTo>
                  <a:cubicBezTo>
                    <a:pt x="1212" y="234"/>
                    <a:pt x="684" y="158"/>
                    <a:pt x="186" y="6"/>
                  </a:cubicBezTo>
                  <a:cubicBezTo>
                    <a:pt x="172" y="3"/>
                    <a:pt x="156" y="1"/>
                    <a:pt x="141"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9"/>
            <p:cNvSpPr/>
            <p:nvPr/>
          </p:nvSpPr>
          <p:spPr>
            <a:xfrm>
              <a:off x="8433272" y="4682165"/>
              <a:ext cx="262130" cy="25652"/>
            </a:xfrm>
            <a:custGeom>
              <a:avLst/>
              <a:gdLst/>
              <a:ahLst/>
              <a:cxnLst/>
              <a:rect l="l" t="t" r="r" b="b"/>
              <a:pathLst>
                <a:path w="2381" h="233" extrusionOk="0">
                  <a:moveTo>
                    <a:pt x="124" y="0"/>
                  </a:moveTo>
                  <a:cubicBezTo>
                    <a:pt x="62" y="0"/>
                    <a:pt x="0" y="47"/>
                    <a:pt x="0" y="109"/>
                  </a:cubicBezTo>
                  <a:cubicBezTo>
                    <a:pt x="0" y="155"/>
                    <a:pt x="62" y="201"/>
                    <a:pt x="124" y="201"/>
                  </a:cubicBezTo>
                  <a:lnTo>
                    <a:pt x="2241" y="232"/>
                  </a:lnTo>
                  <a:cubicBezTo>
                    <a:pt x="2319" y="232"/>
                    <a:pt x="2380" y="201"/>
                    <a:pt x="2365" y="139"/>
                  </a:cubicBezTo>
                  <a:cubicBezTo>
                    <a:pt x="2365" y="78"/>
                    <a:pt x="2303" y="47"/>
                    <a:pt x="2241" y="47"/>
                  </a:cubicBezTo>
                  <a:lnTo>
                    <a:pt x="124" y="0"/>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9"/>
            <p:cNvSpPr/>
            <p:nvPr/>
          </p:nvSpPr>
          <p:spPr>
            <a:xfrm>
              <a:off x="8365236" y="4435779"/>
              <a:ext cx="119120" cy="115487"/>
            </a:xfrm>
            <a:custGeom>
              <a:avLst/>
              <a:gdLst/>
              <a:ahLst/>
              <a:cxnLst/>
              <a:rect l="l" t="t" r="r" b="b"/>
              <a:pathLst>
                <a:path w="1082" h="1049" extrusionOk="0">
                  <a:moveTo>
                    <a:pt x="950" y="0"/>
                  </a:moveTo>
                  <a:cubicBezTo>
                    <a:pt x="914" y="0"/>
                    <a:pt x="877" y="17"/>
                    <a:pt x="850" y="44"/>
                  </a:cubicBezTo>
                  <a:lnTo>
                    <a:pt x="46" y="894"/>
                  </a:lnTo>
                  <a:cubicBezTo>
                    <a:pt x="0" y="925"/>
                    <a:pt x="0" y="986"/>
                    <a:pt x="62" y="1033"/>
                  </a:cubicBezTo>
                  <a:cubicBezTo>
                    <a:pt x="77" y="1048"/>
                    <a:pt x="124" y="1048"/>
                    <a:pt x="139" y="1048"/>
                  </a:cubicBezTo>
                  <a:cubicBezTo>
                    <a:pt x="170" y="1048"/>
                    <a:pt x="201" y="1033"/>
                    <a:pt x="232" y="1002"/>
                  </a:cubicBezTo>
                  <a:lnTo>
                    <a:pt x="1051" y="152"/>
                  </a:lnTo>
                  <a:cubicBezTo>
                    <a:pt x="1082" y="121"/>
                    <a:pt x="1082" y="59"/>
                    <a:pt x="1020" y="28"/>
                  </a:cubicBezTo>
                  <a:cubicBezTo>
                    <a:pt x="1001" y="9"/>
                    <a:pt x="976" y="0"/>
                    <a:pt x="950"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9"/>
            <p:cNvSpPr/>
            <p:nvPr/>
          </p:nvSpPr>
          <p:spPr>
            <a:xfrm>
              <a:off x="7902414" y="4456916"/>
              <a:ext cx="141249" cy="111304"/>
            </a:xfrm>
            <a:custGeom>
              <a:avLst/>
              <a:gdLst/>
              <a:ahLst/>
              <a:cxnLst/>
              <a:rect l="l" t="t" r="r" b="b"/>
              <a:pathLst>
                <a:path w="1283" h="1011" extrusionOk="0">
                  <a:moveTo>
                    <a:pt x="135" y="0"/>
                  </a:moveTo>
                  <a:cubicBezTo>
                    <a:pt x="105" y="0"/>
                    <a:pt x="74" y="8"/>
                    <a:pt x="46" y="22"/>
                  </a:cubicBezTo>
                  <a:cubicBezTo>
                    <a:pt x="0" y="37"/>
                    <a:pt x="0" y="114"/>
                    <a:pt x="31" y="161"/>
                  </a:cubicBezTo>
                  <a:cubicBezTo>
                    <a:pt x="325" y="485"/>
                    <a:pt x="696" y="764"/>
                    <a:pt x="1082" y="995"/>
                  </a:cubicBezTo>
                  <a:cubicBezTo>
                    <a:pt x="1113" y="1011"/>
                    <a:pt x="1128" y="1011"/>
                    <a:pt x="1159" y="1011"/>
                  </a:cubicBezTo>
                  <a:cubicBezTo>
                    <a:pt x="1190" y="1011"/>
                    <a:pt x="1237" y="995"/>
                    <a:pt x="1267" y="964"/>
                  </a:cubicBezTo>
                  <a:cubicBezTo>
                    <a:pt x="1283" y="934"/>
                    <a:pt x="1283" y="872"/>
                    <a:pt x="1237" y="841"/>
                  </a:cubicBezTo>
                  <a:cubicBezTo>
                    <a:pt x="866" y="609"/>
                    <a:pt x="510" y="346"/>
                    <a:pt x="232" y="37"/>
                  </a:cubicBezTo>
                  <a:cubicBezTo>
                    <a:pt x="206" y="12"/>
                    <a:pt x="171" y="0"/>
                    <a:pt x="135"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9"/>
            <p:cNvSpPr/>
            <p:nvPr/>
          </p:nvSpPr>
          <p:spPr>
            <a:xfrm>
              <a:off x="7859808" y="4844110"/>
              <a:ext cx="146423" cy="122313"/>
            </a:xfrm>
            <a:custGeom>
              <a:avLst/>
              <a:gdLst/>
              <a:ahLst/>
              <a:cxnLst/>
              <a:rect l="l" t="t" r="r" b="b"/>
              <a:pathLst>
                <a:path w="1330" h="1111" extrusionOk="0">
                  <a:moveTo>
                    <a:pt x="1195" y="1"/>
                  </a:moveTo>
                  <a:cubicBezTo>
                    <a:pt x="1168" y="1"/>
                    <a:pt x="1139" y="9"/>
                    <a:pt x="1113" y="29"/>
                  </a:cubicBezTo>
                  <a:cubicBezTo>
                    <a:pt x="696" y="276"/>
                    <a:pt x="341" y="585"/>
                    <a:pt x="32" y="956"/>
                  </a:cubicBezTo>
                  <a:cubicBezTo>
                    <a:pt x="1" y="987"/>
                    <a:pt x="1" y="1049"/>
                    <a:pt x="47" y="1080"/>
                  </a:cubicBezTo>
                  <a:cubicBezTo>
                    <a:pt x="93" y="1111"/>
                    <a:pt x="109" y="1111"/>
                    <a:pt x="124" y="1111"/>
                  </a:cubicBezTo>
                  <a:cubicBezTo>
                    <a:pt x="171" y="1111"/>
                    <a:pt x="202" y="1080"/>
                    <a:pt x="248" y="1064"/>
                  </a:cubicBezTo>
                  <a:cubicBezTo>
                    <a:pt x="511" y="709"/>
                    <a:pt x="866" y="430"/>
                    <a:pt x="1268" y="168"/>
                  </a:cubicBezTo>
                  <a:cubicBezTo>
                    <a:pt x="1314" y="152"/>
                    <a:pt x="1330" y="75"/>
                    <a:pt x="1284" y="44"/>
                  </a:cubicBezTo>
                  <a:cubicBezTo>
                    <a:pt x="1266" y="17"/>
                    <a:pt x="1232" y="1"/>
                    <a:pt x="1195"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9"/>
            <p:cNvSpPr/>
            <p:nvPr/>
          </p:nvSpPr>
          <p:spPr>
            <a:xfrm>
              <a:off x="8337933" y="4925358"/>
              <a:ext cx="165139" cy="114276"/>
            </a:xfrm>
            <a:custGeom>
              <a:avLst/>
              <a:gdLst/>
              <a:ahLst/>
              <a:cxnLst/>
              <a:rect l="l" t="t" r="r" b="b"/>
              <a:pathLst>
                <a:path w="1500" h="1038" extrusionOk="0">
                  <a:moveTo>
                    <a:pt x="142" y="0"/>
                  </a:moveTo>
                  <a:cubicBezTo>
                    <a:pt x="101" y="0"/>
                    <a:pt x="60" y="13"/>
                    <a:pt x="32" y="32"/>
                  </a:cubicBezTo>
                  <a:cubicBezTo>
                    <a:pt x="1" y="79"/>
                    <a:pt x="1" y="141"/>
                    <a:pt x="63" y="172"/>
                  </a:cubicBezTo>
                  <a:lnTo>
                    <a:pt x="1299" y="1022"/>
                  </a:lnTo>
                  <a:cubicBezTo>
                    <a:pt x="1314" y="1037"/>
                    <a:pt x="1345" y="1037"/>
                    <a:pt x="1376" y="1037"/>
                  </a:cubicBezTo>
                  <a:cubicBezTo>
                    <a:pt x="1407" y="1037"/>
                    <a:pt x="1423" y="1022"/>
                    <a:pt x="1469" y="1006"/>
                  </a:cubicBezTo>
                  <a:cubicBezTo>
                    <a:pt x="1500" y="960"/>
                    <a:pt x="1500" y="898"/>
                    <a:pt x="1454" y="867"/>
                  </a:cubicBezTo>
                  <a:lnTo>
                    <a:pt x="217" y="17"/>
                  </a:lnTo>
                  <a:cubicBezTo>
                    <a:pt x="194" y="5"/>
                    <a:pt x="168"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9"/>
            <p:cNvSpPr/>
            <p:nvPr/>
          </p:nvSpPr>
          <p:spPr>
            <a:xfrm>
              <a:off x="8201861" y="4593541"/>
              <a:ext cx="114056" cy="250350"/>
            </a:xfrm>
            <a:custGeom>
              <a:avLst/>
              <a:gdLst/>
              <a:ahLst/>
              <a:cxnLst/>
              <a:rect l="l" t="t" r="r" b="b"/>
              <a:pathLst>
                <a:path w="1036" h="2274" extrusionOk="0">
                  <a:moveTo>
                    <a:pt x="142" y="0"/>
                  </a:moveTo>
                  <a:cubicBezTo>
                    <a:pt x="100" y="0"/>
                    <a:pt x="60" y="13"/>
                    <a:pt x="31" y="33"/>
                  </a:cubicBezTo>
                  <a:cubicBezTo>
                    <a:pt x="0" y="79"/>
                    <a:pt x="16" y="141"/>
                    <a:pt x="78" y="172"/>
                  </a:cubicBezTo>
                  <a:cubicBezTo>
                    <a:pt x="418" y="373"/>
                    <a:pt x="680" y="713"/>
                    <a:pt x="727" y="1084"/>
                  </a:cubicBezTo>
                  <a:cubicBezTo>
                    <a:pt x="789" y="1455"/>
                    <a:pt x="649" y="1841"/>
                    <a:pt x="387" y="2119"/>
                  </a:cubicBezTo>
                  <a:cubicBezTo>
                    <a:pt x="340" y="2165"/>
                    <a:pt x="340" y="2227"/>
                    <a:pt x="402" y="2258"/>
                  </a:cubicBezTo>
                  <a:cubicBezTo>
                    <a:pt x="418" y="2274"/>
                    <a:pt x="464" y="2274"/>
                    <a:pt x="479" y="2274"/>
                  </a:cubicBezTo>
                  <a:lnTo>
                    <a:pt x="572" y="2274"/>
                  </a:lnTo>
                  <a:cubicBezTo>
                    <a:pt x="912" y="1949"/>
                    <a:pt x="1036" y="1501"/>
                    <a:pt x="989" y="1084"/>
                  </a:cubicBezTo>
                  <a:cubicBezTo>
                    <a:pt x="912" y="651"/>
                    <a:pt x="619" y="249"/>
                    <a:pt x="217" y="17"/>
                  </a:cubicBezTo>
                  <a:cubicBezTo>
                    <a:pt x="193" y="5"/>
                    <a:pt x="167"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11">
  <p:cSld name="Title only 11">
    <p:bg>
      <p:bgPr>
        <a:solidFill>
          <a:schemeClr val="lt1"/>
        </a:solidFill>
        <a:effectLst/>
      </p:bgPr>
    </p:bg>
    <p:spTree>
      <p:nvGrpSpPr>
        <p:cNvPr id="1" name="Shape 406"/>
        <p:cNvGrpSpPr/>
        <p:nvPr/>
      </p:nvGrpSpPr>
      <p:grpSpPr>
        <a:xfrm>
          <a:off x="0" y="0"/>
          <a:ext cx="0" cy="0"/>
          <a:chOff x="0" y="0"/>
          <a:chExt cx="0" cy="0"/>
        </a:xfrm>
      </p:grpSpPr>
      <p:sp>
        <p:nvSpPr>
          <p:cNvPr id="407" name="Google Shape;407;p30"/>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grpSp>
        <p:nvGrpSpPr>
          <p:cNvPr id="408" name="Google Shape;408;p30"/>
          <p:cNvGrpSpPr/>
          <p:nvPr/>
        </p:nvGrpSpPr>
        <p:grpSpPr>
          <a:xfrm rot="10800000">
            <a:off x="7603498" y="-56827"/>
            <a:ext cx="1612942" cy="1603031"/>
            <a:chOff x="7247681" y="291521"/>
            <a:chExt cx="1169985" cy="1162796"/>
          </a:xfrm>
        </p:grpSpPr>
        <p:sp>
          <p:nvSpPr>
            <p:cNvPr id="409" name="Google Shape;409;p30"/>
            <p:cNvSpPr/>
            <p:nvPr/>
          </p:nvSpPr>
          <p:spPr>
            <a:xfrm rot="864690">
              <a:off x="7512340" y="570251"/>
              <a:ext cx="668831" cy="639301"/>
            </a:xfrm>
            <a:custGeom>
              <a:avLst/>
              <a:gdLst/>
              <a:ahLst/>
              <a:cxnLst/>
              <a:rect l="l" t="t" r="r" b="b"/>
              <a:pathLst>
                <a:path w="5164" h="4936" extrusionOk="0">
                  <a:moveTo>
                    <a:pt x="2538" y="193"/>
                  </a:moveTo>
                  <a:cubicBezTo>
                    <a:pt x="3326" y="193"/>
                    <a:pt x="4118" y="580"/>
                    <a:pt x="4468" y="1195"/>
                  </a:cubicBezTo>
                  <a:cubicBezTo>
                    <a:pt x="4854" y="1875"/>
                    <a:pt x="4653" y="2756"/>
                    <a:pt x="4004" y="3251"/>
                  </a:cubicBezTo>
                  <a:cubicBezTo>
                    <a:pt x="3834" y="3390"/>
                    <a:pt x="3757" y="3467"/>
                    <a:pt x="3679" y="3560"/>
                  </a:cubicBezTo>
                  <a:lnTo>
                    <a:pt x="3463" y="3776"/>
                  </a:lnTo>
                  <a:cubicBezTo>
                    <a:pt x="3185" y="4039"/>
                    <a:pt x="3061" y="4332"/>
                    <a:pt x="3092" y="4595"/>
                  </a:cubicBezTo>
                  <a:cubicBezTo>
                    <a:pt x="2691" y="4664"/>
                    <a:pt x="2239" y="4721"/>
                    <a:pt x="1794" y="4721"/>
                  </a:cubicBezTo>
                  <a:cubicBezTo>
                    <a:pt x="1743" y="4721"/>
                    <a:pt x="1691" y="4720"/>
                    <a:pt x="1639" y="4719"/>
                  </a:cubicBezTo>
                  <a:cubicBezTo>
                    <a:pt x="1747" y="4271"/>
                    <a:pt x="1608" y="3931"/>
                    <a:pt x="1284" y="3668"/>
                  </a:cubicBezTo>
                  <a:cubicBezTo>
                    <a:pt x="573" y="3189"/>
                    <a:pt x="233" y="2354"/>
                    <a:pt x="449" y="1643"/>
                  </a:cubicBezTo>
                  <a:cubicBezTo>
                    <a:pt x="665" y="901"/>
                    <a:pt x="1407" y="314"/>
                    <a:pt x="2288" y="206"/>
                  </a:cubicBezTo>
                  <a:cubicBezTo>
                    <a:pt x="2371" y="197"/>
                    <a:pt x="2455" y="193"/>
                    <a:pt x="2538" y="193"/>
                  </a:cubicBezTo>
                  <a:close/>
                  <a:moveTo>
                    <a:pt x="2599" y="1"/>
                  </a:moveTo>
                  <a:cubicBezTo>
                    <a:pt x="2495" y="1"/>
                    <a:pt x="2391" y="7"/>
                    <a:pt x="2288" y="20"/>
                  </a:cubicBezTo>
                  <a:cubicBezTo>
                    <a:pt x="1315" y="128"/>
                    <a:pt x="464" y="793"/>
                    <a:pt x="233" y="1597"/>
                  </a:cubicBezTo>
                  <a:cubicBezTo>
                    <a:pt x="1" y="2400"/>
                    <a:pt x="372" y="3297"/>
                    <a:pt x="1145" y="3822"/>
                  </a:cubicBezTo>
                  <a:cubicBezTo>
                    <a:pt x="1438" y="4039"/>
                    <a:pt x="1515" y="4348"/>
                    <a:pt x="1392" y="4765"/>
                  </a:cubicBezTo>
                  <a:lnTo>
                    <a:pt x="1361" y="4889"/>
                  </a:lnTo>
                  <a:lnTo>
                    <a:pt x="1485" y="4904"/>
                  </a:lnTo>
                  <a:cubicBezTo>
                    <a:pt x="1608" y="4935"/>
                    <a:pt x="1747" y="4935"/>
                    <a:pt x="1856" y="4935"/>
                  </a:cubicBezTo>
                  <a:cubicBezTo>
                    <a:pt x="2335" y="4935"/>
                    <a:pt x="2845" y="4858"/>
                    <a:pt x="3293" y="4750"/>
                  </a:cubicBezTo>
                  <a:lnTo>
                    <a:pt x="3417" y="4734"/>
                  </a:lnTo>
                  <a:lnTo>
                    <a:pt x="3386" y="4626"/>
                  </a:lnTo>
                  <a:cubicBezTo>
                    <a:pt x="3308" y="4410"/>
                    <a:pt x="3401" y="4132"/>
                    <a:pt x="3679" y="3884"/>
                  </a:cubicBezTo>
                  <a:cubicBezTo>
                    <a:pt x="3772" y="3807"/>
                    <a:pt x="3834" y="3730"/>
                    <a:pt x="3880" y="3668"/>
                  </a:cubicBezTo>
                  <a:cubicBezTo>
                    <a:pt x="3988" y="3591"/>
                    <a:pt x="4035" y="3513"/>
                    <a:pt x="4189" y="3405"/>
                  </a:cubicBezTo>
                  <a:cubicBezTo>
                    <a:pt x="4931" y="2849"/>
                    <a:pt x="5163" y="1860"/>
                    <a:pt x="4715" y="1102"/>
                  </a:cubicBezTo>
                  <a:cubicBezTo>
                    <a:pt x="4342" y="453"/>
                    <a:pt x="3474" y="1"/>
                    <a:pt x="259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p:cNvSpPr/>
            <p:nvPr/>
          </p:nvSpPr>
          <p:spPr>
            <a:xfrm rot="864690">
              <a:off x="7511905" y="1138016"/>
              <a:ext cx="434533" cy="266419"/>
            </a:xfrm>
            <a:custGeom>
              <a:avLst/>
              <a:gdLst/>
              <a:ahLst/>
              <a:cxnLst/>
              <a:rect l="l" t="t" r="r" b="b"/>
              <a:pathLst>
                <a:path w="3355" h="2057" extrusionOk="0">
                  <a:moveTo>
                    <a:pt x="3122" y="295"/>
                  </a:moveTo>
                  <a:lnTo>
                    <a:pt x="3076" y="990"/>
                  </a:lnTo>
                  <a:cubicBezTo>
                    <a:pt x="3045" y="1237"/>
                    <a:pt x="3029" y="1516"/>
                    <a:pt x="3014" y="1763"/>
                  </a:cubicBezTo>
                  <a:cubicBezTo>
                    <a:pt x="2592" y="1827"/>
                    <a:pt x="2076" y="1864"/>
                    <a:pt x="1527" y="1864"/>
                  </a:cubicBezTo>
                  <a:cubicBezTo>
                    <a:pt x="1152" y="1864"/>
                    <a:pt x="760" y="1847"/>
                    <a:pt x="371" y="1809"/>
                  </a:cubicBezTo>
                  <a:cubicBezTo>
                    <a:pt x="387" y="1299"/>
                    <a:pt x="371" y="820"/>
                    <a:pt x="294" y="326"/>
                  </a:cubicBezTo>
                  <a:lnTo>
                    <a:pt x="294" y="326"/>
                  </a:lnTo>
                  <a:cubicBezTo>
                    <a:pt x="747" y="415"/>
                    <a:pt x="1204" y="461"/>
                    <a:pt x="1659" y="461"/>
                  </a:cubicBezTo>
                  <a:cubicBezTo>
                    <a:pt x="2151" y="461"/>
                    <a:pt x="2641" y="407"/>
                    <a:pt x="3122" y="295"/>
                  </a:cubicBezTo>
                  <a:close/>
                  <a:moveTo>
                    <a:pt x="3354" y="1"/>
                  </a:moveTo>
                  <a:lnTo>
                    <a:pt x="3199" y="47"/>
                  </a:lnTo>
                  <a:cubicBezTo>
                    <a:pt x="2696" y="175"/>
                    <a:pt x="2173" y="237"/>
                    <a:pt x="1645" y="237"/>
                  </a:cubicBezTo>
                  <a:cubicBezTo>
                    <a:pt x="1152" y="237"/>
                    <a:pt x="656" y="183"/>
                    <a:pt x="170" y="78"/>
                  </a:cubicBezTo>
                  <a:lnTo>
                    <a:pt x="0" y="47"/>
                  </a:lnTo>
                  <a:lnTo>
                    <a:pt x="16" y="202"/>
                  </a:lnTo>
                  <a:cubicBezTo>
                    <a:pt x="108" y="743"/>
                    <a:pt x="155" y="1284"/>
                    <a:pt x="108" y="1856"/>
                  </a:cubicBezTo>
                  <a:lnTo>
                    <a:pt x="108" y="1964"/>
                  </a:lnTo>
                  <a:lnTo>
                    <a:pt x="232" y="1979"/>
                  </a:lnTo>
                  <a:cubicBezTo>
                    <a:pt x="696" y="2041"/>
                    <a:pt x="1159" y="2057"/>
                    <a:pt x="1608" y="2057"/>
                  </a:cubicBezTo>
                  <a:cubicBezTo>
                    <a:pt x="2179" y="2057"/>
                    <a:pt x="2720" y="2010"/>
                    <a:pt x="3153" y="1917"/>
                  </a:cubicBezTo>
                  <a:lnTo>
                    <a:pt x="3246" y="1902"/>
                  </a:lnTo>
                  <a:lnTo>
                    <a:pt x="3246" y="1825"/>
                  </a:lnTo>
                  <a:cubicBezTo>
                    <a:pt x="3246" y="1547"/>
                    <a:pt x="3277" y="1253"/>
                    <a:pt x="3308" y="990"/>
                  </a:cubicBezTo>
                  <a:cubicBezTo>
                    <a:pt x="3323" y="712"/>
                    <a:pt x="3354" y="434"/>
                    <a:pt x="3354" y="140"/>
                  </a:cubicBezTo>
                  <a:lnTo>
                    <a:pt x="33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p:cNvSpPr/>
            <p:nvPr/>
          </p:nvSpPr>
          <p:spPr>
            <a:xfrm rot="864690">
              <a:off x="7587199" y="1226855"/>
              <a:ext cx="300352" cy="48828"/>
            </a:xfrm>
            <a:custGeom>
              <a:avLst/>
              <a:gdLst/>
              <a:ahLst/>
              <a:cxnLst/>
              <a:rect l="l" t="t" r="r" b="b"/>
              <a:pathLst>
                <a:path w="2319" h="377" extrusionOk="0">
                  <a:moveTo>
                    <a:pt x="125" y="0"/>
                  </a:moveTo>
                  <a:cubicBezTo>
                    <a:pt x="75" y="0"/>
                    <a:pt x="27" y="21"/>
                    <a:pt x="16" y="68"/>
                  </a:cubicBezTo>
                  <a:cubicBezTo>
                    <a:pt x="0" y="130"/>
                    <a:pt x="31" y="176"/>
                    <a:pt x="93" y="207"/>
                  </a:cubicBezTo>
                  <a:cubicBezTo>
                    <a:pt x="495" y="315"/>
                    <a:pt x="927" y="377"/>
                    <a:pt x="1376" y="377"/>
                  </a:cubicBezTo>
                  <a:cubicBezTo>
                    <a:pt x="1654" y="377"/>
                    <a:pt x="1932" y="361"/>
                    <a:pt x="2195" y="300"/>
                  </a:cubicBezTo>
                  <a:cubicBezTo>
                    <a:pt x="2272" y="300"/>
                    <a:pt x="2318" y="238"/>
                    <a:pt x="2303" y="176"/>
                  </a:cubicBezTo>
                  <a:cubicBezTo>
                    <a:pt x="2303" y="136"/>
                    <a:pt x="2245" y="96"/>
                    <a:pt x="2189" y="96"/>
                  </a:cubicBezTo>
                  <a:cubicBezTo>
                    <a:pt x="2181" y="96"/>
                    <a:pt x="2172" y="97"/>
                    <a:pt x="2164" y="99"/>
                  </a:cubicBezTo>
                  <a:cubicBezTo>
                    <a:pt x="1892" y="156"/>
                    <a:pt x="1615" y="184"/>
                    <a:pt x="1339" y="184"/>
                  </a:cubicBezTo>
                  <a:cubicBezTo>
                    <a:pt x="941" y="184"/>
                    <a:pt x="545" y="125"/>
                    <a:pt x="170" y="6"/>
                  </a:cubicBezTo>
                  <a:cubicBezTo>
                    <a:pt x="156" y="2"/>
                    <a:pt x="140" y="0"/>
                    <a:pt x="12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p:cNvSpPr/>
            <p:nvPr/>
          </p:nvSpPr>
          <p:spPr>
            <a:xfrm rot="864690">
              <a:off x="7597803" y="1296128"/>
              <a:ext cx="250358" cy="46238"/>
            </a:xfrm>
            <a:custGeom>
              <a:avLst/>
              <a:gdLst/>
              <a:ahLst/>
              <a:cxnLst/>
              <a:rect l="l" t="t" r="r" b="b"/>
              <a:pathLst>
                <a:path w="1933" h="357" extrusionOk="0">
                  <a:moveTo>
                    <a:pt x="170" y="1"/>
                  </a:moveTo>
                  <a:cubicBezTo>
                    <a:pt x="93" y="1"/>
                    <a:pt x="31" y="16"/>
                    <a:pt x="16" y="78"/>
                  </a:cubicBezTo>
                  <a:cubicBezTo>
                    <a:pt x="0" y="140"/>
                    <a:pt x="31" y="202"/>
                    <a:pt x="93" y="217"/>
                  </a:cubicBezTo>
                  <a:cubicBezTo>
                    <a:pt x="433" y="310"/>
                    <a:pt x="789" y="356"/>
                    <a:pt x="1160" y="356"/>
                  </a:cubicBezTo>
                  <a:cubicBezTo>
                    <a:pt x="1361" y="356"/>
                    <a:pt x="1577" y="356"/>
                    <a:pt x="1809" y="279"/>
                  </a:cubicBezTo>
                  <a:cubicBezTo>
                    <a:pt x="1871" y="279"/>
                    <a:pt x="1932" y="217"/>
                    <a:pt x="1902" y="155"/>
                  </a:cubicBezTo>
                  <a:cubicBezTo>
                    <a:pt x="1902" y="104"/>
                    <a:pt x="1848" y="74"/>
                    <a:pt x="1804" y="74"/>
                  </a:cubicBezTo>
                  <a:cubicBezTo>
                    <a:pt x="1795" y="74"/>
                    <a:pt x="1786" y="76"/>
                    <a:pt x="1778" y="78"/>
                  </a:cubicBezTo>
                  <a:cubicBezTo>
                    <a:pt x="1572" y="108"/>
                    <a:pt x="1362" y="124"/>
                    <a:pt x="1151" y="124"/>
                  </a:cubicBezTo>
                  <a:cubicBezTo>
                    <a:pt x="822" y="124"/>
                    <a:pt x="490" y="86"/>
                    <a:pt x="17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p:cNvSpPr/>
            <p:nvPr/>
          </p:nvSpPr>
          <p:spPr>
            <a:xfrm rot="864690">
              <a:off x="7754418" y="777788"/>
              <a:ext cx="92217" cy="407075"/>
            </a:xfrm>
            <a:custGeom>
              <a:avLst/>
              <a:gdLst/>
              <a:ahLst/>
              <a:cxnLst/>
              <a:rect l="l" t="t" r="r" b="b"/>
              <a:pathLst>
                <a:path w="712" h="3143" extrusionOk="0">
                  <a:moveTo>
                    <a:pt x="447" y="0"/>
                  </a:moveTo>
                  <a:cubicBezTo>
                    <a:pt x="416" y="0"/>
                    <a:pt x="383" y="15"/>
                    <a:pt x="356" y="51"/>
                  </a:cubicBezTo>
                  <a:cubicBezTo>
                    <a:pt x="186" y="330"/>
                    <a:pt x="263" y="654"/>
                    <a:pt x="325" y="886"/>
                  </a:cubicBezTo>
                  <a:lnTo>
                    <a:pt x="356" y="1025"/>
                  </a:lnTo>
                  <a:cubicBezTo>
                    <a:pt x="418" y="1226"/>
                    <a:pt x="480" y="1427"/>
                    <a:pt x="464" y="1612"/>
                  </a:cubicBezTo>
                  <a:cubicBezTo>
                    <a:pt x="433" y="1767"/>
                    <a:pt x="340" y="1922"/>
                    <a:pt x="263" y="2076"/>
                  </a:cubicBezTo>
                  <a:cubicBezTo>
                    <a:pt x="232" y="2153"/>
                    <a:pt x="186" y="2215"/>
                    <a:pt x="155" y="2293"/>
                  </a:cubicBezTo>
                  <a:cubicBezTo>
                    <a:pt x="0" y="2602"/>
                    <a:pt x="0" y="2911"/>
                    <a:pt x="170" y="3112"/>
                  </a:cubicBezTo>
                  <a:cubicBezTo>
                    <a:pt x="186" y="3127"/>
                    <a:pt x="232" y="3143"/>
                    <a:pt x="263" y="3143"/>
                  </a:cubicBezTo>
                  <a:cubicBezTo>
                    <a:pt x="294" y="3143"/>
                    <a:pt x="311" y="3136"/>
                    <a:pt x="324" y="3136"/>
                  </a:cubicBezTo>
                  <a:cubicBezTo>
                    <a:pt x="330" y="3136"/>
                    <a:pt x="335" y="3137"/>
                    <a:pt x="340" y="3143"/>
                  </a:cubicBezTo>
                  <a:cubicBezTo>
                    <a:pt x="387" y="3127"/>
                    <a:pt x="402" y="3050"/>
                    <a:pt x="356" y="3003"/>
                  </a:cubicBezTo>
                  <a:cubicBezTo>
                    <a:pt x="186" y="2818"/>
                    <a:pt x="279" y="2540"/>
                    <a:pt x="356" y="2385"/>
                  </a:cubicBezTo>
                  <a:cubicBezTo>
                    <a:pt x="387" y="2339"/>
                    <a:pt x="418" y="2262"/>
                    <a:pt x="464" y="2200"/>
                  </a:cubicBezTo>
                  <a:cubicBezTo>
                    <a:pt x="557" y="2030"/>
                    <a:pt x="650" y="1844"/>
                    <a:pt x="665" y="1659"/>
                  </a:cubicBezTo>
                  <a:cubicBezTo>
                    <a:pt x="711" y="1427"/>
                    <a:pt x="650" y="1195"/>
                    <a:pt x="572" y="979"/>
                  </a:cubicBezTo>
                  <a:lnTo>
                    <a:pt x="541" y="840"/>
                  </a:lnTo>
                  <a:cubicBezTo>
                    <a:pt x="480" y="654"/>
                    <a:pt x="418" y="361"/>
                    <a:pt x="557" y="144"/>
                  </a:cubicBezTo>
                  <a:cubicBezTo>
                    <a:pt x="588" y="113"/>
                    <a:pt x="572" y="36"/>
                    <a:pt x="510" y="21"/>
                  </a:cubicBezTo>
                  <a:cubicBezTo>
                    <a:pt x="491" y="8"/>
                    <a:pt x="469" y="0"/>
                    <a:pt x="44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p:cNvSpPr/>
            <p:nvPr/>
          </p:nvSpPr>
          <p:spPr>
            <a:xfrm rot="864690">
              <a:off x="7974980" y="291837"/>
              <a:ext cx="34193" cy="250358"/>
            </a:xfrm>
            <a:custGeom>
              <a:avLst/>
              <a:gdLst/>
              <a:ahLst/>
              <a:cxnLst/>
              <a:rect l="l" t="t" r="r" b="b"/>
              <a:pathLst>
                <a:path w="264" h="1933" extrusionOk="0">
                  <a:moveTo>
                    <a:pt x="155" y="0"/>
                  </a:moveTo>
                  <a:cubicBezTo>
                    <a:pt x="93" y="0"/>
                    <a:pt x="47" y="31"/>
                    <a:pt x="47" y="93"/>
                  </a:cubicBezTo>
                  <a:lnTo>
                    <a:pt x="0" y="1840"/>
                  </a:lnTo>
                  <a:cubicBezTo>
                    <a:pt x="0" y="1886"/>
                    <a:pt x="47" y="1932"/>
                    <a:pt x="124" y="1932"/>
                  </a:cubicBezTo>
                  <a:cubicBezTo>
                    <a:pt x="201" y="1932"/>
                    <a:pt x="232" y="1886"/>
                    <a:pt x="232" y="1840"/>
                  </a:cubicBezTo>
                  <a:lnTo>
                    <a:pt x="263" y="93"/>
                  </a:lnTo>
                  <a:cubicBezTo>
                    <a:pt x="263" y="31"/>
                    <a:pt x="217" y="0"/>
                    <a:pt x="15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p:cNvSpPr/>
            <p:nvPr/>
          </p:nvSpPr>
          <p:spPr>
            <a:xfrm rot="864690">
              <a:off x="8201277" y="909226"/>
              <a:ext cx="216295" cy="28105"/>
            </a:xfrm>
            <a:custGeom>
              <a:avLst/>
              <a:gdLst/>
              <a:ahLst/>
              <a:cxnLst/>
              <a:rect l="l" t="t" r="r" b="b"/>
              <a:pathLst>
                <a:path w="1670" h="217" extrusionOk="0">
                  <a:moveTo>
                    <a:pt x="1546" y="0"/>
                  </a:moveTo>
                  <a:lnTo>
                    <a:pt x="124" y="16"/>
                  </a:lnTo>
                  <a:cubicBezTo>
                    <a:pt x="62" y="16"/>
                    <a:pt x="0" y="62"/>
                    <a:pt x="0" y="124"/>
                  </a:cubicBezTo>
                  <a:cubicBezTo>
                    <a:pt x="0" y="170"/>
                    <a:pt x="62" y="217"/>
                    <a:pt x="124" y="217"/>
                  </a:cubicBezTo>
                  <a:lnTo>
                    <a:pt x="1546" y="201"/>
                  </a:lnTo>
                  <a:cubicBezTo>
                    <a:pt x="1608" y="201"/>
                    <a:pt x="1669" y="155"/>
                    <a:pt x="1669" y="93"/>
                  </a:cubicBezTo>
                  <a:cubicBezTo>
                    <a:pt x="1669" y="31"/>
                    <a:pt x="1608" y="0"/>
                    <a:pt x="154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p:cNvSpPr/>
            <p:nvPr/>
          </p:nvSpPr>
          <p:spPr>
            <a:xfrm rot="864690">
              <a:off x="7251065" y="636179"/>
              <a:ext cx="312527" cy="66702"/>
            </a:xfrm>
            <a:custGeom>
              <a:avLst/>
              <a:gdLst/>
              <a:ahLst/>
              <a:cxnLst/>
              <a:rect l="l" t="t" r="r" b="b"/>
              <a:pathLst>
                <a:path w="2413" h="515" extrusionOk="0">
                  <a:moveTo>
                    <a:pt x="124" y="0"/>
                  </a:moveTo>
                  <a:cubicBezTo>
                    <a:pt x="74" y="0"/>
                    <a:pt x="29" y="30"/>
                    <a:pt x="16" y="82"/>
                  </a:cubicBezTo>
                  <a:cubicBezTo>
                    <a:pt x="1" y="143"/>
                    <a:pt x="63" y="205"/>
                    <a:pt x="109" y="205"/>
                  </a:cubicBezTo>
                  <a:lnTo>
                    <a:pt x="2258" y="514"/>
                  </a:lnTo>
                  <a:lnTo>
                    <a:pt x="2273" y="514"/>
                  </a:lnTo>
                  <a:cubicBezTo>
                    <a:pt x="2335" y="514"/>
                    <a:pt x="2397" y="483"/>
                    <a:pt x="2397" y="437"/>
                  </a:cubicBezTo>
                  <a:cubicBezTo>
                    <a:pt x="2412" y="375"/>
                    <a:pt x="2350" y="313"/>
                    <a:pt x="2304" y="313"/>
                  </a:cubicBezTo>
                  <a:lnTo>
                    <a:pt x="156" y="4"/>
                  </a:lnTo>
                  <a:cubicBezTo>
                    <a:pt x="145" y="2"/>
                    <a:pt x="134" y="0"/>
                    <a:pt x="12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p:cNvSpPr/>
            <p:nvPr/>
          </p:nvSpPr>
          <p:spPr>
            <a:xfrm rot="864690">
              <a:off x="8164843" y="589260"/>
              <a:ext cx="92217" cy="114753"/>
            </a:xfrm>
            <a:custGeom>
              <a:avLst/>
              <a:gdLst/>
              <a:ahLst/>
              <a:cxnLst/>
              <a:rect l="l" t="t" r="r" b="b"/>
              <a:pathLst>
                <a:path w="712" h="886" extrusionOk="0">
                  <a:moveTo>
                    <a:pt x="567" y="0"/>
                  </a:moveTo>
                  <a:cubicBezTo>
                    <a:pt x="534" y="0"/>
                    <a:pt x="503" y="12"/>
                    <a:pt x="480" y="35"/>
                  </a:cubicBezTo>
                  <a:cubicBezTo>
                    <a:pt x="279" y="252"/>
                    <a:pt x="125" y="483"/>
                    <a:pt x="16" y="746"/>
                  </a:cubicBezTo>
                  <a:cubicBezTo>
                    <a:pt x="1" y="808"/>
                    <a:pt x="47" y="870"/>
                    <a:pt x="94" y="885"/>
                  </a:cubicBezTo>
                  <a:lnTo>
                    <a:pt x="140" y="885"/>
                  </a:lnTo>
                  <a:cubicBezTo>
                    <a:pt x="171" y="885"/>
                    <a:pt x="233" y="870"/>
                    <a:pt x="248" y="808"/>
                  </a:cubicBezTo>
                  <a:cubicBezTo>
                    <a:pt x="326" y="576"/>
                    <a:pt x="465" y="344"/>
                    <a:pt x="666" y="174"/>
                  </a:cubicBezTo>
                  <a:cubicBezTo>
                    <a:pt x="712" y="128"/>
                    <a:pt x="712" y="66"/>
                    <a:pt x="666" y="35"/>
                  </a:cubicBezTo>
                  <a:cubicBezTo>
                    <a:pt x="635" y="12"/>
                    <a:pt x="600" y="0"/>
                    <a:pt x="56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p:cNvSpPr/>
            <p:nvPr/>
          </p:nvSpPr>
          <p:spPr>
            <a:xfrm rot="864690">
              <a:off x="7538891" y="362823"/>
              <a:ext cx="192334" cy="191946"/>
            </a:xfrm>
            <a:custGeom>
              <a:avLst/>
              <a:gdLst/>
              <a:ahLst/>
              <a:cxnLst/>
              <a:rect l="l" t="t" r="r" b="b"/>
              <a:pathLst>
                <a:path w="1485" h="1482" extrusionOk="0">
                  <a:moveTo>
                    <a:pt x="121" y="1"/>
                  </a:moveTo>
                  <a:cubicBezTo>
                    <a:pt x="105" y="1"/>
                    <a:pt x="91" y="5"/>
                    <a:pt x="78" y="13"/>
                  </a:cubicBezTo>
                  <a:cubicBezTo>
                    <a:pt x="16" y="28"/>
                    <a:pt x="1" y="90"/>
                    <a:pt x="16" y="137"/>
                  </a:cubicBezTo>
                  <a:cubicBezTo>
                    <a:pt x="264" y="693"/>
                    <a:pt x="727" y="1141"/>
                    <a:pt x="1284" y="1466"/>
                  </a:cubicBezTo>
                  <a:cubicBezTo>
                    <a:pt x="1315" y="1481"/>
                    <a:pt x="1330" y="1481"/>
                    <a:pt x="1346" y="1481"/>
                  </a:cubicBezTo>
                  <a:cubicBezTo>
                    <a:pt x="1392" y="1481"/>
                    <a:pt x="1423" y="1466"/>
                    <a:pt x="1438" y="1419"/>
                  </a:cubicBezTo>
                  <a:cubicBezTo>
                    <a:pt x="1485" y="1388"/>
                    <a:pt x="1469" y="1327"/>
                    <a:pt x="1407" y="1280"/>
                  </a:cubicBezTo>
                  <a:cubicBezTo>
                    <a:pt x="882" y="1002"/>
                    <a:pt x="465" y="569"/>
                    <a:pt x="233" y="75"/>
                  </a:cubicBezTo>
                  <a:cubicBezTo>
                    <a:pt x="210" y="29"/>
                    <a:pt x="163" y="1"/>
                    <a:pt x="12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p:cNvSpPr/>
            <p:nvPr/>
          </p:nvSpPr>
          <p:spPr>
            <a:xfrm rot="864690">
              <a:off x="8092500" y="1038304"/>
              <a:ext cx="160343" cy="94289"/>
            </a:xfrm>
            <a:custGeom>
              <a:avLst/>
              <a:gdLst/>
              <a:ahLst/>
              <a:cxnLst/>
              <a:rect l="l" t="t" r="r" b="b"/>
              <a:pathLst>
                <a:path w="1238" h="728" extrusionOk="0">
                  <a:moveTo>
                    <a:pt x="126" y="0"/>
                  </a:moveTo>
                  <a:cubicBezTo>
                    <a:pt x="102" y="0"/>
                    <a:pt x="80" y="5"/>
                    <a:pt x="62" y="17"/>
                  </a:cubicBezTo>
                  <a:cubicBezTo>
                    <a:pt x="1" y="32"/>
                    <a:pt x="1" y="110"/>
                    <a:pt x="32" y="156"/>
                  </a:cubicBezTo>
                  <a:cubicBezTo>
                    <a:pt x="310" y="419"/>
                    <a:pt x="650" y="635"/>
                    <a:pt x="1067" y="728"/>
                  </a:cubicBezTo>
                  <a:lnTo>
                    <a:pt x="1098" y="728"/>
                  </a:lnTo>
                  <a:cubicBezTo>
                    <a:pt x="1160" y="728"/>
                    <a:pt x="1191" y="697"/>
                    <a:pt x="1206" y="697"/>
                  </a:cubicBezTo>
                  <a:cubicBezTo>
                    <a:pt x="1237" y="635"/>
                    <a:pt x="1191" y="573"/>
                    <a:pt x="1144" y="558"/>
                  </a:cubicBezTo>
                  <a:cubicBezTo>
                    <a:pt x="789" y="465"/>
                    <a:pt x="464" y="295"/>
                    <a:pt x="232" y="32"/>
                  </a:cubicBezTo>
                  <a:cubicBezTo>
                    <a:pt x="204" y="13"/>
                    <a:pt x="163" y="0"/>
                    <a:pt x="12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p:cNvSpPr/>
            <p:nvPr/>
          </p:nvSpPr>
          <p:spPr>
            <a:xfrm rot="864690">
              <a:off x="7382482" y="916015"/>
              <a:ext cx="136253" cy="103226"/>
            </a:xfrm>
            <a:custGeom>
              <a:avLst/>
              <a:gdLst/>
              <a:ahLst/>
              <a:cxnLst/>
              <a:rect l="l" t="t" r="r" b="b"/>
              <a:pathLst>
                <a:path w="1052" h="797" extrusionOk="0">
                  <a:moveTo>
                    <a:pt x="920" y="1"/>
                  </a:moveTo>
                  <a:cubicBezTo>
                    <a:pt x="893" y="1"/>
                    <a:pt x="866" y="9"/>
                    <a:pt x="835" y="24"/>
                  </a:cubicBezTo>
                  <a:lnTo>
                    <a:pt x="47" y="627"/>
                  </a:lnTo>
                  <a:cubicBezTo>
                    <a:pt x="0" y="642"/>
                    <a:pt x="0" y="720"/>
                    <a:pt x="47" y="766"/>
                  </a:cubicBezTo>
                  <a:cubicBezTo>
                    <a:pt x="78" y="781"/>
                    <a:pt x="109" y="797"/>
                    <a:pt x="140" y="797"/>
                  </a:cubicBezTo>
                  <a:cubicBezTo>
                    <a:pt x="155" y="797"/>
                    <a:pt x="186" y="797"/>
                    <a:pt x="217" y="766"/>
                  </a:cubicBezTo>
                  <a:lnTo>
                    <a:pt x="1005" y="163"/>
                  </a:lnTo>
                  <a:cubicBezTo>
                    <a:pt x="1051" y="148"/>
                    <a:pt x="1051" y="70"/>
                    <a:pt x="1005" y="24"/>
                  </a:cubicBezTo>
                  <a:cubicBezTo>
                    <a:pt x="974" y="9"/>
                    <a:pt x="947" y="1"/>
                    <a:pt x="92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 name="Google Shape;421;p30"/>
          <p:cNvGrpSpPr/>
          <p:nvPr/>
        </p:nvGrpSpPr>
        <p:grpSpPr>
          <a:xfrm>
            <a:off x="6702946" y="4220553"/>
            <a:ext cx="1059557" cy="690926"/>
            <a:chOff x="-306504" y="4276178"/>
            <a:chExt cx="1059557" cy="690926"/>
          </a:xfrm>
        </p:grpSpPr>
        <p:sp>
          <p:nvSpPr>
            <p:cNvPr id="422" name="Google Shape;422;p30"/>
            <p:cNvSpPr/>
            <p:nvPr/>
          </p:nvSpPr>
          <p:spPr>
            <a:xfrm>
              <a:off x="-140162" y="4531505"/>
              <a:ext cx="713657" cy="351893"/>
            </a:xfrm>
            <a:custGeom>
              <a:avLst/>
              <a:gdLst/>
              <a:ahLst/>
              <a:cxnLst/>
              <a:rect l="l" t="t" r="r" b="b"/>
              <a:pathLst>
                <a:path w="35523" h="17518" extrusionOk="0">
                  <a:moveTo>
                    <a:pt x="3774" y="10775"/>
                  </a:moveTo>
                  <a:cubicBezTo>
                    <a:pt x="2619" y="10198"/>
                    <a:pt x="353" y="8285"/>
                    <a:pt x="100" y="9551"/>
                  </a:cubicBezTo>
                  <a:cubicBezTo>
                    <a:pt x="-700" y="13554"/>
                    <a:pt x="6631" y="19346"/>
                    <a:pt x="9897" y="16898"/>
                  </a:cubicBezTo>
                  <a:cubicBezTo>
                    <a:pt x="14519" y="13434"/>
                    <a:pt x="9580" y="3364"/>
                    <a:pt x="14387" y="162"/>
                  </a:cubicBezTo>
                  <a:cubicBezTo>
                    <a:pt x="15361" y="-487"/>
                    <a:pt x="16028" y="1919"/>
                    <a:pt x="16428" y="3019"/>
                  </a:cubicBezTo>
                  <a:cubicBezTo>
                    <a:pt x="17676" y="6450"/>
                    <a:pt x="17937" y="11459"/>
                    <a:pt x="21327" y="12816"/>
                  </a:cubicBezTo>
                  <a:cubicBezTo>
                    <a:pt x="23352" y="13627"/>
                    <a:pt x="26043" y="14435"/>
                    <a:pt x="27858" y="13225"/>
                  </a:cubicBezTo>
                  <a:cubicBezTo>
                    <a:pt x="30136" y="11706"/>
                    <a:pt x="34340" y="6953"/>
                    <a:pt x="35206" y="9551"/>
                  </a:cubicBezTo>
                  <a:cubicBezTo>
                    <a:pt x="37745" y="17172"/>
                    <a:pt x="18742" y="7827"/>
                    <a:pt x="11122" y="10367"/>
                  </a:cubicBezTo>
                </a:path>
              </a:pathLst>
            </a:custGeom>
            <a:noFill/>
            <a:ln w="228600" cap="flat" cmpd="sng">
              <a:solidFill>
                <a:srgbClr val="88F175"/>
              </a:solidFill>
              <a:prstDash val="solid"/>
              <a:round/>
              <a:headEnd type="none" w="med" len="med"/>
              <a:tailEnd type="none" w="med" len="med"/>
            </a:ln>
          </p:spPr>
        </p:sp>
        <p:sp>
          <p:nvSpPr>
            <p:cNvPr id="423" name="Google Shape;423;p30"/>
            <p:cNvSpPr/>
            <p:nvPr/>
          </p:nvSpPr>
          <p:spPr>
            <a:xfrm>
              <a:off x="-306504" y="4276178"/>
              <a:ext cx="1059557" cy="690926"/>
            </a:xfrm>
            <a:custGeom>
              <a:avLst/>
              <a:gdLst/>
              <a:ahLst/>
              <a:cxnLst/>
              <a:rect l="l" t="t" r="r" b="b"/>
              <a:pathLst>
                <a:path w="10141" h="6613" extrusionOk="0">
                  <a:moveTo>
                    <a:pt x="4689" y="581"/>
                  </a:moveTo>
                  <a:cubicBezTo>
                    <a:pt x="5301" y="581"/>
                    <a:pt x="5834" y="1062"/>
                    <a:pt x="6038" y="1698"/>
                  </a:cubicBezTo>
                  <a:cubicBezTo>
                    <a:pt x="6305" y="2398"/>
                    <a:pt x="6171" y="3199"/>
                    <a:pt x="6104" y="3933"/>
                  </a:cubicBezTo>
                  <a:cubicBezTo>
                    <a:pt x="6071" y="4116"/>
                    <a:pt x="6205" y="4208"/>
                    <a:pt x="6350" y="4208"/>
                  </a:cubicBezTo>
                  <a:cubicBezTo>
                    <a:pt x="6496" y="4208"/>
                    <a:pt x="6655" y="4116"/>
                    <a:pt x="6672" y="3933"/>
                  </a:cubicBezTo>
                  <a:lnTo>
                    <a:pt x="6672" y="3899"/>
                  </a:lnTo>
                  <a:cubicBezTo>
                    <a:pt x="7039" y="3614"/>
                    <a:pt x="7493" y="3440"/>
                    <a:pt x="7944" y="3440"/>
                  </a:cubicBezTo>
                  <a:cubicBezTo>
                    <a:pt x="8230" y="3440"/>
                    <a:pt x="8514" y="3510"/>
                    <a:pt x="8773" y="3666"/>
                  </a:cubicBezTo>
                  <a:cubicBezTo>
                    <a:pt x="9407" y="4133"/>
                    <a:pt x="9474" y="5100"/>
                    <a:pt x="9107" y="5801"/>
                  </a:cubicBezTo>
                  <a:cubicBezTo>
                    <a:pt x="9073" y="5867"/>
                    <a:pt x="9073" y="5934"/>
                    <a:pt x="9073" y="5967"/>
                  </a:cubicBezTo>
                  <a:cubicBezTo>
                    <a:pt x="9007" y="5934"/>
                    <a:pt x="8940" y="5901"/>
                    <a:pt x="8906" y="5901"/>
                  </a:cubicBezTo>
                  <a:cubicBezTo>
                    <a:pt x="7922" y="5838"/>
                    <a:pt x="6928" y="5813"/>
                    <a:pt x="5932" y="5813"/>
                  </a:cubicBezTo>
                  <a:cubicBezTo>
                    <a:pt x="4262" y="5813"/>
                    <a:pt x="2585" y="5884"/>
                    <a:pt x="934" y="5967"/>
                  </a:cubicBezTo>
                  <a:cubicBezTo>
                    <a:pt x="967" y="5934"/>
                    <a:pt x="967" y="5834"/>
                    <a:pt x="934" y="5767"/>
                  </a:cubicBezTo>
                  <a:cubicBezTo>
                    <a:pt x="567" y="5334"/>
                    <a:pt x="567" y="4566"/>
                    <a:pt x="1001" y="4166"/>
                  </a:cubicBezTo>
                  <a:cubicBezTo>
                    <a:pt x="1140" y="4055"/>
                    <a:pt x="1312" y="4006"/>
                    <a:pt x="1489" y="4006"/>
                  </a:cubicBezTo>
                  <a:cubicBezTo>
                    <a:pt x="1952" y="4006"/>
                    <a:pt x="2454" y="4342"/>
                    <a:pt x="2502" y="4800"/>
                  </a:cubicBezTo>
                  <a:cubicBezTo>
                    <a:pt x="2535" y="4983"/>
                    <a:pt x="2694" y="5075"/>
                    <a:pt x="2840" y="5075"/>
                  </a:cubicBezTo>
                  <a:cubicBezTo>
                    <a:pt x="2986" y="5075"/>
                    <a:pt x="3119" y="4983"/>
                    <a:pt x="3102" y="4800"/>
                  </a:cubicBezTo>
                  <a:cubicBezTo>
                    <a:pt x="3102" y="4733"/>
                    <a:pt x="3102" y="4667"/>
                    <a:pt x="3036" y="4633"/>
                  </a:cubicBezTo>
                  <a:lnTo>
                    <a:pt x="3036" y="4566"/>
                  </a:lnTo>
                  <a:cubicBezTo>
                    <a:pt x="3002" y="3232"/>
                    <a:pt x="2669" y="1464"/>
                    <a:pt x="4103" y="730"/>
                  </a:cubicBezTo>
                  <a:cubicBezTo>
                    <a:pt x="4301" y="627"/>
                    <a:pt x="4499" y="581"/>
                    <a:pt x="4689" y="581"/>
                  </a:cubicBezTo>
                  <a:close/>
                  <a:moveTo>
                    <a:pt x="4671" y="1"/>
                  </a:moveTo>
                  <a:cubicBezTo>
                    <a:pt x="4562" y="1"/>
                    <a:pt x="4450" y="10"/>
                    <a:pt x="4337" y="30"/>
                  </a:cubicBezTo>
                  <a:cubicBezTo>
                    <a:pt x="2502" y="363"/>
                    <a:pt x="2268" y="2298"/>
                    <a:pt x="2502" y="3899"/>
                  </a:cubicBezTo>
                  <a:cubicBezTo>
                    <a:pt x="2231" y="3607"/>
                    <a:pt x="1842" y="3433"/>
                    <a:pt x="1442" y="3433"/>
                  </a:cubicBezTo>
                  <a:cubicBezTo>
                    <a:pt x="1202" y="3433"/>
                    <a:pt x="959" y="3495"/>
                    <a:pt x="734" y="3632"/>
                  </a:cubicBezTo>
                  <a:cubicBezTo>
                    <a:pt x="300" y="3899"/>
                    <a:pt x="67" y="4366"/>
                    <a:pt x="67" y="4867"/>
                  </a:cubicBezTo>
                  <a:cubicBezTo>
                    <a:pt x="0" y="5334"/>
                    <a:pt x="234" y="5734"/>
                    <a:pt x="634" y="6034"/>
                  </a:cubicBezTo>
                  <a:cubicBezTo>
                    <a:pt x="434" y="6101"/>
                    <a:pt x="467" y="6401"/>
                    <a:pt x="734" y="6434"/>
                  </a:cubicBezTo>
                  <a:cubicBezTo>
                    <a:pt x="2535" y="6523"/>
                    <a:pt x="4351" y="6612"/>
                    <a:pt x="6172" y="6612"/>
                  </a:cubicBezTo>
                  <a:cubicBezTo>
                    <a:pt x="7083" y="6612"/>
                    <a:pt x="7995" y="6590"/>
                    <a:pt x="8906" y="6535"/>
                  </a:cubicBezTo>
                  <a:cubicBezTo>
                    <a:pt x="9107" y="6535"/>
                    <a:pt x="9173" y="6368"/>
                    <a:pt x="9173" y="6168"/>
                  </a:cubicBezTo>
                  <a:cubicBezTo>
                    <a:pt x="9240" y="6218"/>
                    <a:pt x="9315" y="6251"/>
                    <a:pt x="9390" y="6251"/>
                  </a:cubicBezTo>
                  <a:cubicBezTo>
                    <a:pt x="9465" y="6251"/>
                    <a:pt x="9540" y="6218"/>
                    <a:pt x="9607" y="6134"/>
                  </a:cubicBezTo>
                  <a:cubicBezTo>
                    <a:pt x="10141" y="5134"/>
                    <a:pt x="9907" y="3799"/>
                    <a:pt x="8973" y="3232"/>
                  </a:cubicBezTo>
                  <a:cubicBezTo>
                    <a:pt x="8641" y="3011"/>
                    <a:pt x="8256" y="2902"/>
                    <a:pt x="7873" y="2902"/>
                  </a:cubicBezTo>
                  <a:cubicBezTo>
                    <a:pt x="7447" y="2902"/>
                    <a:pt x="7022" y="3036"/>
                    <a:pt x="6672" y="3299"/>
                  </a:cubicBezTo>
                  <a:cubicBezTo>
                    <a:pt x="6772" y="2432"/>
                    <a:pt x="6738" y="1564"/>
                    <a:pt x="6171" y="797"/>
                  </a:cubicBezTo>
                  <a:cubicBezTo>
                    <a:pt x="5830" y="314"/>
                    <a:pt x="5296" y="1"/>
                    <a:pt x="467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30"/>
          <p:cNvSpPr/>
          <p:nvPr/>
        </p:nvSpPr>
        <p:spPr>
          <a:xfrm>
            <a:off x="359450" y="-352650"/>
            <a:ext cx="699305" cy="1856930"/>
          </a:xfrm>
          <a:custGeom>
            <a:avLst/>
            <a:gdLst/>
            <a:ahLst/>
            <a:cxnLst/>
            <a:rect l="l" t="t" r="r" b="b"/>
            <a:pathLst>
              <a:path w="4997" h="13269" extrusionOk="0">
                <a:moveTo>
                  <a:pt x="1681" y="670"/>
                </a:moveTo>
                <a:cubicBezTo>
                  <a:pt x="1757" y="912"/>
                  <a:pt x="1893" y="1124"/>
                  <a:pt x="1953" y="1306"/>
                </a:cubicBezTo>
                <a:cubicBezTo>
                  <a:pt x="2007" y="1512"/>
                  <a:pt x="2145" y="1596"/>
                  <a:pt x="2290" y="1596"/>
                </a:cubicBezTo>
                <a:cubicBezTo>
                  <a:pt x="2390" y="1596"/>
                  <a:pt x="2494" y="1556"/>
                  <a:pt x="2574" y="1487"/>
                </a:cubicBezTo>
                <a:cubicBezTo>
                  <a:pt x="2786" y="1276"/>
                  <a:pt x="3059" y="1260"/>
                  <a:pt x="3331" y="1200"/>
                </a:cubicBezTo>
                <a:cubicBezTo>
                  <a:pt x="3390" y="1188"/>
                  <a:pt x="3431" y="1121"/>
                  <a:pt x="3504" y="1121"/>
                </a:cubicBezTo>
                <a:cubicBezTo>
                  <a:pt x="3524" y="1121"/>
                  <a:pt x="3547" y="1126"/>
                  <a:pt x="3573" y="1139"/>
                </a:cubicBezTo>
                <a:cubicBezTo>
                  <a:pt x="3498" y="1336"/>
                  <a:pt x="3422" y="1518"/>
                  <a:pt x="3331" y="1715"/>
                </a:cubicBezTo>
                <a:cubicBezTo>
                  <a:pt x="3074" y="2184"/>
                  <a:pt x="2953" y="2699"/>
                  <a:pt x="2741" y="3183"/>
                </a:cubicBezTo>
                <a:cubicBezTo>
                  <a:pt x="2604" y="3486"/>
                  <a:pt x="2574" y="3804"/>
                  <a:pt x="2483" y="4107"/>
                </a:cubicBezTo>
                <a:cubicBezTo>
                  <a:pt x="2408" y="4334"/>
                  <a:pt x="2438" y="4606"/>
                  <a:pt x="2408" y="4833"/>
                </a:cubicBezTo>
                <a:cubicBezTo>
                  <a:pt x="2347" y="5166"/>
                  <a:pt x="2332" y="5515"/>
                  <a:pt x="2347" y="5833"/>
                </a:cubicBezTo>
                <a:cubicBezTo>
                  <a:pt x="2377" y="6226"/>
                  <a:pt x="2302" y="6650"/>
                  <a:pt x="2408" y="7044"/>
                </a:cubicBezTo>
                <a:cubicBezTo>
                  <a:pt x="2438" y="7195"/>
                  <a:pt x="2453" y="7347"/>
                  <a:pt x="2453" y="7498"/>
                </a:cubicBezTo>
                <a:cubicBezTo>
                  <a:pt x="2453" y="7740"/>
                  <a:pt x="2574" y="7952"/>
                  <a:pt x="2604" y="8179"/>
                </a:cubicBezTo>
                <a:cubicBezTo>
                  <a:pt x="2665" y="8573"/>
                  <a:pt x="2771" y="8982"/>
                  <a:pt x="2953" y="9360"/>
                </a:cubicBezTo>
                <a:cubicBezTo>
                  <a:pt x="3119" y="9708"/>
                  <a:pt x="3271" y="10087"/>
                  <a:pt x="3513" y="10420"/>
                </a:cubicBezTo>
                <a:cubicBezTo>
                  <a:pt x="3584" y="10507"/>
                  <a:pt x="3643" y="10553"/>
                  <a:pt x="3704" y="10553"/>
                </a:cubicBezTo>
                <a:cubicBezTo>
                  <a:pt x="3761" y="10553"/>
                  <a:pt x="3819" y="10515"/>
                  <a:pt x="3891" y="10435"/>
                </a:cubicBezTo>
                <a:cubicBezTo>
                  <a:pt x="4012" y="10299"/>
                  <a:pt x="4164" y="10269"/>
                  <a:pt x="4285" y="10223"/>
                </a:cubicBezTo>
                <a:cubicBezTo>
                  <a:pt x="4305" y="10219"/>
                  <a:pt x="4325" y="10216"/>
                  <a:pt x="4343" y="10216"/>
                </a:cubicBezTo>
                <a:cubicBezTo>
                  <a:pt x="4446" y="10216"/>
                  <a:pt x="4512" y="10287"/>
                  <a:pt x="4512" y="10390"/>
                </a:cubicBezTo>
                <a:cubicBezTo>
                  <a:pt x="4512" y="10723"/>
                  <a:pt x="4542" y="11041"/>
                  <a:pt x="4497" y="11359"/>
                </a:cubicBezTo>
                <a:cubicBezTo>
                  <a:pt x="4467" y="11828"/>
                  <a:pt x="4330" y="12267"/>
                  <a:pt x="4164" y="12706"/>
                </a:cubicBezTo>
                <a:cubicBezTo>
                  <a:pt x="4134" y="12767"/>
                  <a:pt x="4118" y="12797"/>
                  <a:pt x="4073" y="12797"/>
                </a:cubicBezTo>
                <a:cubicBezTo>
                  <a:pt x="3957" y="12820"/>
                  <a:pt x="3832" y="12852"/>
                  <a:pt x="3718" y="12852"/>
                </a:cubicBezTo>
                <a:cubicBezTo>
                  <a:pt x="3684" y="12852"/>
                  <a:pt x="3650" y="12849"/>
                  <a:pt x="3619" y="12842"/>
                </a:cubicBezTo>
                <a:cubicBezTo>
                  <a:pt x="3165" y="12751"/>
                  <a:pt x="2665" y="12691"/>
                  <a:pt x="2211" y="12509"/>
                </a:cubicBezTo>
                <a:cubicBezTo>
                  <a:pt x="1984" y="12449"/>
                  <a:pt x="1757" y="12388"/>
                  <a:pt x="1575" y="12206"/>
                </a:cubicBezTo>
                <a:cubicBezTo>
                  <a:pt x="1454" y="12116"/>
                  <a:pt x="1423" y="12040"/>
                  <a:pt x="1575" y="11934"/>
                </a:cubicBezTo>
                <a:cubicBezTo>
                  <a:pt x="1757" y="11798"/>
                  <a:pt x="1893" y="11586"/>
                  <a:pt x="2105" y="11480"/>
                </a:cubicBezTo>
                <a:cubicBezTo>
                  <a:pt x="2135" y="11449"/>
                  <a:pt x="2180" y="11419"/>
                  <a:pt x="2135" y="11374"/>
                </a:cubicBezTo>
                <a:cubicBezTo>
                  <a:pt x="2059" y="11268"/>
                  <a:pt x="2044" y="11132"/>
                  <a:pt x="1999" y="11026"/>
                </a:cubicBezTo>
                <a:cubicBezTo>
                  <a:pt x="1953" y="10874"/>
                  <a:pt x="1908" y="10708"/>
                  <a:pt x="1817" y="10571"/>
                </a:cubicBezTo>
                <a:cubicBezTo>
                  <a:pt x="1651" y="10314"/>
                  <a:pt x="1575" y="10057"/>
                  <a:pt x="1454" y="9799"/>
                </a:cubicBezTo>
                <a:cubicBezTo>
                  <a:pt x="1287" y="9421"/>
                  <a:pt x="1166" y="9012"/>
                  <a:pt x="1015" y="8618"/>
                </a:cubicBezTo>
                <a:cubicBezTo>
                  <a:pt x="863" y="8240"/>
                  <a:pt x="757" y="7846"/>
                  <a:pt x="666" y="7422"/>
                </a:cubicBezTo>
                <a:cubicBezTo>
                  <a:pt x="561" y="7014"/>
                  <a:pt x="485" y="6590"/>
                  <a:pt x="470" y="6166"/>
                </a:cubicBezTo>
                <a:cubicBezTo>
                  <a:pt x="455" y="5681"/>
                  <a:pt x="409" y="5227"/>
                  <a:pt x="470" y="4773"/>
                </a:cubicBezTo>
                <a:cubicBezTo>
                  <a:pt x="515" y="4546"/>
                  <a:pt x="545" y="4303"/>
                  <a:pt x="591" y="4076"/>
                </a:cubicBezTo>
                <a:cubicBezTo>
                  <a:pt x="621" y="3743"/>
                  <a:pt x="682" y="3380"/>
                  <a:pt x="772" y="3032"/>
                </a:cubicBezTo>
                <a:cubicBezTo>
                  <a:pt x="894" y="2608"/>
                  <a:pt x="1015" y="2169"/>
                  <a:pt x="1212" y="1730"/>
                </a:cubicBezTo>
                <a:cubicBezTo>
                  <a:pt x="1348" y="1427"/>
                  <a:pt x="1529" y="1139"/>
                  <a:pt x="1605" y="821"/>
                </a:cubicBezTo>
                <a:cubicBezTo>
                  <a:pt x="1620" y="761"/>
                  <a:pt x="1666" y="730"/>
                  <a:pt x="1681" y="670"/>
                </a:cubicBezTo>
                <a:close/>
                <a:moveTo>
                  <a:pt x="1754" y="0"/>
                </a:moveTo>
                <a:cubicBezTo>
                  <a:pt x="1736" y="0"/>
                  <a:pt x="1717" y="6"/>
                  <a:pt x="1696" y="19"/>
                </a:cubicBezTo>
                <a:cubicBezTo>
                  <a:pt x="1590" y="95"/>
                  <a:pt x="1469" y="155"/>
                  <a:pt x="1423" y="291"/>
                </a:cubicBezTo>
                <a:cubicBezTo>
                  <a:pt x="1318" y="503"/>
                  <a:pt x="1196" y="670"/>
                  <a:pt x="1090" y="852"/>
                </a:cubicBezTo>
                <a:cubicBezTo>
                  <a:pt x="984" y="1094"/>
                  <a:pt x="894" y="1321"/>
                  <a:pt x="772" y="1533"/>
                </a:cubicBezTo>
                <a:cubicBezTo>
                  <a:pt x="636" y="1821"/>
                  <a:pt x="561" y="2123"/>
                  <a:pt x="515" y="2456"/>
                </a:cubicBezTo>
                <a:cubicBezTo>
                  <a:pt x="455" y="2744"/>
                  <a:pt x="318" y="3047"/>
                  <a:pt x="288" y="3380"/>
                </a:cubicBezTo>
                <a:cubicBezTo>
                  <a:pt x="227" y="3849"/>
                  <a:pt x="91" y="4303"/>
                  <a:pt x="76" y="4788"/>
                </a:cubicBezTo>
                <a:cubicBezTo>
                  <a:pt x="46" y="5136"/>
                  <a:pt x="46" y="5454"/>
                  <a:pt x="31" y="5802"/>
                </a:cubicBezTo>
                <a:cubicBezTo>
                  <a:pt x="31" y="5893"/>
                  <a:pt x="91" y="5969"/>
                  <a:pt x="76" y="6060"/>
                </a:cubicBezTo>
                <a:cubicBezTo>
                  <a:pt x="0" y="6347"/>
                  <a:pt x="121" y="6650"/>
                  <a:pt x="152" y="6938"/>
                </a:cubicBezTo>
                <a:cubicBezTo>
                  <a:pt x="167" y="7165"/>
                  <a:pt x="197" y="7392"/>
                  <a:pt x="243" y="7589"/>
                </a:cubicBezTo>
                <a:cubicBezTo>
                  <a:pt x="273" y="7831"/>
                  <a:pt x="318" y="8043"/>
                  <a:pt x="394" y="8285"/>
                </a:cubicBezTo>
                <a:cubicBezTo>
                  <a:pt x="500" y="8588"/>
                  <a:pt x="606" y="8906"/>
                  <a:pt x="712" y="9209"/>
                </a:cubicBezTo>
                <a:cubicBezTo>
                  <a:pt x="757" y="9345"/>
                  <a:pt x="772" y="9481"/>
                  <a:pt x="833" y="9602"/>
                </a:cubicBezTo>
                <a:cubicBezTo>
                  <a:pt x="939" y="9830"/>
                  <a:pt x="1015" y="10072"/>
                  <a:pt x="1151" y="10284"/>
                </a:cubicBezTo>
                <a:cubicBezTo>
                  <a:pt x="1318" y="10556"/>
                  <a:pt x="1423" y="10889"/>
                  <a:pt x="1651" y="11116"/>
                </a:cubicBezTo>
                <a:cubicBezTo>
                  <a:pt x="1817" y="11283"/>
                  <a:pt x="1757" y="11343"/>
                  <a:pt x="1605" y="11449"/>
                </a:cubicBezTo>
                <a:cubicBezTo>
                  <a:pt x="1439" y="11571"/>
                  <a:pt x="1212" y="11661"/>
                  <a:pt x="1106" y="11858"/>
                </a:cubicBezTo>
                <a:cubicBezTo>
                  <a:pt x="924" y="12237"/>
                  <a:pt x="1136" y="12540"/>
                  <a:pt x="1529" y="12691"/>
                </a:cubicBezTo>
                <a:cubicBezTo>
                  <a:pt x="1726" y="12767"/>
                  <a:pt x="1923" y="12827"/>
                  <a:pt x="2120" y="12888"/>
                </a:cubicBezTo>
                <a:cubicBezTo>
                  <a:pt x="2408" y="13003"/>
                  <a:pt x="3174" y="13268"/>
                  <a:pt x="3731" y="13268"/>
                </a:cubicBezTo>
                <a:cubicBezTo>
                  <a:pt x="3759" y="13268"/>
                  <a:pt x="3788" y="13268"/>
                  <a:pt x="3816" y="13266"/>
                </a:cubicBezTo>
                <a:cubicBezTo>
                  <a:pt x="4028" y="13266"/>
                  <a:pt x="4194" y="13236"/>
                  <a:pt x="4270" y="13130"/>
                </a:cubicBezTo>
                <a:cubicBezTo>
                  <a:pt x="4573" y="12857"/>
                  <a:pt x="4785" y="12176"/>
                  <a:pt x="4845" y="11798"/>
                </a:cubicBezTo>
                <a:cubicBezTo>
                  <a:pt x="4921" y="11207"/>
                  <a:pt x="4996" y="10647"/>
                  <a:pt x="4875" y="10057"/>
                </a:cubicBezTo>
                <a:cubicBezTo>
                  <a:pt x="4845" y="9905"/>
                  <a:pt x="4769" y="9784"/>
                  <a:pt x="4633" y="9739"/>
                </a:cubicBezTo>
                <a:cubicBezTo>
                  <a:pt x="4588" y="9722"/>
                  <a:pt x="4542" y="9715"/>
                  <a:pt x="4495" y="9715"/>
                </a:cubicBezTo>
                <a:cubicBezTo>
                  <a:pt x="4368" y="9715"/>
                  <a:pt x="4241" y="9771"/>
                  <a:pt x="4164" y="9860"/>
                </a:cubicBezTo>
                <a:cubicBezTo>
                  <a:pt x="4073" y="9966"/>
                  <a:pt x="3906" y="9966"/>
                  <a:pt x="3861" y="10072"/>
                </a:cubicBezTo>
                <a:cubicBezTo>
                  <a:pt x="3852" y="10086"/>
                  <a:pt x="3837" y="10091"/>
                  <a:pt x="3821" y="10091"/>
                </a:cubicBezTo>
                <a:cubicBezTo>
                  <a:pt x="3784" y="10091"/>
                  <a:pt x="3740" y="10063"/>
                  <a:pt x="3740" y="10041"/>
                </a:cubicBezTo>
                <a:cubicBezTo>
                  <a:pt x="3710" y="9830"/>
                  <a:pt x="3513" y="9693"/>
                  <a:pt x="3437" y="9512"/>
                </a:cubicBezTo>
                <a:cubicBezTo>
                  <a:pt x="3316" y="9178"/>
                  <a:pt x="3180" y="8861"/>
                  <a:pt x="3074" y="8527"/>
                </a:cubicBezTo>
                <a:cubicBezTo>
                  <a:pt x="2968" y="8149"/>
                  <a:pt x="2937" y="7770"/>
                  <a:pt x="2831" y="7407"/>
                </a:cubicBezTo>
                <a:cubicBezTo>
                  <a:pt x="2756" y="7119"/>
                  <a:pt x="2801" y="6817"/>
                  <a:pt x="2756" y="6544"/>
                </a:cubicBezTo>
                <a:cubicBezTo>
                  <a:pt x="2680" y="6105"/>
                  <a:pt x="2756" y="5651"/>
                  <a:pt x="2756" y="5212"/>
                </a:cubicBezTo>
                <a:cubicBezTo>
                  <a:pt x="2756" y="4758"/>
                  <a:pt x="2877" y="4303"/>
                  <a:pt x="2953" y="3849"/>
                </a:cubicBezTo>
                <a:cubicBezTo>
                  <a:pt x="3013" y="3592"/>
                  <a:pt x="3059" y="3319"/>
                  <a:pt x="3180" y="3077"/>
                </a:cubicBezTo>
                <a:cubicBezTo>
                  <a:pt x="3286" y="2850"/>
                  <a:pt x="3392" y="2608"/>
                  <a:pt x="3482" y="2350"/>
                </a:cubicBezTo>
                <a:cubicBezTo>
                  <a:pt x="3664" y="1911"/>
                  <a:pt x="3816" y="1487"/>
                  <a:pt x="4012" y="1064"/>
                </a:cubicBezTo>
                <a:cubicBezTo>
                  <a:pt x="4082" y="910"/>
                  <a:pt x="4010" y="665"/>
                  <a:pt x="3843" y="665"/>
                </a:cubicBezTo>
                <a:cubicBezTo>
                  <a:pt x="3829" y="665"/>
                  <a:pt x="3815" y="667"/>
                  <a:pt x="3800" y="670"/>
                </a:cubicBezTo>
                <a:cubicBezTo>
                  <a:pt x="3407" y="746"/>
                  <a:pt x="2983" y="836"/>
                  <a:pt x="2604" y="1003"/>
                </a:cubicBezTo>
                <a:cubicBezTo>
                  <a:pt x="2484" y="1056"/>
                  <a:pt x="2417" y="1092"/>
                  <a:pt x="2371" y="1092"/>
                </a:cubicBezTo>
                <a:cubicBezTo>
                  <a:pt x="2311" y="1092"/>
                  <a:pt x="2285" y="1034"/>
                  <a:pt x="2226" y="882"/>
                </a:cubicBezTo>
                <a:cubicBezTo>
                  <a:pt x="2135" y="609"/>
                  <a:pt x="2074" y="307"/>
                  <a:pt x="1878" y="79"/>
                </a:cubicBezTo>
                <a:cubicBezTo>
                  <a:pt x="1834" y="36"/>
                  <a:pt x="1799" y="0"/>
                  <a:pt x="1754"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only 12">
  <p:cSld name="Title only 12">
    <p:bg>
      <p:bgPr>
        <a:solidFill>
          <a:schemeClr val="lt1"/>
        </a:solidFill>
        <a:effectLst/>
      </p:bgPr>
    </p:bg>
    <p:spTree>
      <p:nvGrpSpPr>
        <p:cNvPr id="1" name="Shape 425"/>
        <p:cNvGrpSpPr/>
        <p:nvPr/>
      </p:nvGrpSpPr>
      <p:grpSpPr>
        <a:xfrm>
          <a:off x="0" y="0"/>
          <a:ext cx="0" cy="0"/>
          <a:chOff x="0" y="0"/>
          <a:chExt cx="0" cy="0"/>
        </a:xfrm>
      </p:grpSpPr>
      <p:sp>
        <p:nvSpPr>
          <p:cNvPr id="426" name="Google Shape;426;p31"/>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grpSp>
        <p:nvGrpSpPr>
          <p:cNvPr id="427" name="Google Shape;427;p31"/>
          <p:cNvGrpSpPr/>
          <p:nvPr/>
        </p:nvGrpSpPr>
        <p:grpSpPr>
          <a:xfrm>
            <a:off x="-271020" y="4022105"/>
            <a:ext cx="916797" cy="1030195"/>
            <a:chOff x="8002575" y="2910228"/>
            <a:chExt cx="1215589" cy="1365944"/>
          </a:xfrm>
        </p:grpSpPr>
        <p:sp>
          <p:nvSpPr>
            <p:cNvPr id="428" name="Google Shape;428;p31"/>
            <p:cNvSpPr/>
            <p:nvPr/>
          </p:nvSpPr>
          <p:spPr>
            <a:xfrm>
              <a:off x="8002575" y="2913470"/>
              <a:ext cx="1163718" cy="1316235"/>
            </a:xfrm>
            <a:custGeom>
              <a:avLst/>
              <a:gdLst/>
              <a:ahLst/>
              <a:cxnLst/>
              <a:rect l="l" t="t" r="r" b="b"/>
              <a:pathLst>
                <a:path w="9692" h="10962" extrusionOk="0">
                  <a:moveTo>
                    <a:pt x="4736" y="1"/>
                  </a:moveTo>
                  <a:cubicBezTo>
                    <a:pt x="4664" y="1"/>
                    <a:pt x="4597" y="11"/>
                    <a:pt x="4560" y="36"/>
                  </a:cubicBezTo>
                  <a:cubicBezTo>
                    <a:pt x="2334" y="1318"/>
                    <a:pt x="2427" y="1504"/>
                    <a:pt x="217" y="2787"/>
                  </a:cubicBezTo>
                  <a:cubicBezTo>
                    <a:pt x="139" y="2849"/>
                    <a:pt x="186" y="2926"/>
                    <a:pt x="186" y="3019"/>
                  </a:cubicBezTo>
                  <a:cubicBezTo>
                    <a:pt x="186" y="5584"/>
                    <a:pt x="155" y="5584"/>
                    <a:pt x="0" y="8150"/>
                  </a:cubicBezTo>
                  <a:cubicBezTo>
                    <a:pt x="0" y="8243"/>
                    <a:pt x="108" y="8366"/>
                    <a:pt x="217" y="8428"/>
                  </a:cubicBezTo>
                  <a:cubicBezTo>
                    <a:pt x="2427" y="9711"/>
                    <a:pt x="2489" y="9618"/>
                    <a:pt x="4714" y="10901"/>
                  </a:cubicBezTo>
                  <a:cubicBezTo>
                    <a:pt x="4765" y="10931"/>
                    <a:pt x="4796" y="10962"/>
                    <a:pt x="4841" y="10962"/>
                  </a:cubicBezTo>
                  <a:cubicBezTo>
                    <a:pt x="4865" y="10962"/>
                    <a:pt x="4893" y="10953"/>
                    <a:pt x="4931" y="10932"/>
                  </a:cubicBezTo>
                  <a:cubicBezTo>
                    <a:pt x="7141" y="9634"/>
                    <a:pt x="7203" y="9711"/>
                    <a:pt x="9428" y="8444"/>
                  </a:cubicBezTo>
                  <a:cubicBezTo>
                    <a:pt x="9506" y="8382"/>
                    <a:pt x="9676" y="8243"/>
                    <a:pt x="9676" y="8150"/>
                  </a:cubicBezTo>
                  <a:cubicBezTo>
                    <a:pt x="9676" y="5584"/>
                    <a:pt x="9691" y="5584"/>
                    <a:pt x="9691" y="3019"/>
                  </a:cubicBezTo>
                  <a:cubicBezTo>
                    <a:pt x="9691" y="2910"/>
                    <a:pt x="9521" y="2787"/>
                    <a:pt x="9428" y="2725"/>
                  </a:cubicBezTo>
                  <a:cubicBezTo>
                    <a:pt x="7187" y="1427"/>
                    <a:pt x="7249" y="1334"/>
                    <a:pt x="5023" y="51"/>
                  </a:cubicBezTo>
                  <a:cubicBezTo>
                    <a:pt x="4968" y="23"/>
                    <a:pt x="4845" y="1"/>
                    <a:pt x="4736" y="1"/>
                  </a:cubicBezTo>
                  <a:close/>
                </a:path>
              </a:pathLst>
            </a:cu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1"/>
            <p:cNvSpPr/>
            <p:nvPr/>
          </p:nvSpPr>
          <p:spPr>
            <a:xfrm>
              <a:off x="8052644" y="2962459"/>
              <a:ext cx="1165519" cy="1313713"/>
            </a:xfrm>
            <a:custGeom>
              <a:avLst/>
              <a:gdLst/>
              <a:ahLst/>
              <a:cxnLst/>
              <a:rect l="l" t="t" r="r" b="b"/>
              <a:pathLst>
                <a:path w="9707" h="10941" extrusionOk="0">
                  <a:moveTo>
                    <a:pt x="4657" y="0"/>
                  </a:moveTo>
                  <a:cubicBezTo>
                    <a:pt x="4573" y="0"/>
                    <a:pt x="4494" y="9"/>
                    <a:pt x="4452" y="29"/>
                  </a:cubicBezTo>
                  <a:cubicBezTo>
                    <a:pt x="2242" y="1374"/>
                    <a:pt x="2350" y="1544"/>
                    <a:pt x="140" y="2858"/>
                  </a:cubicBezTo>
                  <a:cubicBezTo>
                    <a:pt x="62" y="2920"/>
                    <a:pt x="124" y="2997"/>
                    <a:pt x="124" y="3090"/>
                  </a:cubicBezTo>
                  <a:cubicBezTo>
                    <a:pt x="186" y="5640"/>
                    <a:pt x="124" y="5655"/>
                    <a:pt x="1" y="8221"/>
                  </a:cubicBezTo>
                  <a:cubicBezTo>
                    <a:pt x="16" y="8329"/>
                    <a:pt x="140" y="8437"/>
                    <a:pt x="232" y="8499"/>
                  </a:cubicBezTo>
                  <a:cubicBezTo>
                    <a:pt x="2504" y="9751"/>
                    <a:pt x="2551" y="9658"/>
                    <a:pt x="4792" y="10895"/>
                  </a:cubicBezTo>
                  <a:cubicBezTo>
                    <a:pt x="4841" y="10915"/>
                    <a:pt x="4878" y="10941"/>
                    <a:pt x="4923" y="10941"/>
                  </a:cubicBezTo>
                  <a:cubicBezTo>
                    <a:pt x="4948" y="10941"/>
                    <a:pt x="4975" y="10933"/>
                    <a:pt x="5008" y="10910"/>
                  </a:cubicBezTo>
                  <a:cubicBezTo>
                    <a:pt x="7188" y="9581"/>
                    <a:pt x="7249" y="9658"/>
                    <a:pt x="9459" y="8345"/>
                  </a:cubicBezTo>
                  <a:cubicBezTo>
                    <a:pt x="9537" y="8283"/>
                    <a:pt x="9707" y="8144"/>
                    <a:pt x="9707" y="8051"/>
                  </a:cubicBezTo>
                  <a:lnTo>
                    <a:pt x="9630" y="2920"/>
                  </a:lnTo>
                  <a:cubicBezTo>
                    <a:pt x="9630" y="2811"/>
                    <a:pt x="9459" y="2688"/>
                    <a:pt x="9351" y="2626"/>
                  </a:cubicBezTo>
                  <a:cubicBezTo>
                    <a:pt x="7110" y="1374"/>
                    <a:pt x="7157" y="1266"/>
                    <a:pt x="4916" y="29"/>
                  </a:cubicBezTo>
                  <a:cubicBezTo>
                    <a:pt x="4865" y="12"/>
                    <a:pt x="4758" y="0"/>
                    <a:pt x="4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1"/>
            <p:cNvSpPr/>
            <p:nvPr/>
          </p:nvSpPr>
          <p:spPr>
            <a:xfrm>
              <a:off x="8002575" y="2910228"/>
              <a:ext cx="1163718" cy="1323319"/>
            </a:xfrm>
            <a:custGeom>
              <a:avLst/>
              <a:gdLst/>
              <a:ahLst/>
              <a:cxnLst/>
              <a:rect l="l" t="t" r="r" b="b"/>
              <a:pathLst>
                <a:path w="9692" h="11021" fill="none" extrusionOk="0">
                  <a:moveTo>
                    <a:pt x="186" y="3046"/>
                  </a:moveTo>
                  <a:cubicBezTo>
                    <a:pt x="186" y="2953"/>
                    <a:pt x="139" y="2876"/>
                    <a:pt x="217" y="2814"/>
                  </a:cubicBezTo>
                  <a:cubicBezTo>
                    <a:pt x="2427" y="1531"/>
                    <a:pt x="2334" y="1345"/>
                    <a:pt x="4560" y="63"/>
                  </a:cubicBezTo>
                  <a:cubicBezTo>
                    <a:pt x="4652" y="1"/>
                    <a:pt x="4931" y="32"/>
                    <a:pt x="5023" y="78"/>
                  </a:cubicBezTo>
                  <a:cubicBezTo>
                    <a:pt x="7249" y="1361"/>
                    <a:pt x="7187" y="1454"/>
                    <a:pt x="9428" y="2752"/>
                  </a:cubicBezTo>
                  <a:cubicBezTo>
                    <a:pt x="9521" y="2814"/>
                    <a:pt x="9691" y="2937"/>
                    <a:pt x="9691" y="3046"/>
                  </a:cubicBezTo>
                  <a:cubicBezTo>
                    <a:pt x="9691" y="5611"/>
                    <a:pt x="9676" y="5611"/>
                    <a:pt x="9676" y="8177"/>
                  </a:cubicBezTo>
                  <a:cubicBezTo>
                    <a:pt x="9676" y="8270"/>
                    <a:pt x="9506" y="8409"/>
                    <a:pt x="9428" y="8471"/>
                  </a:cubicBezTo>
                  <a:cubicBezTo>
                    <a:pt x="7203" y="9738"/>
                    <a:pt x="7141" y="9661"/>
                    <a:pt x="4931" y="10959"/>
                  </a:cubicBezTo>
                  <a:cubicBezTo>
                    <a:pt x="4822" y="11021"/>
                    <a:pt x="4792" y="10974"/>
                    <a:pt x="4714" y="10928"/>
                  </a:cubicBezTo>
                  <a:cubicBezTo>
                    <a:pt x="2489" y="9645"/>
                    <a:pt x="2427" y="9738"/>
                    <a:pt x="217" y="8455"/>
                  </a:cubicBezTo>
                  <a:cubicBezTo>
                    <a:pt x="108" y="8393"/>
                    <a:pt x="0" y="8270"/>
                    <a:pt x="0" y="8177"/>
                  </a:cubicBezTo>
                  <a:cubicBezTo>
                    <a:pt x="155" y="5611"/>
                    <a:pt x="186" y="5611"/>
                    <a:pt x="186" y="3046"/>
                  </a:cubicBezTo>
                  <a:close/>
                </a:path>
              </a:pathLst>
            </a:custGeom>
            <a:noFill/>
            <a:ln w="38100"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1"/>
            <p:cNvSpPr/>
            <p:nvPr/>
          </p:nvSpPr>
          <p:spPr>
            <a:xfrm>
              <a:off x="8512873" y="4057151"/>
              <a:ext cx="141202" cy="39144"/>
            </a:xfrm>
            <a:custGeom>
              <a:avLst/>
              <a:gdLst/>
              <a:ahLst/>
              <a:cxnLst/>
              <a:rect l="l" t="t" r="r" b="b"/>
              <a:pathLst>
                <a:path w="1176" h="326" fill="none" extrusionOk="0">
                  <a:moveTo>
                    <a:pt x="1175" y="0"/>
                  </a:moveTo>
                  <a:cubicBezTo>
                    <a:pt x="1005" y="93"/>
                    <a:pt x="804" y="217"/>
                    <a:pt x="603" y="325"/>
                  </a:cubicBezTo>
                  <a:cubicBezTo>
                    <a:pt x="387" y="217"/>
                    <a:pt x="186" y="93"/>
                    <a:pt x="1" y="0"/>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1"/>
            <p:cNvSpPr/>
            <p:nvPr/>
          </p:nvSpPr>
          <p:spPr>
            <a:xfrm>
              <a:off x="8121324" y="3765737"/>
              <a:ext cx="68800" cy="120793"/>
            </a:xfrm>
            <a:custGeom>
              <a:avLst/>
              <a:gdLst/>
              <a:ahLst/>
              <a:cxnLst/>
              <a:rect l="l" t="t" r="r" b="b"/>
              <a:pathLst>
                <a:path w="573" h="1006" fill="none" extrusionOk="0">
                  <a:moveTo>
                    <a:pt x="572" y="1006"/>
                  </a:moveTo>
                  <a:cubicBezTo>
                    <a:pt x="402" y="897"/>
                    <a:pt x="201" y="789"/>
                    <a:pt x="0" y="665"/>
                  </a:cubicBezTo>
                  <a:cubicBezTo>
                    <a:pt x="16" y="418"/>
                    <a:pt x="31" y="202"/>
                    <a:pt x="31" y="1"/>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1"/>
            <p:cNvSpPr/>
            <p:nvPr/>
          </p:nvSpPr>
          <p:spPr>
            <a:xfrm>
              <a:off x="8141736" y="3275846"/>
              <a:ext cx="68800" cy="122594"/>
            </a:xfrm>
            <a:custGeom>
              <a:avLst/>
              <a:gdLst/>
              <a:ahLst/>
              <a:cxnLst/>
              <a:rect l="l" t="t" r="r" b="b"/>
              <a:pathLst>
                <a:path w="573" h="1021" fill="none" extrusionOk="0">
                  <a:moveTo>
                    <a:pt x="0" y="1021"/>
                  </a:moveTo>
                  <a:lnTo>
                    <a:pt x="0" y="341"/>
                  </a:lnTo>
                  <a:cubicBezTo>
                    <a:pt x="217" y="217"/>
                    <a:pt x="402" y="93"/>
                    <a:pt x="572" y="1"/>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1"/>
            <p:cNvSpPr/>
            <p:nvPr/>
          </p:nvSpPr>
          <p:spPr>
            <a:xfrm>
              <a:off x="8507350" y="3038344"/>
              <a:ext cx="139281" cy="42746"/>
            </a:xfrm>
            <a:custGeom>
              <a:avLst/>
              <a:gdLst/>
              <a:ahLst/>
              <a:cxnLst/>
              <a:rect l="l" t="t" r="r" b="b"/>
              <a:pathLst>
                <a:path w="1160" h="356" fill="none" extrusionOk="0">
                  <a:moveTo>
                    <a:pt x="0" y="356"/>
                  </a:moveTo>
                  <a:cubicBezTo>
                    <a:pt x="186" y="263"/>
                    <a:pt x="371" y="139"/>
                    <a:pt x="588" y="0"/>
                  </a:cubicBezTo>
                  <a:cubicBezTo>
                    <a:pt x="804" y="139"/>
                    <a:pt x="989" y="232"/>
                    <a:pt x="1159" y="356"/>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1"/>
            <p:cNvSpPr/>
            <p:nvPr/>
          </p:nvSpPr>
          <p:spPr>
            <a:xfrm>
              <a:off x="8980546" y="3285091"/>
              <a:ext cx="70601" cy="122594"/>
            </a:xfrm>
            <a:custGeom>
              <a:avLst/>
              <a:gdLst/>
              <a:ahLst/>
              <a:cxnLst/>
              <a:rect l="l" t="t" r="r" b="b"/>
              <a:pathLst>
                <a:path w="588" h="1021" fill="none" extrusionOk="0">
                  <a:moveTo>
                    <a:pt x="0" y="1"/>
                  </a:moveTo>
                  <a:cubicBezTo>
                    <a:pt x="186" y="94"/>
                    <a:pt x="371" y="217"/>
                    <a:pt x="588" y="341"/>
                  </a:cubicBezTo>
                  <a:lnTo>
                    <a:pt x="588" y="1021"/>
                  </a:ln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1"/>
            <p:cNvSpPr/>
            <p:nvPr/>
          </p:nvSpPr>
          <p:spPr>
            <a:xfrm>
              <a:off x="8978625" y="3762015"/>
              <a:ext cx="70721" cy="120793"/>
            </a:xfrm>
            <a:custGeom>
              <a:avLst/>
              <a:gdLst/>
              <a:ahLst/>
              <a:cxnLst/>
              <a:rect l="l" t="t" r="r" b="b"/>
              <a:pathLst>
                <a:path w="589" h="1006" fill="none" extrusionOk="0">
                  <a:moveTo>
                    <a:pt x="588" y="1"/>
                  </a:moveTo>
                  <a:lnTo>
                    <a:pt x="588" y="681"/>
                  </a:lnTo>
                  <a:cubicBezTo>
                    <a:pt x="372" y="805"/>
                    <a:pt x="171" y="913"/>
                    <a:pt x="1" y="1006"/>
                  </a:cubicBezTo>
                </a:path>
              </a:pathLst>
            </a:custGeom>
            <a:noFill/>
            <a:ln w="28575" cap="rnd" cmpd="sng">
              <a:solidFill>
                <a:srgbClr val="22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7" name="Google Shape;437;p31"/>
          <p:cNvSpPr/>
          <p:nvPr/>
        </p:nvSpPr>
        <p:spPr>
          <a:xfrm rot="-1582263">
            <a:off x="8465350" y="-258585"/>
            <a:ext cx="734753" cy="1339114"/>
          </a:xfrm>
          <a:custGeom>
            <a:avLst/>
            <a:gdLst/>
            <a:ahLst/>
            <a:cxnLst/>
            <a:rect l="l" t="t" r="r" b="b"/>
            <a:pathLst>
              <a:path w="5549" h="10113" extrusionOk="0">
                <a:moveTo>
                  <a:pt x="3207" y="0"/>
                </a:moveTo>
                <a:cubicBezTo>
                  <a:pt x="2393" y="0"/>
                  <a:pt x="1505" y="185"/>
                  <a:pt x="1051" y="581"/>
                </a:cubicBezTo>
                <a:cubicBezTo>
                  <a:pt x="263" y="1292"/>
                  <a:pt x="773" y="3054"/>
                  <a:pt x="850" y="3966"/>
                </a:cubicBezTo>
                <a:cubicBezTo>
                  <a:pt x="896" y="4770"/>
                  <a:pt x="958" y="5604"/>
                  <a:pt x="1020" y="6423"/>
                </a:cubicBezTo>
                <a:cubicBezTo>
                  <a:pt x="1051" y="6856"/>
                  <a:pt x="974" y="7505"/>
                  <a:pt x="1345" y="7830"/>
                </a:cubicBezTo>
                <a:cubicBezTo>
                  <a:pt x="1547" y="8002"/>
                  <a:pt x="1856" y="8081"/>
                  <a:pt x="2181" y="8081"/>
                </a:cubicBezTo>
                <a:cubicBezTo>
                  <a:pt x="2702" y="8081"/>
                  <a:pt x="3265" y="7879"/>
                  <a:pt x="3493" y="7536"/>
                </a:cubicBezTo>
                <a:cubicBezTo>
                  <a:pt x="3818" y="7042"/>
                  <a:pt x="3679" y="6269"/>
                  <a:pt x="3679" y="5697"/>
                </a:cubicBezTo>
                <a:cubicBezTo>
                  <a:pt x="3709" y="4692"/>
                  <a:pt x="3725" y="3688"/>
                  <a:pt x="3740" y="2714"/>
                </a:cubicBezTo>
                <a:cubicBezTo>
                  <a:pt x="3740" y="2528"/>
                  <a:pt x="3597" y="2436"/>
                  <a:pt x="3454" y="2436"/>
                </a:cubicBezTo>
                <a:cubicBezTo>
                  <a:pt x="3311" y="2436"/>
                  <a:pt x="3168" y="2528"/>
                  <a:pt x="3168" y="2714"/>
                </a:cubicBezTo>
                <a:cubicBezTo>
                  <a:pt x="3138" y="3827"/>
                  <a:pt x="3122" y="4970"/>
                  <a:pt x="3107" y="6083"/>
                </a:cubicBezTo>
                <a:cubicBezTo>
                  <a:pt x="3092" y="6613"/>
                  <a:pt x="3051" y="7475"/>
                  <a:pt x="2418" y="7475"/>
                </a:cubicBezTo>
                <a:cubicBezTo>
                  <a:pt x="2368" y="7475"/>
                  <a:pt x="2314" y="7470"/>
                  <a:pt x="2257" y="7459"/>
                </a:cubicBezTo>
                <a:cubicBezTo>
                  <a:pt x="1484" y="7320"/>
                  <a:pt x="1592" y="6238"/>
                  <a:pt x="1546" y="5666"/>
                </a:cubicBezTo>
                <a:cubicBezTo>
                  <a:pt x="1453" y="4522"/>
                  <a:pt x="1391" y="3409"/>
                  <a:pt x="1298" y="2266"/>
                </a:cubicBezTo>
                <a:cubicBezTo>
                  <a:pt x="1267" y="1740"/>
                  <a:pt x="1206" y="1678"/>
                  <a:pt x="1499" y="1246"/>
                </a:cubicBezTo>
                <a:cubicBezTo>
                  <a:pt x="1793" y="797"/>
                  <a:pt x="1839" y="828"/>
                  <a:pt x="2334" y="736"/>
                </a:cubicBezTo>
                <a:cubicBezTo>
                  <a:pt x="2643" y="674"/>
                  <a:pt x="2952" y="643"/>
                  <a:pt x="3261" y="627"/>
                </a:cubicBezTo>
                <a:cubicBezTo>
                  <a:pt x="3379" y="621"/>
                  <a:pt x="3486" y="615"/>
                  <a:pt x="3584" y="615"/>
                </a:cubicBezTo>
                <a:cubicBezTo>
                  <a:pt x="3935" y="615"/>
                  <a:pt x="4172" y="692"/>
                  <a:pt x="4389" y="1091"/>
                </a:cubicBezTo>
                <a:cubicBezTo>
                  <a:pt x="4915" y="1972"/>
                  <a:pt x="4529" y="3610"/>
                  <a:pt x="4513" y="4661"/>
                </a:cubicBezTo>
                <a:cubicBezTo>
                  <a:pt x="4467" y="5774"/>
                  <a:pt x="4436" y="6902"/>
                  <a:pt x="4389" y="8046"/>
                </a:cubicBezTo>
                <a:cubicBezTo>
                  <a:pt x="4389" y="8232"/>
                  <a:pt x="4389" y="8463"/>
                  <a:pt x="4343" y="8664"/>
                </a:cubicBezTo>
                <a:cubicBezTo>
                  <a:pt x="4158" y="9236"/>
                  <a:pt x="3648" y="9314"/>
                  <a:pt x="3138" y="9391"/>
                </a:cubicBezTo>
                <a:cubicBezTo>
                  <a:pt x="2763" y="9451"/>
                  <a:pt x="2219" y="9559"/>
                  <a:pt x="1778" y="9559"/>
                </a:cubicBezTo>
                <a:cubicBezTo>
                  <a:pt x="1655" y="9559"/>
                  <a:pt x="1539" y="9550"/>
                  <a:pt x="1437" y="9530"/>
                </a:cubicBezTo>
                <a:cubicBezTo>
                  <a:pt x="618" y="9360"/>
                  <a:pt x="711" y="8664"/>
                  <a:pt x="696" y="7969"/>
                </a:cubicBezTo>
                <a:cubicBezTo>
                  <a:pt x="665" y="7366"/>
                  <a:pt x="649" y="6763"/>
                  <a:pt x="634" y="6191"/>
                </a:cubicBezTo>
                <a:cubicBezTo>
                  <a:pt x="602" y="5994"/>
                  <a:pt x="438" y="5898"/>
                  <a:pt x="284" y="5898"/>
                </a:cubicBezTo>
                <a:cubicBezTo>
                  <a:pt x="137" y="5898"/>
                  <a:pt x="0" y="5987"/>
                  <a:pt x="0" y="6161"/>
                </a:cubicBezTo>
                <a:cubicBezTo>
                  <a:pt x="16" y="6933"/>
                  <a:pt x="31" y="7706"/>
                  <a:pt x="77" y="8479"/>
                </a:cubicBezTo>
                <a:cubicBezTo>
                  <a:pt x="93" y="8927"/>
                  <a:pt x="31" y="9468"/>
                  <a:pt x="340" y="9839"/>
                </a:cubicBezTo>
                <a:cubicBezTo>
                  <a:pt x="537" y="10064"/>
                  <a:pt x="797" y="10113"/>
                  <a:pt x="1067" y="10113"/>
                </a:cubicBezTo>
                <a:cubicBezTo>
                  <a:pt x="1242" y="10113"/>
                  <a:pt x="1422" y="10092"/>
                  <a:pt x="1592" y="10086"/>
                </a:cubicBezTo>
                <a:cubicBezTo>
                  <a:pt x="2318" y="10055"/>
                  <a:pt x="3107" y="10055"/>
                  <a:pt x="3818" y="9916"/>
                </a:cubicBezTo>
                <a:cubicBezTo>
                  <a:pt x="4776" y="9715"/>
                  <a:pt x="4915" y="8912"/>
                  <a:pt x="4961" y="8046"/>
                </a:cubicBezTo>
                <a:cubicBezTo>
                  <a:pt x="5039" y="6361"/>
                  <a:pt x="5070" y="4661"/>
                  <a:pt x="5147" y="2977"/>
                </a:cubicBezTo>
                <a:cubicBezTo>
                  <a:pt x="5193" y="2049"/>
                  <a:pt x="5549" y="643"/>
                  <a:pt x="4482" y="195"/>
                </a:cubicBezTo>
                <a:cubicBezTo>
                  <a:pt x="4157" y="67"/>
                  <a:pt x="3696" y="0"/>
                  <a:pt x="3207" y="0"/>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only 13">
  <p:cSld name="Title only 13">
    <p:bg>
      <p:bgPr>
        <a:solidFill>
          <a:schemeClr val="lt1"/>
        </a:solidFill>
        <a:effectLst/>
      </p:bgPr>
    </p:bg>
    <p:spTree>
      <p:nvGrpSpPr>
        <p:cNvPr id="1" name="Shape 438"/>
        <p:cNvGrpSpPr/>
        <p:nvPr/>
      </p:nvGrpSpPr>
      <p:grpSpPr>
        <a:xfrm>
          <a:off x="0" y="0"/>
          <a:ext cx="0" cy="0"/>
          <a:chOff x="0" y="0"/>
          <a:chExt cx="0" cy="0"/>
        </a:xfrm>
      </p:grpSpPr>
      <p:sp>
        <p:nvSpPr>
          <p:cNvPr id="439" name="Google Shape;439;p32"/>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
        <p:nvSpPr>
          <p:cNvPr id="440" name="Google Shape;440;p32"/>
          <p:cNvSpPr/>
          <p:nvPr/>
        </p:nvSpPr>
        <p:spPr>
          <a:xfrm>
            <a:off x="-235415" y="4679750"/>
            <a:ext cx="711300" cy="711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2"/>
          <p:cNvSpPr/>
          <p:nvPr/>
        </p:nvSpPr>
        <p:spPr>
          <a:xfrm>
            <a:off x="1333675" y="-397950"/>
            <a:ext cx="984600" cy="9846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32"/>
          <p:cNvGrpSpPr/>
          <p:nvPr/>
        </p:nvGrpSpPr>
        <p:grpSpPr>
          <a:xfrm>
            <a:off x="-621583" y="4217314"/>
            <a:ext cx="1483636" cy="1414171"/>
            <a:chOff x="7643700" y="4212512"/>
            <a:chExt cx="1051702" cy="1002389"/>
          </a:xfrm>
        </p:grpSpPr>
        <p:sp>
          <p:nvSpPr>
            <p:cNvPr id="443" name="Google Shape;443;p32"/>
            <p:cNvSpPr/>
            <p:nvPr/>
          </p:nvSpPr>
          <p:spPr>
            <a:xfrm>
              <a:off x="7965275" y="4524183"/>
              <a:ext cx="437508" cy="403159"/>
            </a:xfrm>
            <a:custGeom>
              <a:avLst/>
              <a:gdLst/>
              <a:ahLst/>
              <a:cxnLst/>
              <a:rect l="l" t="t" r="r" b="b"/>
              <a:pathLst>
                <a:path w="3974" h="3662" extrusionOk="0">
                  <a:moveTo>
                    <a:pt x="2010" y="183"/>
                  </a:moveTo>
                  <a:cubicBezTo>
                    <a:pt x="2165" y="183"/>
                    <a:pt x="2319" y="199"/>
                    <a:pt x="2474" y="276"/>
                  </a:cubicBezTo>
                  <a:cubicBezTo>
                    <a:pt x="3077" y="508"/>
                    <a:pt x="3509" y="1111"/>
                    <a:pt x="3587" y="1559"/>
                  </a:cubicBezTo>
                  <a:cubicBezTo>
                    <a:pt x="3710" y="2193"/>
                    <a:pt x="3370" y="2888"/>
                    <a:pt x="2721" y="3244"/>
                  </a:cubicBezTo>
                  <a:cubicBezTo>
                    <a:pt x="2457" y="3376"/>
                    <a:pt x="2169" y="3453"/>
                    <a:pt x="1897" y="3453"/>
                  </a:cubicBezTo>
                  <a:cubicBezTo>
                    <a:pt x="1787" y="3453"/>
                    <a:pt x="1680" y="3440"/>
                    <a:pt x="1577" y="3414"/>
                  </a:cubicBezTo>
                  <a:cubicBezTo>
                    <a:pt x="1222" y="3321"/>
                    <a:pt x="882" y="3043"/>
                    <a:pt x="696" y="2656"/>
                  </a:cubicBezTo>
                  <a:cubicBezTo>
                    <a:pt x="279" y="1822"/>
                    <a:pt x="681" y="740"/>
                    <a:pt x="1547" y="307"/>
                  </a:cubicBezTo>
                  <a:cubicBezTo>
                    <a:pt x="1686" y="230"/>
                    <a:pt x="1856" y="183"/>
                    <a:pt x="2010" y="183"/>
                  </a:cubicBezTo>
                  <a:close/>
                  <a:moveTo>
                    <a:pt x="2042" y="1"/>
                  </a:moveTo>
                  <a:cubicBezTo>
                    <a:pt x="1828" y="1"/>
                    <a:pt x="1624" y="51"/>
                    <a:pt x="1438" y="153"/>
                  </a:cubicBezTo>
                  <a:cubicBezTo>
                    <a:pt x="434" y="632"/>
                    <a:pt x="1" y="1806"/>
                    <a:pt x="465" y="2749"/>
                  </a:cubicBezTo>
                  <a:cubicBezTo>
                    <a:pt x="681" y="3197"/>
                    <a:pt x="1067" y="3506"/>
                    <a:pt x="1516" y="3630"/>
                  </a:cubicBezTo>
                  <a:cubicBezTo>
                    <a:pt x="1624" y="3646"/>
                    <a:pt x="1763" y="3661"/>
                    <a:pt x="1902" y="3661"/>
                  </a:cubicBezTo>
                  <a:cubicBezTo>
                    <a:pt x="2211" y="3661"/>
                    <a:pt x="2551" y="3568"/>
                    <a:pt x="2860" y="3414"/>
                  </a:cubicBezTo>
                  <a:cubicBezTo>
                    <a:pt x="3571" y="3027"/>
                    <a:pt x="3973" y="2255"/>
                    <a:pt x="3849" y="1544"/>
                  </a:cubicBezTo>
                  <a:cubicBezTo>
                    <a:pt x="3726" y="956"/>
                    <a:pt x="3185" y="338"/>
                    <a:pt x="2598" y="106"/>
                  </a:cubicBezTo>
                  <a:cubicBezTo>
                    <a:pt x="2408" y="36"/>
                    <a:pt x="2221" y="1"/>
                    <a:pt x="2042"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2"/>
            <p:cNvSpPr/>
            <p:nvPr/>
          </p:nvSpPr>
          <p:spPr>
            <a:xfrm>
              <a:off x="8188210" y="4212512"/>
              <a:ext cx="29064" cy="272369"/>
            </a:xfrm>
            <a:custGeom>
              <a:avLst/>
              <a:gdLst/>
              <a:ahLst/>
              <a:cxnLst/>
              <a:rect l="l" t="t" r="r" b="b"/>
              <a:pathLst>
                <a:path w="264" h="2474" extrusionOk="0">
                  <a:moveTo>
                    <a:pt x="140" y="1"/>
                  </a:moveTo>
                  <a:cubicBezTo>
                    <a:pt x="78" y="1"/>
                    <a:pt x="32" y="31"/>
                    <a:pt x="32" y="93"/>
                  </a:cubicBezTo>
                  <a:lnTo>
                    <a:pt x="1" y="2381"/>
                  </a:lnTo>
                  <a:cubicBezTo>
                    <a:pt x="1" y="2443"/>
                    <a:pt x="62" y="2474"/>
                    <a:pt x="124" y="2474"/>
                  </a:cubicBezTo>
                  <a:cubicBezTo>
                    <a:pt x="186" y="2474"/>
                    <a:pt x="232" y="2443"/>
                    <a:pt x="232" y="2381"/>
                  </a:cubicBezTo>
                  <a:lnTo>
                    <a:pt x="263" y="93"/>
                  </a:lnTo>
                  <a:cubicBezTo>
                    <a:pt x="263" y="31"/>
                    <a:pt x="202" y="1"/>
                    <a:pt x="140"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2"/>
            <p:cNvSpPr/>
            <p:nvPr/>
          </p:nvSpPr>
          <p:spPr>
            <a:xfrm>
              <a:off x="8162668" y="4952661"/>
              <a:ext cx="46129" cy="262240"/>
            </a:xfrm>
            <a:custGeom>
              <a:avLst/>
              <a:gdLst/>
              <a:ahLst/>
              <a:cxnLst/>
              <a:rect l="l" t="t" r="r" b="b"/>
              <a:pathLst>
                <a:path w="419" h="2382" extrusionOk="0">
                  <a:moveTo>
                    <a:pt x="124" y="1"/>
                  </a:moveTo>
                  <a:cubicBezTo>
                    <a:pt x="63" y="1"/>
                    <a:pt x="1" y="32"/>
                    <a:pt x="1" y="94"/>
                  </a:cubicBezTo>
                  <a:cubicBezTo>
                    <a:pt x="32" y="805"/>
                    <a:pt x="78" y="1562"/>
                    <a:pt x="155" y="2288"/>
                  </a:cubicBezTo>
                  <a:cubicBezTo>
                    <a:pt x="155" y="2335"/>
                    <a:pt x="217" y="2381"/>
                    <a:pt x="279" y="2381"/>
                  </a:cubicBezTo>
                  <a:cubicBezTo>
                    <a:pt x="356" y="2381"/>
                    <a:pt x="418" y="2335"/>
                    <a:pt x="387" y="2288"/>
                  </a:cubicBezTo>
                  <a:cubicBezTo>
                    <a:pt x="310" y="1546"/>
                    <a:pt x="279" y="835"/>
                    <a:pt x="233" y="94"/>
                  </a:cubicBezTo>
                  <a:cubicBezTo>
                    <a:pt x="233" y="32"/>
                    <a:pt x="186" y="1"/>
                    <a:pt x="124"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2"/>
            <p:cNvSpPr/>
            <p:nvPr/>
          </p:nvSpPr>
          <p:spPr>
            <a:xfrm>
              <a:off x="7643700" y="4681504"/>
              <a:ext cx="282607" cy="48441"/>
            </a:xfrm>
            <a:custGeom>
              <a:avLst/>
              <a:gdLst/>
              <a:ahLst/>
              <a:cxnLst/>
              <a:rect l="l" t="t" r="r" b="b"/>
              <a:pathLst>
                <a:path w="2567" h="440" extrusionOk="0">
                  <a:moveTo>
                    <a:pt x="141" y="1"/>
                  </a:moveTo>
                  <a:cubicBezTo>
                    <a:pt x="91" y="1"/>
                    <a:pt x="44" y="21"/>
                    <a:pt x="32" y="68"/>
                  </a:cubicBezTo>
                  <a:cubicBezTo>
                    <a:pt x="1" y="130"/>
                    <a:pt x="47" y="192"/>
                    <a:pt x="109" y="207"/>
                  </a:cubicBezTo>
                  <a:cubicBezTo>
                    <a:pt x="619" y="362"/>
                    <a:pt x="1191" y="439"/>
                    <a:pt x="1732" y="439"/>
                  </a:cubicBezTo>
                  <a:cubicBezTo>
                    <a:pt x="1979" y="439"/>
                    <a:pt x="2226" y="424"/>
                    <a:pt x="2458" y="377"/>
                  </a:cubicBezTo>
                  <a:cubicBezTo>
                    <a:pt x="2520" y="377"/>
                    <a:pt x="2566" y="315"/>
                    <a:pt x="2551" y="269"/>
                  </a:cubicBezTo>
                  <a:cubicBezTo>
                    <a:pt x="2551" y="223"/>
                    <a:pt x="2474" y="192"/>
                    <a:pt x="2427" y="192"/>
                  </a:cubicBezTo>
                  <a:cubicBezTo>
                    <a:pt x="2200" y="220"/>
                    <a:pt x="1972" y="234"/>
                    <a:pt x="1744" y="234"/>
                  </a:cubicBezTo>
                  <a:cubicBezTo>
                    <a:pt x="1212" y="234"/>
                    <a:pt x="684" y="158"/>
                    <a:pt x="186" y="6"/>
                  </a:cubicBezTo>
                  <a:cubicBezTo>
                    <a:pt x="172" y="3"/>
                    <a:pt x="156" y="1"/>
                    <a:pt x="141"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2"/>
            <p:cNvSpPr/>
            <p:nvPr/>
          </p:nvSpPr>
          <p:spPr>
            <a:xfrm>
              <a:off x="8433272" y="4682165"/>
              <a:ext cx="262130" cy="25652"/>
            </a:xfrm>
            <a:custGeom>
              <a:avLst/>
              <a:gdLst/>
              <a:ahLst/>
              <a:cxnLst/>
              <a:rect l="l" t="t" r="r" b="b"/>
              <a:pathLst>
                <a:path w="2381" h="233" extrusionOk="0">
                  <a:moveTo>
                    <a:pt x="124" y="0"/>
                  </a:moveTo>
                  <a:cubicBezTo>
                    <a:pt x="62" y="0"/>
                    <a:pt x="0" y="47"/>
                    <a:pt x="0" y="109"/>
                  </a:cubicBezTo>
                  <a:cubicBezTo>
                    <a:pt x="0" y="155"/>
                    <a:pt x="62" y="201"/>
                    <a:pt x="124" y="201"/>
                  </a:cubicBezTo>
                  <a:lnTo>
                    <a:pt x="2241" y="232"/>
                  </a:lnTo>
                  <a:cubicBezTo>
                    <a:pt x="2319" y="232"/>
                    <a:pt x="2380" y="201"/>
                    <a:pt x="2365" y="139"/>
                  </a:cubicBezTo>
                  <a:cubicBezTo>
                    <a:pt x="2365" y="78"/>
                    <a:pt x="2303" y="47"/>
                    <a:pt x="2241" y="47"/>
                  </a:cubicBezTo>
                  <a:lnTo>
                    <a:pt x="124" y="0"/>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2"/>
            <p:cNvSpPr/>
            <p:nvPr/>
          </p:nvSpPr>
          <p:spPr>
            <a:xfrm>
              <a:off x="8365236" y="4435779"/>
              <a:ext cx="119120" cy="115487"/>
            </a:xfrm>
            <a:custGeom>
              <a:avLst/>
              <a:gdLst/>
              <a:ahLst/>
              <a:cxnLst/>
              <a:rect l="l" t="t" r="r" b="b"/>
              <a:pathLst>
                <a:path w="1082" h="1049" extrusionOk="0">
                  <a:moveTo>
                    <a:pt x="950" y="0"/>
                  </a:moveTo>
                  <a:cubicBezTo>
                    <a:pt x="914" y="0"/>
                    <a:pt x="877" y="17"/>
                    <a:pt x="850" y="44"/>
                  </a:cubicBezTo>
                  <a:lnTo>
                    <a:pt x="46" y="894"/>
                  </a:lnTo>
                  <a:cubicBezTo>
                    <a:pt x="0" y="925"/>
                    <a:pt x="0" y="986"/>
                    <a:pt x="62" y="1033"/>
                  </a:cubicBezTo>
                  <a:cubicBezTo>
                    <a:pt x="77" y="1048"/>
                    <a:pt x="124" y="1048"/>
                    <a:pt x="139" y="1048"/>
                  </a:cubicBezTo>
                  <a:cubicBezTo>
                    <a:pt x="170" y="1048"/>
                    <a:pt x="201" y="1033"/>
                    <a:pt x="232" y="1002"/>
                  </a:cubicBezTo>
                  <a:lnTo>
                    <a:pt x="1051" y="152"/>
                  </a:lnTo>
                  <a:cubicBezTo>
                    <a:pt x="1082" y="121"/>
                    <a:pt x="1082" y="59"/>
                    <a:pt x="1020" y="28"/>
                  </a:cubicBezTo>
                  <a:cubicBezTo>
                    <a:pt x="1001" y="9"/>
                    <a:pt x="976" y="0"/>
                    <a:pt x="950"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2"/>
            <p:cNvSpPr/>
            <p:nvPr/>
          </p:nvSpPr>
          <p:spPr>
            <a:xfrm>
              <a:off x="7902414" y="4456916"/>
              <a:ext cx="141249" cy="111304"/>
            </a:xfrm>
            <a:custGeom>
              <a:avLst/>
              <a:gdLst/>
              <a:ahLst/>
              <a:cxnLst/>
              <a:rect l="l" t="t" r="r" b="b"/>
              <a:pathLst>
                <a:path w="1283" h="1011" extrusionOk="0">
                  <a:moveTo>
                    <a:pt x="135" y="0"/>
                  </a:moveTo>
                  <a:cubicBezTo>
                    <a:pt x="105" y="0"/>
                    <a:pt x="74" y="8"/>
                    <a:pt x="46" y="22"/>
                  </a:cubicBezTo>
                  <a:cubicBezTo>
                    <a:pt x="0" y="37"/>
                    <a:pt x="0" y="114"/>
                    <a:pt x="31" y="161"/>
                  </a:cubicBezTo>
                  <a:cubicBezTo>
                    <a:pt x="325" y="485"/>
                    <a:pt x="696" y="764"/>
                    <a:pt x="1082" y="995"/>
                  </a:cubicBezTo>
                  <a:cubicBezTo>
                    <a:pt x="1113" y="1011"/>
                    <a:pt x="1128" y="1011"/>
                    <a:pt x="1159" y="1011"/>
                  </a:cubicBezTo>
                  <a:cubicBezTo>
                    <a:pt x="1190" y="1011"/>
                    <a:pt x="1237" y="995"/>
                    <a:pt x="1267" y="964"/>
                  </a:cubicBezTo>
                  <a:cubicBezTo>
                    <a:pt x="1283" y="934"/>
                    <a:pt x="1283" y="872"/>
                    <a:pt x="1237" y="841"/>
                  </a:cubicBezTo>
                  <a:cubicBezTo>
                    <a:pt x="866" y="609"/>
                    <a:pt x="510" y="346"/>
                    <a:pt x="232" y="37"/>
                  </a:cubicBezTo>
                  <a:cubicBezTo>
                    <a:pt x="206" y="12"/>
                    <a:pt x="171" y="0"/>
                    <a:pt x="135"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2"/>
            <p:cNvSpPr/>
            <p:nvPr/>
          </p:nvSpPr>
          <p:spPr>
            <a:xfrm>
              <a:off x="7859808" y="4844110"/>
              <a:ext cx="146423" cy="122313"/>
            </a:xfrm>
            <a:custGeom>
              <a:avLst/>
              <a:gdLst/>
              <a:ahLst/>
              <a:cxnLst/>
              <a:rect l="l" t="t" r="r" b="b"/>
              <a:pathLst>
                <a:path w="1330" h="1111" extrusionOk="0">
                  <a:moveTo>
                    <a:pt x="1195" y="1"/>
                  </a:moveTo>
                  <a:cubicBezTo>
                    <a:pt x="1168" y="1"/>
                    <a:pt x="1139" y="9"/>
                    <a:pt x="1113" y="29"/>
                  </a:cubicBezTo>
                  <a:cubicBezTo>
                    <a:pt x="696" y="276"/>
                    <a:pt x="341" y="585"/>
                    <a:pt x="32" y="956"/>
                  </a:cubicBezTo>
                  <a:cubicBezTo>
                    <a:pt x="1" y="987"/>
                    <a:pt x="1" y="1049"/>
                    <a:pt x="47" y="1080"/>
                  </a:cubicBezTo>
                  <a:cubicBezTo>
                    <a:pt x="93" y="1111"/>
                    <a:pt x="109" y="1111"/>
                    <a:pt x="124" y="1111"/>
                  </a:cubicBezTo>
                  <a:cubicBezTo>
                    <a:pt x="171" y="1111"/>
                    <a:pt x="202" y="1080"/>
                    <a:pt x="248" y="1064"/>
                  </a:cubicBezTo>
                  <a:cubicBezTo>
                    <a:pt x="511" y="709"/>
                    <a:pt x="866" y="430"/>
                    <a:pt x="1268" y="168"/>
                  </a:cubicBezTo>
                  <a:cubicBezTo>
                    <a:pt x="1314" y="152"/>
                    <a:pt x="1330" y="75"/>
                    <a:pt x="1284" y="44"/>
                  </a:cubicBezTo>
                  <a:cubicBezTo>
                    <a:pt x="1266" y="17"/>
                    <a:pt x="1232" y="1"/>
                    <a:pt x="1195"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2"/>
            <p:cNvSpPr/>
            <p:nvPr/>
          </p:nvSpPr>
          <p:spPr>
            <a:xfrm>
              <a:off x="8337933" y="4925358"/>
              <a:ext cx="165139" cy="114276"/>
            </a:xfrm>
            <a:custGeom>
              <a:avLst/>
              <a:gdLst/>
              <a:ahLst/>
              <a:cxnLst/>
              <a:rect l="l" t="t" r="r" b="b"/>
              <a:pathLst>
                <a:path w="1500" h="1038" extrusionOk="0">
                  <a:moveTo>
                    <a:pt x="142" y="0"/>
                  </a:moveTo>
                  <a:cubicBezTo>
                    <a:pt x="101" y="0"/>
                    <a:pt x="60" y="13"/>
                    <a:pt x="32" y="32"/>
                  </a:cubicBezTo>
                  <a:cubicBezTo>
                    <a:pt x="1" y="79"/>
                    <a:pt x="1" y="141"/>
                    <a:pt x="63" y="172"/>
                  </a:cubicBezTo>
                  <a:lnTo>
                    <a:pt x="1299" y="1022"/>
                  </a:lnTo>
                  <a:cubicBezTo>
                    <a:pt x="1314" y="1037"/>
                    <a:pt x="1345" y="1037"/>
                    <a:pt x="1376" y="1037"/>
                  </a:cubicBezTo>
                  <a:cubicBezTo>
                    <a:pt x="1407" y="1037"/>
                    <a:pt x="1423" y="1022"/>
                    <a:pt x="1469" y="1006"/>
                  </a:cubicBezTo>
                  <a:cubicBezTo>
                    <a:pt x="1500" y="960"/>
                    <a:pt x="1500" y="898"/>
                    <a:pt x="1454" y="867"/>
                  </a:cubicBezTo>
                  <a:lnTo>
                    <a:pt x="217" y="17"/>
                  </a:lnTo>
                  <a:cubicBezTo>
                    <a:pt x="194" y="5"/>
                    <a:pt x="168"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2"/>
            <p:cNvSpPr/>
            <p:nvPr/>
          </p:nvSpPr>
          <p:spPr>
            <a:xfrm>
              <a:off x="8201861" y="4593541"/>
              <a:ext cx="114056" cy="250350"/>
            </a:xfrm>
            <a:custGeom>
              <a:avLst/>
              <a:gdLst/>
              <a:ahLst/>
              <a:cxnLst/>
              <a:rect l="l" t="t" r="r" b="b"/>
              <a:pathLst>
                <a:path w="1036" h="2274" extrusionOk="0">
                  <a:moveTo>
                    <a:pt x="142" y="0"/>
                  </a:moveTo>
                  <a:cubicBezTo>
                    <a:pt x="100" y="0"/>
                    <a:pt x="60" y="13"/>
                    <a:pt x="31" y="33"/>
                  </a:cubicBezTo>
                  <a:cubicBezTo>
                    <a:pt x="0" y="79"/>
                    <a:pt x="16" y="141"/>
                    <a:pt x="78" y="172"/>
                  </a:cubicBezTo>
                  <a:cubicBezTo>
                    <a:pt x="418" y="373"/>
                    <a:pt x="680" y="713"/>
                    <a:pt x="727" y="1084"/>
                  </a:cubicBezTo>
                  <a:cubicBezTo>
                    <a:pt x="789" y="1455"/>
                    <a:pt x="649" y="1841"/>
                    <a:pt x="387" y="2119"/>
                  </a:cubicBezTo>
                  <a:cubicBezTo>
                    <a:pt x="340" y="2165"/>
                    <a:pt x="340" y="2227"/>
                    <a:pt x="402" y="2258"/>
                  </a:cubicBezTo>
                  <a:cubicBezTo>
                    <a:pt x="418" y="2274"/>
                    <a:pt x="464" y="2274"/>
                    <a:pt x="479" y="2274"/>
                  </a:cubicBezTo>
                  <a:lnTo>
                    <a:pt x="572" y="2274"/>
                  </a:lnTo>
                  <a:cubicBezTo>
                    <a:pt x="912" y="1949"/>
                    <a:pt x="1036" y="1501"/>
                    <a:pt x="989" y="1084"/>
                  </a:cubicBezTo>
                  <a:cubicBezTo>
                    <a:pt x="912" y="651"/>
                    <a:pt x="619" y="249"/>
                    <a:pt x="217" y="17"/>
                  </a:cubicBezTo>
                  <a:cubicBezTo>
                    <a:pt x="193" y="5"/>
                    <a:pt x="167"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3" name="Google Shape;453;p32"/>
          <p:cNvSpPr/>
          <p:nvPr/>
        </p:nvSpPr>
        <p:spPr>
          <a:xfrm>
            <a:off x="8429250" y="4444938"/>
            <a:ext cx="526820" cy="541630"/>
          </a:xfrm>
          <a:custGeom>
            <a:avLst/>
            <a:gdLst/>
            <a:ahLst/>
            <a:cxnLst/>
            <a:rect l="l" t="t" r="r" b="b"/>
            <a:pathLst>
              <a:path w="4165" h="4282" extrusionOk="0">
                <a:moveTo>
                  <a:pt x="3241" y="294"/>
                </a:moveTo>
                <a:cubicBezTo>
                  <a:pt x="3377" y="430"/>
                  <a:pt x="3543" y="566"/>
                  <a:pt x="3665" y="717"/>
                </a:cubicBezTo>
                <a:cubicBezTo>
                  <a:pt x="3710" y="793"/>
                  <a:pt x="3604" y="884"/>
                  <a:pt x="3528" y="975"/>
                </a:cubicBezTo>
                <a:cubicBezTo>
                  <a:pt x="3226" y="1338"/>
                  <a:pt x="2938" y="1702"/>
                  <a:pt x="2650" y="2050"/>
                </a:cubicBezTo>
                <a:cubicBezTo>
                  <a:pt x="2620" y="2110"/>
                  <a:pt x="2696" y="2231"/>
                  <a:pt x="2771" y="2307"/>
                </a:cubicBezTo>
                <a:cubicBezTo>
                  <a:pt x="3104" y="2610"/>
                  <a:pt x="3453" y="2928"/>
                  <a:pt x="3786" y="3231"/>
                </a:cubicBezTo>
                <a:cubicBezTo>
                  <a:pt x="3892" y="3306"/>
                  <a:pt x="3861" y="3337"/>
                  <a:pt x="3786" y="3397"/>
                </a:cubicBezTo>
                <a:cubicBezTo>
                  <a:pt x="3619" y="3518"/>
                  <a:pt x="3589" y="3791"/>
                  <a:pt x="3316" y="3791"/>
                </a:cubicBezTo>
                <a:cubicBezTo>
                  <a:pt x="3165" y="3745"/>
                  <a:pt x="3029" y="3715"/>
                  <a:pt x="2908" y="3488"/>
                </a:cubicBezTo>
                <a:cubicBezTo>
                  <a:pt x="2756" y="3155"/>
                  <a:pt x="2408" y="2943"/>
                  <a:pt x="2090" y="2731"/>
                </a:cubicBezTo>
                <a:cubicBezTo>
                  <a:pt x="2074" y="2721"/>
                  <a:pt x="2057" y="2717"/>
                  <a:pt x="2041" y="2717"/>
                </a:cubicBezTo>
                <a:cubicBezTo>
                  <a:pt x="1983" y="2717"/>
                  <a:pt x="1929" y="2771"/>
                  <a:pt x="1893" y="2807"/>
                </a:cubicBezTo>
                <a:cubicBezTo>
                  <a:pt x="1621" y="3231"/>
                  <a:pt x="1136" y="3518"/>
                  <a:pt x="939" y="3988"/>
                </a:cubicBezTo>
                <a:cubicBezTo>
                  <a:pt x="911" y="4026"/>
                  <a:pt x="877" y="4058"/>
                  <a:pt x="836" y="4058"/>
                </a:cubicBezTo>
                <a:cubicBezTo>
                  <a:pt x="812" y="4058"/>
                  <a:pt x="786" y="4046"/>
                  <a:pt x="758" y="4018"/>
                </a:cubicBezTo>
                <a:cubicBezTo>
                  <a:pt x="606" y="3897"/>
                  <a:pt x="455" y="3761"/>
                  <a:pt x="334" y="3609"/>
                </a:cubicBezTo>
                <a:cubicBezTo>
                  <a:pt x="213" y="3473"/>
                  <a:pt x="364" y="3321"/>
                  <a:pt x="425" y="3291"/>
                </a:cubicBezTo>
                <a:cubicBezTo>
                  <a:pt x="652" y="3140"/>
                  <a:pt x="652" y="2837"/>
                  <a:pt x="879" y="2701"/>
                </a:cubicBezTo>
                <a:cubicBezTo>
                  <a:pt x="1030" y="2610"/>
                  <a:pt x="1045" y="2413"/>
                  <a:pt x="1197" y="2322"/>
                </a:cubicBezTo>
                <a:cubicBezTo>
                  <a:pt x="1394" y="2201"/>
                  <a:pt x="1333" y="2004"/>
                  <a:pt x="1212" y="1898"/>
                </a:cubicBezTo>
                <a:cubicBezTo>
                  <a:pt x="939" y="1671"/>
                  <a:pt x="803" y="1323"/>
                  <a:pt x="425" y="1202"/>
                </a:cubicBezTo>
                <a:cubicBezTo>
                  <a:pt x="334" y="1187"/>
                  <a:pt x="258" y="960"/>
                  <a:pt x="425" y="839"/>
                </a:cubicBezTo>
                <a:cubicBezTo>
                  <a:pt x="515" y="793"/>
                  <a:pt x="606" y="733"/>
                  <a:pt x="667" y="611"/>
                </a:cubicBezTo>
                <a:cubicBezTo>
                  <a:pt x="710" y="540"/>
                  <a:pt x="739" y="428"/>
                  <a:pt x="818" y="428"/>
                </a:cubicBezTo>
                <a:cubicBezTo>
                  <a:pt x="823" y="428"/>
                  <a:pt x="828" y="429"/>
                  <a:pt x="833" y="430"/>
                </a:cubicBezTo>
                <a:cubicBezTo>
                  <a:pt x="909" y="445"/>
                  <a:pt x="985" y="566"/>
                  <a:pt x="1030" y="657"/>
                </a:cubicBezTo>
                <a:cubicBezTo>
                  <a:pt x="1242" y="1035"/>
                  <a:pt x="1575" y="1293"/>
                  <a:pt x="1878" y="1565"/>
                </a:cubicBezTo>
                <a:cubicBezTo>
                  <a:pt x="1903" y="1585"/>
                  <a:pt x="1928" y="1593"/>
                  <a:pt x="1953" y="1593"/>
                </a:cubicBezTo>
                <a:cubicBezTo>
                  <a:pt x="2061" y="1593"/>
                  <a:pt x="2159" y="1430"/>
                  <a:pt x="2196" y="1368"/>
                </a:cubicBezTo>
                <a:cubicBezTo>
                  <a:pt x="2499" y="990"/>
                  <a:pt x="2862" y="672"/>
                  <a:pt x="3210" y="339"/>
                </a:cubicBezTo>
                <a:lnTo>
                  <a:pt x="3241" y="294"/>
                </a:lnTo>
                <a:close/>
                <a:moveTo>
                  <a:pt x="3312" y="0"/>
                </a:moveTo>
                <a:cubicBezTo>
                  <a:pt x="3240" y="0"/>
                  <a:pt x="3166" y="42"/>
                  <a:pt x="3104" y="97"/>
                </a:cubicBezTo>
                <a:cubicBezTo>
                  <a:pt x="2786" y="400"/>
                  <a:pt x="2469" y="733"/>
                  <a:pt x="2196" y="1096"/>
                </a:cubicBezTo>
                <a:cubicBezTo>
                  <a:pt x="2119" y="1207"/>
                  <a:pt x="2036" y="1258"/>
                  <a:pt x="1954" y="1258"/>
                </a:cubicBezTo>
                <a:cubicBezTo>
                  <a:pt x="1858" y="1258"/>
                  <a:pt x="1763" y="1188"/>
                  <a:pt x="1681" y="1066"/>
                </a:cubicBezTo>
                <a:cubicBezTo>
                  <a:pt x="1560" y="854"/>
                  <a:pt x="1424" y="672"/>
                  <a:pt x="1288" y="475"/>
                </a:cubicBezTo>
                <a:cubicBezTo>
                  <a:pt x="1178" y="311"/>
                  <a:pt x="1041" y="223"/>
                  <a:pt x="909" y="223"/>
                </a:cubicBezTo>
                <a:cubicBezTo>
                  <a:pt x="823" y="223"/>
                  <a:pt x="739" y="261"/>
                  <a:pt x="667" y="339"/>
                </a:cubicBezTo>
                <a:cubicBezTo>
                  <a:pt x="531" y="460"/>
                  <a:pt x="425" y="581"/>
                  <a:pt x="334" y="733"/>
                </a:cubicBezTo>
                <a:cubicBezTo>
                  <a:pt x="198" y="945"/>
                  <a:pt x="1" y="1141"/>
                  <a:pt x="349" y="1399"/>
                </a:cubicBezTo>
                <a:cubicBezTo>
                  <a:pt x="606" y="1580"/>
                  <a:pt x="803" y="1868"/>
                  <a:pt x="1045" y="2095"/>
                </a:cubicBezTo>
                <a:cubicBezTo>
                  <a:pt x="1136" y="2171"/>
                  <a:pt x="1136" y="2156"/>
                  <a:pt x="1061" y="2247"/>
                </a:cubicBezTo>
                <a:cubicBezTo>
                  <a:pt x="803" y="2565"/>
                  <a:pt x="531" y="2867"/>
                  <a:pt x="304" y="3216"/>
                </a:cubicBezTo>
                <a:cubicBezTo>
                  <a:pt x="228" y="3321"/>
                  <a:pt x="61" y="3443"/>
                  <a:pt x="76" y="3624"/>
                </a:cubicBezTo>
                <a:cubicBezTo>
                  <a:pt x="31" y="3791"/>
                  <a:pt x="152" y="3851"/>
                  <a:pt x="213" y="3942"/>
                </a:cubicBezTo>
                <a:cubicBezTo>
                  <a:pt x="472" y="4164"/>
                  <a:pt x="608" y="4281"/>
                  <a:pt x="730" y="4281"/>
                </a:cubicBezTo>
                <a:cubicBezTo>
                  <a:pt x="859" y="4281"/>
                  <a:pt x="972" y="4153"/>
                  <a:pt x="1197" y="3882"/>
                </a:cubicBezTo>
                <a:cubicBezTo>
                  <a:pt x="1439" y="3579"/>
                  <a:pt x="1833" y="3427"/>
                  <a:pt x="1984" y="3034"/>
                </a:cubicBezTo>
                <a:cubicBezTo>
                  <a:pt x="2009" y="3008"/>
                  <a:pt x="2030" y="2988"/>
                  <a:pt x="2054" y="2988"/>
                </a:cubicBezTo>
                <a:cubicBezTo>
                  <a:pt x="2073" y="2988"/>
                  <a:pt x="2094" y="3001"/>
                  <a:pt x="2120" y="3034"/>
                </a:cubicBezTo>
                <a:cubicBezTo>
                  <a:pt x="2423" y="3458"/>
                  <a:pt x="2817" y="3761"/>
                  <a:pt x="3195" y="4094"/>
                </a:cubicBezTo>
                <a:cubicBezTo>
                  <a:pt x="3236" y="4134"/>
                  <a:pt x="3310" y="4188"/>
                  <a:pt x="3363" y="4188"/>
                </a:cubicBezTo>
                <a:cubicBezTo>
                  <a:pt x="3390" y="4188"/>
                  <a:pt x="3412" y="4174"/>
                  <a:pt x="3422" y="4139"/>
                </a:cubicBezTo>
                <a:cubicBezTo>
                  <a:pt x="3498" y="3988"/>
                  <a:pt x="3634" y="3927"/>
                  <a:pt x="3755" y="3851"/>
                </a:cubicBezTo>
                <a:cubicBezTo>
                  <a:pt x="4134" y="3564"/>
                  <a:pt x="4164" y="3306"/>
                  <a:pt x="3831" y="2988"/>
                </a:cubicBezTo>
                <a:cubicBezTo>
                  <a:pt x="3543" y="2731"/>
                  <a:pt x="3256" y="2504"/>
                  <a:pt x="2968" y="2262"/>
                </a:cubicBezTo>
                <a:cubicBezTo>
                  <a:pt x="2817" y="2125"/>
                  <a:pt x="2847" y="1944"/>
                  <a:pt x="2998" y="1898"/>
                </a:cubicBezTo>
                <a:cubicBezTo>
                  <a:pt x="3150" y="1868"/>
                  <a:pt x="3180" y="1777"/>
                  <a:pt x="3195" y="1671"/>
                </a:cubicBezTo>
                <a:cubicBezTo>
                  <a:pt x="3241" y="1535"/>
                  <a:pt x="3362" y="1414"/>
                  <a:pt x="3407" y="1399"/>
                </a:cubicBezTo>
                <a:cubicBezTo>
                  <a:pt x="3649" y="1293"/>
                  <a:pt x="3710" y="1035"/>
                  <a:pt x="3861" y="884"/>
                </a:cubicBezTo>
                <a:cubicBezTo>
                  <a:pt x="4058" y="717"/>
                  <a:pt x="3922" y="505"/>
                  <a:pt x="3771" y="400"/>
                </a:cubicBezTo>
                <a:cubicBezTo>
                  <a:pt x="3649" y="339"/>
                  <a:pt x="3559" y="233"/>
                  <a:pt x="3498" y="142"/>
                </a:cubicBezTo>
                <a:cubicBezTo>
                  <a:pt x="3446" y="39"/>
                  <a:pt x="3380" y="0"/>
                  <a:pt x="3312"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2"/>
          <p:cNvSpPr/>
          <p:nvPr/>
        </p:nvSpPr>
        <p:spPr>
          <a:xfrm>
            <a:off x="1478749" y="-229699"/>
            <a:ext cx="984648" cy="952894"/>
          </a:xfrm>
          <a:custGeom>
            <a:avLst/>
            <a:gdLst/>
            <a:ahLst/>
            <a:cxnLst/>
            <a:rect l="l" t="t" r="r" b="b"/>
            <a:pathLst>
              <a:path w="7237" h="7004" extrusionOk="0">
                <a:moveTo>
                  <a:pt x="3422" y="435"/>
                </a:moveTo>
                <a:cubicBezTo>
                  <a:pt x="3533" y="435"/>
                  <a:pt x="3644" y="462"/>
                  <a:pt x="3755" y="462"/>
                </a:cubicBezTo>
                <a:cubicBezTo>
                  <a:pt x="4133" y="477"/>
                  <a:pt x="4512" y="522"/>
                  <a:pt x="4860" y="689"/>
                </a:cubicBezTo>
                <a:cubicBezTo>
                  <a:pt x="5193" y="840"/>
                  <a:pt x="5450" y="1128"/>
                  <a:pt x="5708" y="1385"/>
                </a:cubicBezTo>
                <a:cubicBezTo>
                  <a:pt x="5905" y="1597"/>
                  <a:pt x="6071" y="1809"/>
                  <a:pt x="6223" y="2052"/>
                </a:cubicBezTo>
                <a:cubicBezTo>
                  <a:pt x="6374" y="2294"/>
                  <a:pt x="6540" y="2566"/>
                  <a:pt x="6601" y="2884"/>
                </a:cubicBezTo>
                <a:cubicBezTo>
                  <a:pt x="6677" y="3369"/>
                  <a:pt x="6662" y="3853"/>
                  <a:pt x="6540" y="4322"/>
                </a:cubicBezTo>
                <a:cubicBezTo>
                  <a:pt x="6465" y="4565"/>
                  <a:pt x="6329" y="4822"/>
                  <a:pt x="6162" y="5049"/>
                </a:cubicBezTo>
                <a:cubicBezTo>
                  <a:pt x="6026" y="5231"/>
                  <a:pt x="5874" y="5382"/>
                  <a:pt x="5783" y="5594"/>
                </a:cubicBezTo>
                <a:cubicBezTo>
                  <a:pt x="5753" y="5700"/>
                  <a:pt x="5617" y="5730"/>
                  <a:pt x="5541" y="5806"/>
                </a:cubicBezTo>
                <a:cubicBezTo>
                  <a:pt x="5329" y="5988"/>
                  <a:pt x="5087" y="6154"/>
                  <a:pt x="4830" y="6276"/>
                </a:cubicBezTo>
                <a:cubicBezTo>
                  <a:pt x="4572" y="6366"/>
                  <a:pt x="4345" y="6427"/>
                  <a:pt x="4088" y="6457"/>
                </a:cubicBezTo>
                <a:cubicBezTo>
                  <a:pt x="3785" y="6503"/>
                  <a:pt x="3482" y="6563"/>
                  <a:pt x="3164" y="6563"/>
                </a:cubicBezTo>
                <a:cubicBezTo>
                  <a:pt x="2831" y="6563"/>
                  <a:pt x="2528" y="6442"/>
                  <a:pt x="2211" y="6427"/>
                </a:cubicBezTo>
                <a:cubicBezTo>
                  <a:pt x="2059" y="6397"/>
                  <a:pt x="1893" y="6245"/>
                  <a:pt x="1771" y="6124"/>
                </a:cubicBezTo>
                <a:cubicBezTo>
                  <a:pt x="1590" y="5912"/>
                  <a:pt x="1393" y="5685"/>
                  <a:pt x="1211" y="5473"/>
                </a:cubicBezTo>
                <a:cubicBezTo>
                  <a:pt x="1060" y="5307"/>
                  <a:pt x="924" y="5140"/>
                  <a:pt x="833" y="4928"/>
                </a:cubicBezTo>
                <a:cubicBezTo>
                  <a:pt x="636" y="4550"/>
                  <a:pt x="454" y="4156"/>
                  <a:pt x="439" y="3702"/>
                </a:cubicBezTo>
                <a:cubicBezTo>
                  <a:pt x="439" y="3429"/>
                  <a:pt x="515" y="3157"/>
                  <a:pt x="560" y="2884"/>
                </a:cubicBezTo>
                <a:cubicBezTo>
                  <a:pt x="651" y="2581"/>
                  <a:pt x="772" y="2263"/>
                  <a:pt x="984" y="1991"/>
                </a:cubicBezTo>
                <a:cubicBezTo>
                  <a:pt x="1181" y="1734"/>
                  <a:pt x="1378" y="1416"/>
                  <a:pt x="1681" y="1204"/>
                </a:cubicBezTo>
                <a:cubicBezTo>
                  <a:pt x="1817" y="1113"/>
                  <a:pt x="1908" y="977"/>
                  <a:pt x="2059" y="901"/>
                </a:cubicBezTo>
                <a:cubicBezTo>
                  <a:pt x="2271" y="780"/>
                  <a:pt x="2468" y="674"/>
                  <a:pt x="2725" y="613"/>
                </a:cubicBezTo>
                <a:cubicBezTo>
                  <a:pt x="2907" y="583"/>
                  <a:pt x="3073" y="538"/>
                  <a:pt x="3255" y="462"/>
                </a:cubicBezTo>
                <a:cubicBezTo>
                  <a:pt x="3311" y="442"/>
                  <a:pt x="3366" y="435"/>
                  <a:pt x="3422" y="435"/>
                </a:cubicBezTo>
                <a:close/>
                <a:moveTo>
                  <a:pt x="3596" y="1"/>
                </a:moveTo>
                <a:cubicBezTo>
                  <a:pt x="3578" y="1"/>
                  <a:pt x="3560" y="3"/>
                  <a:pt x="3543" y="8"/>
                </a:cubicBezTo>
                <a:cubicBezTo>
                  <a:pt x="3331" y="83"/>
                  <a:pt x="3119" y="23"/>
                  <a:pt x="2937" y="98"/>
                </a:cubicBezTo>
                <a:cubicBezTo>
                  <a:pt x="2916" y="82"/>
                  <a:pt x="2896" y="78"/>
                  <a:pt x="2879" y="78"/>
                </a:cubicBezTo>
                <a:cubicBezTo>
                  <a:pt x="2856" y="78"/>
                  <a:pt x="2837" y="87"/>
                  <a:pt x="2825" y="87"/>
                </a:cubicBezTo>
                <a:cubicBezTo>
                  <a:pt x="2822" y="87"/>
                  <a:pt x="2818" y="86"/>
                  <a:pt x="2816" y="83"/>
                </a:cubicBezTo>
                <a:cubicBezTo>
                  <a:pt x="2680" y="144"/>
                  <a:pt x="2574" y="235"/>
                  <a:pt x="2438" y="280"/>
                </a:cubicBezTo>
                <a:cubicBezTo>
                  <a:pt x="2044" y="386"/>
                  <a:pt x="1711" y="628"/>
                  <a:pt x="1408" y="901"/>
                </a:cubicBezTo>
                <a:cubicBezTo>
                  <a:pt x="1090" y="1189"/>
                  <a:pt x="803" y="1506"/>
                  <a:pt x="575" y="1870"/>
                </a:cubicBezTo>
                <a:cubicBezTo>
                  <a:pt x="333" y="2263"/>
                  <a:pt x="242" y="2718"/>
                  <a:pt x="106" y="3157"/>
                </a:cubicBezTo>
                <a:cubicBezTo>
                  <a:pt x="0" y="3550"/>
                  <a:pt x="151" y="3929"/>
                  <a:pt x="227" y="4322"/>
                </a:cubicBezTo>
                <a:cubicBezTo>
                  <a:pt x="242" y="4474"/>
                  <a:pt x="318" y="4595"/>
                  <a:pt x="348" y="4701"/>
                </a:cubicBezTo>
                <a:cubicBezTo>
                  <a:pt x="424" y="4913"/>
                  <a:pt x="469" y="5125"/>
                  <a:pt x="651" y="5276"/>
                </a:cubicBezTo>
                <a:cubicBezTo>
                  <a:pt x="712" y="5307"/>
                  <a:pt x="772" y="5367"/>
                  <a:pt x="757" y="5443"/>
                </a:cubicBezTo>
                <a:cubicBezTo>
                  <a:pt x="727" y="5534"/>
                  <a:pt x="772" y="5579"/>
                  <a:pt x="848" y="5579"/>
                </a:cubicBezTo>
                <a:cubicBezTo>
                  <a:pt x="924" y="5579"/>
                  <a:pt x="939" y="5640"/>
                  <a:pt x="954" y="5700"/>
                </a:cubicBezTo>
                <a:cubicBezTo>
                  <a:pt x="1090" y="6003"/>
                  <a:pt x="1317" y="6230"/>
                  <a:pt x="1559" y="6427"/>
                </a:cubicBezTo>
                <a:cubicBezTo>
                  <a:pt x="1756" y="6563"/>
                  <a:pt x="1983" y="6669"/>
                  <a:pt x="2226" y="6745"/>
                </a:cubicBezTo>
                <a:cubicBezTo>
                  <a:pt x="2498" y="6821"/>
                  <a:pt x="2756" y="6942"/>
                  <a:pt x="3043" y="6957"/>
                </a:cubicBezTo>
                <a:cubicBezTo>
                  <a:pt x="3210" y="6968"/>
                  <a:pt x="3377" y="7004"/>
                  <a:pt x="3539" y="7004"/>
                </a:cubicBezTo>
                <a:cubicBezTo>
                  <a:pt x="3596" y="7004"/>
                  <a:pt x="3653" y="6999"/>
                  <a:pt x="3709" y="6987"/>
                </a:cubicBezTo>
                <a:cubicBezTo>
                  <a:pt x="4254" y="6896"/>
                  <a:pt x="4845" y="6836"/>
                  <a:pt x="5329" y="6518"/>
                </a:cubicBezTo>
                <a:cubicBezTo>
                  <a:pt x="5556" y="6382"/>
                  <a:pt x="5783" y="6260"/>
                  <a:pt x="5950" y="6064"/>
                </a:cubicBezTo>
                <a:cubicBezTo>
                  <a:pt x="6147" y="5882"/>
                  <a:pt x="6283" y="5655"/>
                  <a:pt x="6435" y="5443"/>
                </a:cubicBezTo>
                <a:cubicBezTo>
                  <a:pt x="6465" y="5382"/>
                  <a:pt x="6480" y="5261"/>
                  <a:pt x="6540" y="5231"/>
                </a:cubicBezTo>
                <a:cubicBezTo>
                  <a:pt x="6752" y="5064"/>
                  <a:pt x="6889" y="4792"/>
                  <a:pt x="6964" y="4565"/>
                </a:cubicBezTo>
                <a:cubicBezTo>
                  <a:pt x="7146" y="4020"/>
                  <a:pt x="7237" y="3444"/>
                  <a:pt x="7101" y="2839"/>
                </a:cubicBezTo>
                <a:cubicBezTo>
                  <a:pt x="7040" y="2597"/>
                  <a:pt x="6964" y="2339"/>
                  <a:pt x="6889" y="2112"/>
                </a:cubicBezTo>
                <a:cubicBezTo>
                  <a:pt x="6813" y="1840"/>
                  <a:pt x="6586" y="1612"/>
                  <a:pt x="6419" y="1385"/>
                </a:cubicBezTo>
                <a:cubicBezTo>
                  <a:pt x="6132" y="1037"/>
                  <a:pt x="5753" y="795"/>
                  <a:pt x="5390" y="538"/>
                </a:cubicBezTo>
                <a:cubicBezTo>
                  <a:pt x="5163" y="386"/>
                  <a:pt x="4921" y="295"/>
                  <a:pt x="4678" y="220"/>
                </a:cubicBezTo>
                <a:cubicBezTo>
                  <a:pt x="4481" y="159"/>
                  <a:pt x="4345" y="53"/>
                  <a:pt x="4148" y="53"/>
                </a:cubicBezTo>
                <a:cubicBezTo>
                  <a:pt x="4069" y="53"/>
                  <a:pt x="3998" y="79"/>
                  <a:pt x="3923" y="79"/>
                </a:cubicBezTo>
                <a:cubicBezTo>
                  <a:pt x="3898" y="79"/>
                  <a:pt x="3872" y="76"/>
                  <a:pt x="3846" y="68"/>
                </a:cubicBezTo>
                <a:cubicBezTo>
                  <a:pt x="3782" y="56"/>
                  <a:pt x="3687" y="1"/>
                  <a:pt x="3596" y="1"/>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bg>
      <p:bgPr>
        <a:solidFill>
          <a:schemeClr val="lt1"/>
        </a:solidFill>
        <a:effectLst/>
      </p:bgPr>
    </p:bg>
    <p:spTree>
      <p:nvGrpSpPr>
        <p:cNvPr id="1" name="Shape 455"/>
        <p:cNvGrpSpPr/>
        <p:nvPr/>
      </p:nvGrpSpPr>
      <p:grpSpPr>
        <a:xfrm>
          <a:off x="0" y="0"/>
          <a:ext cx="0" cy="0"/>
          <a:chOff x="0" y="0"/>
          <a:chExt cx="0" cy="0"/>
        </a:xfrm>
      </p:grpSpPr>
      <p:sp>
        <p:nvSpPr>
          <p:cNvPr id="456" name="Google Shape;456;p33"/>
          <p:cNvSpPr txBox="1">
            <a:spLocks noGrp="1"/>
          </p:cNvSpPr>
          <p:nvPr>
            <p:ph type="subTitle" idx="1"/>
          </p:nvPr>
        </p:nvSpPr>
        <p:spPr>
          <a:xfrm>
            <a:off x="1367327" y="3680303"/>
            <a:ext cx="3100800" cy="9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457" name="Google Shape;457;p33"/>
          <p:cNvSpPr txBox="1">
            <a:spLocks noGrp="1"/>
          </p:cNvSpPr>
          <p:nvPr>
            <p:ph type="subTitle" idx="2"/>
          </p:nvPr>
        </p:nvSpPr>
        <p:spPr>
          <a:xfrm>
            <a:off x="4675873" y="3680303"/>
            <a:ext cx="3100800" cy="9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
        <p:nvSpPr>
          <p:cNvPr id="458" name="Google Shape;458;p33"/>
          <p:cNvSpPr txBox="1">
            <a:spLocks noGrp="1"/>
          </p:cNvSpPr>
          <p:nvPr>
            <p:ph type="title"/>
          </p:nvPr>
        </p:nvSpPr>
        <p:spPr>
          <a:xfrm>
            <a:off x="1850627" y="3400650"/>
            <a:ext cx="21342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Font typeface="Barlow Condensed"/>
              <a:buNone/>
              <a:defRPr sz="2000">
                <a:latin typeface="Barlow Condensed"/>
                <a:ea typeface="Barlow Condensed"/>
                <a:cs typeface="Barlow Condensed"/>
                <a:sym typeface="Barlow Condensed"/>
              </a:defRPr>
            </a:lvl1pPr>
            <a:lvl2pPr lvl="1" algn="ctr"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algn="ctr"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algn="ctr"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algn="ctr"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algn="ctr"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algn="ctr"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algn="ctr"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algn="ctr"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a:r>
              <a:rPr lang="en-US" smtClean="0"/>
              <a:t>Click to edit Master title style</a:t>
            </a:r>
            <a:endParaRPr/>
          </a:p>
        </p:txBody>
      </p:sp>
      <p:sp>
        <p:nvSpPr>
          <p:cNvPr id="459" name="Google Shape;459;p33"/>
          <p:cNvSpPr txBox="1">
            <a:spLocks noGrp="1"/>
          </p:cNvSpPr>
          <p:nvPr>
            <p:ph type="title" idx="3"/>
          </p:nvPr>
        </p:nvSpPr>
        <p:spPr>
          <a:xfrm>
            <a:off x="5159173" y="3400650"/>
            <a:ext cx="21342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Font typeface="Barlow Condensed"/>
              <a:buNone/>
              <a:defRPr sz="2000">
                <a:latin typeface="Barlow Condensed"/>
                <a:ea typeface="Barlow Condensed"/>
                <a:cs typeface="Barlow Condensed"/>
                <a:sym typeface="Barlow Condensed"/>
              </a:defRPr>
            </a:lvl1pPr>
            <a:lvl2pPr lvl="1" algn="ctr"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algn="ctr"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algn="ctr"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algn="ctr"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algn="ctr"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algn="ctr"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algn="ctr"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algn="ctr"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a:r>
              <a:rPr lang="en-US" smtClean="0"/>
              <a:t>Click to edit Master title style</a:t>
            </a:r>
            <a:endParaRPr/>
          </a:p>
        </p:txBody>
      </p:sp>
      <p:sp>
        <p:nvSpPr>
          <p:cNvPr id="460" name="Google Shape;460;p33"/>
          <p:cNvSpPr txBox="1">
            <a:spLocks noGrp="1"/>
          </p:cNvSpPr>
          <p:nvPr>
            <p:ph type="title" idx="4"/>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r>
              <a:rPr lang="en-US" smtClean="0"/>
              <a:t>Click to edit Master title style</a:t>
            </a:r>
            <a:endParaRPr/>
          </a:p>
        </p:txBody>
      </p:sp>
      <p:sp>
        <p:nvSpPr>
          <p:cNvPr id="461" name="Google Shape;461;p33"/>
          <p:cNvSpPr/>
          <p:nvPr/>
        </p:nvSpPr>
        <p:spPr>
          <a:xfrm rot="-1992394">
            <a:off x="7731565" y="1372001"/>
            <a:ext cx="1848048" cy="386252"/>
          </a:xfrm>
          <a:custGeom>
            <a:avLst/>
            <a:gdLst/>
            <a:ahLst/>
            <a:cxnLst/>
            <a:rect l="l" t="t" r="r" b="b"/>
            <a:pathLst>
              <a:path w="72552" h="15165" extrusionOk="0">
                <a:moveTo>
                  <a:pt x="5871" y="4222"/>
                </a:moveTo>
                <a:cubicBezTo>
                  <a:pt x="5938" y="4356"/>
                  <a:pt x="6004" y="4456"/>
                  <a:pt x="6038" y="4556"/>
                </a:cubicBezTo>
                <a:lnTo>
                  <a:pt x="5904" y="4556"/>
                </a:lnTo>
                <a:cubicBezTo>
                  <a:pt x="5904" y="4456"/>
                  <a:pt x="5838" y="4356"/>
                  <a:pt x="5704" y="4322"/>
                </a:cubicBezTo>
                <a:lnTo>
                  <a:pt x="5671" y="4322"/>
                </a:lnTo>
                <a:cubicBezTo>
                  <a:pt x="5704" y="4289"/>
                  <a:pt x="5804" y="4222"/>
                  <a:pt x="5871" y="4222"/>
                </a:cubicBezTo>
                <a:close/>
                <a:moveTo>
                  <a:pt x="1435" y="6324"/>
                </a:moveTo>
                <a:cubicBezTo>
                  <a:pt x="1468" y="6324"/>
                  <a:pt x="1468" y="6357"/>
                  <a:pt x="1501" y="6357"/>
                </a:cubicBezTo>
                <a:cubicBezTo>
                  <a:pt x="1568" y="6357"/>
                  <a:pt x="1635" y="6390"/>
                  <a:pt x="1701" y="6390"/>
                </a:cubicBezTo>
                <a:cubicBezTo>
                  <a:pt x="1768" y="6491"/>
                  <a:pt x="1801" y="6557"/>
                  <a:pt x="1902" y="6624"/>
                </a:cubicBezTo>
                <a:cubicBezTo>
                  <a:pt x="2002" y="6624"/>
                  <a:pt x="2068" y="6657"/>
                  <a:pt x="2168" y="6657"/>
                </a:cubicBezTo>
                <a:cubicBezTo>
                  <a:pt x="2268" y="6791"/>
                  <a:pt x="2335" y="6891"/>
                  <a:pt x="2469" y="6991"/>
                </a:cubicBezTo>
                <a:cubicBezTo>
                  <a:pt x="2102" y="6791"/>
                  <a:pt x="1668" y="6624"/>
                  <a:pt x="1268" y="6390"/>
                </a:cubicBezTo>
                <a:cubicBezTo>
                  <a:pt x="1301" y="6357"/>
                  <a:pt x="1368" y="6357"/>
                  <a:pt x="1435" y="6324"/>
                </a:cubicBezTo>
                <a:close/>
                <a:moveTo>
                  <a:pt x="7539" y="5156"/>
                </a:moveTo>
                <a:cubicBezTo>
                  <a:pt x="8039" y="5823"/>
                  <a:pt x="8106" y="6691"/>
                  <a:pt x="7706" y="7458"/>
                </a:cubicBezTo>
                <a:cubicBezTo>
                  <a:pt x="7939" y="6824"/>
                  <a:pt x="7872" y="6057"/>
                  <a:pt x="7506" y="5490"/>
                </a:cubicBezTo>
                <a:cubicBezTo>
                  <a:pt x="7506" y="5356"/>
                  <a:pt x="7539" y="5290"/>
                  <a:pt x="7539" y="5156"/>
                </a:cubicBezTo>
                <a:close/>
                <a:moveTo>
                  <a:pt x="5304" y="7858"/>
                </a:moveTo>
                <a:cubicBezTo>
                  <a:pt x="5337" y="7892"/>
                  <a:pt x="5371" y="7892"/>
                  <a:pt x="5437" y="7958"/>
                </a:cubicBezTo>
                <a:cubicBezTo>
                  <a:pt x="5471" y="7958"/>
                  <a:pt x="5471" y="7992"/>
                  <a:pt x="5504" y="7992"/>
                </a:cubicBezTo>
                <a:cubicBezTo>
                  <a:pt x="5638" y="8125"/>
                  <a:pt x="5804" y="8158"/>
                  <a:pt x="5971" y="8192"/>
                </a:cubicBezTo>
                <a:cubicBezTo>
                  <a:pt x="6138" y="8359"/>
                  <a:pt x="6338" y="8492"/>
                  <a:pt x="6538" y="8525"/>
                </a:cubicBezTo>
                <a:cubicBezTo>
                  <a:pt x="6438" y="8559"/>
                  <a:pt x="6338" y="8659"/>
                  <a:pt x="6271" y="8692"/>
                </a:cubicBezTo>
                <a:cubicBezTo>
                  <a:pt x="6171" y="8659"/>
                  <a:pt x="6138" y="8625"/>
                  <a:pt x="6038" y="8625"/>
                </a:cubicBezTo>
                <a:cubicBezTo>
                  <a:pt x="6099" y="8473"/>
                  <a:pt x="5993" y="8321"/>
                  <a:pt x="5822" y="8321"/>
                </a:cubicBezTo>
                <a:cubicBezTo>
                  <a:pt x="5805" y="8321"/>
                  <a:pt x="5788" y="8322"/>
                  <a:pt x="5771" y="8325"/>
                </a:cubicBezTo>
                <a:cubicBezTo>
                  <a:pt x="5671" y="8325"/>
                  <a:pt x="5638" y="8359"/>
                  <a:pt x="5537" y="8392"/>
                </a:cubicBezTo>
                <a:cubicBezTo>
                  <a:pt x="5304" y="8292"/>
                  <a:pt x="5037" y="8192"/>
                  <a:pt x="4837" y="8058"/>
                </a:cubicBezTo>
                <a:cubicBezTo>
                  <a:pt x="4970" y="8025"/>
                  <a:pt x="5137" y="7958"/>
                  <a:pt x="5304" y="7858"/>
                </a:cubicBezTo>
                <a:close/>
                <a:moveTo>
                  <a:pt x="18947" y="5123"/>
                </a:moveTo>
                <a:cubicBezTo>
                  <a:pt x="28455" y="6408"/>
                  <a:pt x="38082" y="6921"/>
                  <a:pt x="47675" y="6921"/>
                </a:cubicBezTo>
                <a:cubicBezTo>
                  <a:pt x="50534" y="6921"/>
                  <a:pt x="53391" y="6875"/>
                  <a:pt x="56240" y="6791"/>
                </a:cubicBezTo>
                <a:cubicBezTo>
                  <a:pt x="56374" y="6791"/>
                  <a:pt x="56474" y="6724"/>
                  <a:pt x="56507" y="6657"/>
                </a:cubicBezTo>
                <a:cubicBezTo>
                  <a:pt x="56541" y="7158"/>
                  <a:pt x="56574" y="7658"/>
                  <a:pt x="56574" y="8158"/>
                </a:cubicBezTo>
                <a:lnTo>
                  <a:pt x="56574" y="9559"/>
                </a:lnTo>
                <a:cubicBezTo>
                  <a:pt x="56541" y="9526"/>
                  <a:pt x="56507" y="9526"/>
                  <a:pt x="56407" y="9526"/>
                </a:cubicBezTo>
                <a:cubicBezTo>
                  <a:pt x="44573" y="9078"/>
                  <a:pt x="32708" y="8354"/>
                  <a:pt x="20871" y="8354"/>
                </a:cubicBezTo>
                <a:cubicBezTo>
                  <a:pt x="20363" y="8354"/>
                  <a:pt x="19855" y="8356"/>
                  <a:pt x="19347" y="8359"/>
                </a:cubicBezTo>
                <a:cubicBezTo>
                  <a:pt x="19014" y="7658"/>
                  <a:pt x="18380" y="7091"/>
                  <a:pt x="17679" y="6691"/>
                </a:cubicBezTo>
                <a:cubicBezTo>
                  <a:pt x="18513" y="6457"/>
                  <a:pt x="18847" y="5823"/>
                  <a:pt x="18947" y="5123"/>
                </a:cubicBezTo>
                <a:close/>
                <a:moveTo>
                  <a:pt x="16379" y="1087"/>
                </a:moveTo>
                <a:cubicBezTo>
                  <a:pt x="26812" y="1604"/>
                  <a:pt x="37334" y="1899"/>
                  <a:pt x="47817" y="1899"/>
                </a:cubicBezTo>
                <a:cubicBezTo>
                  <a:pt x="50172" y="1899"/>
                  <a:pt x="52524" y="1884"/>
                  <a:pt x="54873" y="1854"/>
                </a:cubicBezTo>
                <a:lnTo>
                  <a:pt x="54873" y="1854"/>
                </a:lnTo>
                <a:cubicBezTo>
                  <a:pt x="54806" y="1921"/>
                  <a:pt x="54739" y="2087"/>
                  <a:pt x="54839" y="2221"/>
                </a:cubicBezTo>
                <a:cubicBezTo>
                  <a:pt x="55707" y="3422"/>
                  <a:pt x="56207" y="4723"/>
                  <a:pt x="56407" y="6090"/>
                </a:cubicBezTo>
                <a:cubicBezTo>
                  <a:pt x="56374" y="6057"/>
                  <a:pt x="56307" y="6057"/>
                  <a:pt x="56240" y="6057"/>
                </a:cubicBezTo>
                <a:cubicBezTo>
                  <a:pt x="53885" y="6126"/>
                  <a:pt x="51535" y="6158"/>
                  <a:pt x="49188" y="6158"/>
                </a:cubicBezTo>
                <a:cubicBezTo>
                  <a:pt x="39070" y="6158"/>
                  <a:pt x="29020" y="5556"/>
                  <a:pt x="18947" y="4689"/>
                </a:cubicBezTo>
                <a:cubicBezTo>
                  <a:pt x="18834" y="3165"/>
                  <a:pt x="17622" y="1401"/>
                  <a:pt x="16524" y="1401"/>
                </a:cubicBezTo>
                <a:cubicBezTo>
                  <a:pt x="16325" y="1401"/>
                  <a:pt x="16129" y="1459"/>
                  <a:pt x="15945" y="1587"/>
                </a:cubicBezTo>
                <a:cubicBezTo>
                  <a:pt x="15778" y="1720"/>
                  <a:pt x="15711" y="1921"/>
                  <a:pt x="15845" y="2087"/>
                </a:cubicBezTo>
                <a:cubicBezTo>
                  <a:pt x="15878" y="2154"/>
                  <a:pt x="15945" y="2154"/>
                  <a:pt x="15945" y="2187"/>
                </a:cubicBezTo>
                <a:cubicBezTo>
                  <a:pt x="15987" y="2244"/>
                  <a:pt x="16041" y="2264"/>
                  <a:pt x="16100" y="2264"/>
                </a:cubicBezTo>
                <a:cubicBezTo>
                  <a:pt x="16180" y="2264"/>
                  <a:pt x="16268" y="2226"/>
                  <a:pt x="16345" y="2187"/>
                </a:cubicBezTo>
                <a:cubicBezTo>
                  <a:pt x="16612" y="2521"/>
                  <a:pt x="16979" y="2721"/>
                  <a:pt x="17479" y="2821"/>
                </a:cubicBezTo>
                <a:cubicBezTo>
                  <a:pt x="18180" y="3388"/>
                  <a:pt x="18347" y="4022"/>
                  <a:pt x="17980" y="4689"/>
                </a:cubicBezTo>
                <a:cubicBezTo>
                  <a:pt x="17713" y="5156"/>
                  <a:pt x="17212" y="5657"/>
                  <a:pt x="16445" y="6157"/>
                </a:cubicBezTo>
                <a:cubicBezTo>
                  <a:pt x="16045" y="6157"/>
                  <a:pt x="16012" y="6691"/>
                  <a:pt x="16345" y="6757"/>
                </a:cubicBezTo>
                <a:cubicBezTo>
                  <a:pt x="17146" y="7024"/>
                  <a:pt x="18013" y="7391"/>
                  <a:pt x="18447" y="8158"/>
                </a:cubicBezTo>
                <a:cubicBezTo>
                  <a:pt x="18480" y="8225"/>
                  <a:pt x="18513" y="8325"/>
                  <a:pt x="18547" y="8425"/>
                </a:cubicBezTo>
                <a:cubicBezTo>
                  <a:pt x="18547" y="8525"/>
                  <a:pt x="18547" y="8592"/>
                  <a:pt x="18647" y="8659"/>
                </a:cubicBezTo>
                <a:cubicBezTo>
                  <a:pt x="19131" y="10014"/>
                  <a:pt x="18585" y="11901"/>
                  <a:pt x="16856" y="11901"/>
                </a:cubicBezTo>
                <a:cubicBezTo>
                  <a:pt x="16799" y="11901"/>
                  <a:pt x="16739" y="11899"/>
                  <a:pt x="16679" y="11894"/>
                </a:cubicBezTo>
                <a:cubicBezTo>
                  <a:pt x="16545" y="11894"/>
                  <a:pt x="16479" y="12061"/>
                  <a:pt x="16545" y="12195"/>
                </a:cubicBezTo>
                <a:cubicBezTo>
                  <a:pt x="15945" y="12128"/>
                  <a:pt x="15344" y="12028"/>
                  <a:pt x="14777" y="11961"/>
                </a:cubicBezTo>
                <a:cubicBezTo>
                  <a:pt x="14777" y="11894"/>
                  <a:pt x="14711" y="11861"/>
                  <a:pt x="14677" y="11861"/>
                </a:cubicBezTo>
                <a:cubicBezTo>
                  <a:pt x="12609" y="10960"/>
                  <a:pt x="10341" y="10360"/>
                  <a:pt x="8206" y="9526"/>
                </a:cubicBezTo>
                <a:cubicBezTo>
                  <a:pt x="7739" y="9359"/>
                  <a:pt x="7339" y="9192"/>
                  <a:pt x="6872" y="8992"/>
                </a:cubicBezTo>
                <a:cubicBezTo>
                  <a:pt x="9173" y="8158"/>
                  <a:pt x="9040" y="4823"/>
                  <a:pt x="6805" y="3855"/>
                </a:cubicBezTo>
                <a:cubicBezTo>
                  <a:pt x="9807" y="2721"/>
                  <a:pt x="12943" y="1887"/>
                  <a:pt x="16145" y="1420"/>
                </a:cubicBezTo>
                <a:cubicBezTo>
                  <a:pt x="16345" y="1387"/>
                  <a:pt x="16379" y="1253"/>
                  <a:pt x="16379" y="1087"/>
                </a:cubicBezTo>
                <a:close/>
                <a:moveTo>
                  <a:pt x="62511" y="1887"/>
                </a:moveTo>
                <a:lnTo>
                  <a:pt x="62511" y="1887"/>
                </a:lnTo>
                <a:cubicBezTo>
                  <a:pt x="65480" y="2454"/>
                  <a:pt x="68816" y="3055"/>
                  <a:pt x="70484" y="5857"/>
                </a:cubicBezTo>
                <a:cubicBezTo>
                  <a:pt x="71685" y="7892"/>
                  <a:pt x="71251" y="10160"/>
                  <a:pt x="69483" y="11694"/>
                </a:cubicBezTo>
                <a:cubicBezTo>
                  <a:pt x="67990" y="12965"/>
                  <a:pt x="66164" y="13298"/>
                  <a:pt x="64293" y="13298"/>
                </a:cubicBezTo>
                <a:cubicBezTo>
                  <a:pt x="64200" y="13298"/>
                  <a:pt x="64106" y="13297"/>
                  <a:pt x="64013" y="13295"/>
                </a:cubicBezTo>
                <a:cubicBezTo>
                  <a:pt x="65013" y="11494"/>
                  <a:pt x="64580" y="8559"/>
                  <a:pt x="64346" y="6724"/>
                </a:cubicBezTo>
                <a:cubicBezTo>
                  <a:pt x="64079" y="5056"/>
                  <a:pt x="63546" y="3288"/>
                  <a:pt x="62511" y="1887"/>
                </a:cubicBezTo>
                <a:close/>
                <a:moveTo>
                  <a:pt x="19514" y="8826"/>
                </a:moveTo>
                <a:cubicBezTo>
                  <a:pt x="31323" y="9726"/>
                  <a:pt x="43198" y="9860"/>
                  <a:pt x="55039" y="10227"/>
                </a:cubicBezTo>
                <a:cubicBezTo>
                  <a:pt x="55073" y="10327"/>
                  <a:pt x="55173" y="10360"/>
                  <a:pt x="55306" y="10360"/>
                </a:cubicBezTo>
                <a:cubicBezTo>
                  <a:pt x="55673" y="10327"/>
                  <a:pt x="56007" y="10327"/>
                  <a:pt x="56374" y="10293"/>
                </a:cubicBezTo>
                <a:cubicBezTo>
                  <a:pt x="56407" y="10293"/>
                  <a:pt x="56474" y="10293"/>
                  <a:pt x="56507" y="10227"/>
                </a:cubicBezTo>
                <a:lnTo>
                  <a:pt x="56507" y="10227"/>
                </a:lnTo>
                <a:cubicBezTo>
                  <a:pt x="56474" y="11561"/>
                  <a:pt x="56207" y="12995"/>
                  <a:pt x="55373" y="13729"/>
                </a:cubicBezTo>
                <a:cubicBezTo>
                  <a:pt x="55340" y="13729"/>
                  <a:pt x="55306" y="13696"/>
                  <a:pt x="55306" y="13696"/>
                </a:cubicBezTo>
                <a:cubicBezTo>
                  <a:pt x="48535" y="13395"/>
                  <a:pt x="41730" y="13162"/>
                  <a:pt x="34892" y="12895"/>
                </a:cubicBezTo>
                <a:lnTo>
                  <a:pt x="24885" y="12528"/>
                </a:lnTo>
                <a:cubicBezTo>
                  <a:pt x="22383" y="12461"/>
                  <a:pt x="19781" y="12495"/>
                  <a:pt x="17279" y="12295"/>
                </a:cubicBezTo>
                <a:cubicBezTo>
                  <a:pt x="18480" y="12195"/>
                  <a:pt x="19481" y="11327"/>
                  <a:pt x="19648" y="10060"/>
                </a:cubicBezTo>
                <a:cubicBezTo>
                  <a:pt x="19714" y="9593"/>
                  <a:pt x="19648" y="9192"/>
                  <a:pt x="19514" y="8826"/>
                </a:cubicBezTo>
                <a:close/>
                <a:moveTo>
                  <a:pt x="59165" y="527"/>
                </a:moveTo>
                <a:cubicBezTo>
                  <a:pt x="60825" y="527"/>
                  <a:pt x="62284" y="2754"/>
                  <a:pt x="62845" y="3989"/>
                </a:cubicBezTo>
                <a:cubicBezTo>
                  <a:pt x="63379" y="5290"/>
                  <a:pt x="63646" y="6657"/>
                  <a:pt x="63746" y="8058"/>
                </a:cubicBezTo>
                <a:cubicBezTo>
                  <a:pt x="63846" y="9059"/>
                  <a:pt x="63879" y="10160"/>
                  <a:pt x="63812" y="11194"/>
                </a:cubicBezTo>
                <a:cubicBezTo>
                  <a:pt x="63601" y="13472"/>
                  <a:pt x="62042" y="14194"/>
                  <a:pt x="60240" y="14194"/>
                </a:cubicBezTo>
                <a:cubicBezTo>
                  <a:pt x="59773" y="14194"/>
                  <a:pt x="59290" y="14145"/>
                  <a:pt x="58809" y="14063"/>
                </a:cubicBezTo>
                <a:cubicBezTo>
                  <a:pt x="58976" y="13963"/>
                  <a:pt x="59076" y="13796"/>
                  <a:pt x="59209" y="13629"/>
                </a:cubicBezTo>
                <a:cubicBezTo>
                  <a:pt x="60643" y="11828"/>
                  <a:pt x="60643" y="9192"/>
                  <a:pt x="60510" y="7024"/>
                </a:cubicBezTo>
                <a:cubicBezTo>
                  <a:pt x="60410" y="5023"/>
                  <a:pt x="60210" y="2454"/>
                  <a:pt x="58575" y="1020"/>
                </a:cubicBezTo>
                <a:lnTo>
                  <a:pt x="58208" y="786"/>
                </a:lnTo>
                <a:cubicBezTo>
                  <a:pt x="58531" y="607"/>
                  <a:pt x="58852" y="527"/>
                  <a:pt x="59165" y="527"/>
                </a:cubicBezTo>
                <a:close/>
                <a:moveTo>
                  <a:pt x="56407" y="748"/>
                </a:moveTo>
                <a:cubicBezTo>
                  <a:pt x="56756" y="748"/>
                  <a:pt x="57093" y="847"/>
                  <a:pt x="57408" y="1020"/>
                </a:cubicBezTo>
                <a:cubicBezTo>
                  <a:pt x="57408" y="1053"/>
                  <a:pt x="57374" y="1053"/>
                  <a:pt x="57374" y="1120"/>
                </a:cubicBezTo>
                <a:cubicBezTo>
                  <a:pt x="57275" y="1244"/>
                  <a:pt x="57398" y="1369"/>
                  <a:pt x="57522" y="1369"/>
                </a:cubicBezTo>
                <a:cubicBezTo>
                  <a:pt x="57565" y="1369"/>
                  <a:pt x="57607" y="1354"/>
                  <a:pt x="57641" y="1320"/>
                </a:cubicBezTo>
                <a:cubicBezTo>
                  <a:pt x="57675" y="1287"/>
                  <a:pt x="57708" y="1287"/>
                  <a:pt x="57708" y="1220"/>
                </a:cubicBezTo>
                <a:cubicBezTo>
                  <a:pt x="58575" y="1821"/>
                  <a:pt x="59242" y="2888"/>
                  <a:pt x="59509" y="3855"/>
                </a:cubicBezTo>
                <a:cubicBezTo>
                  <a:pt x="59876" y="5223"/>
                  <a:pt x="59910" y="6724"/>
                  <a:pt x="59910" y="8125"/>
                </a:cubicBezTo>
                <a:cubicBezTo>
                  <a:pt x="59970" y="10482"/>
                  <a:pt x="59100" y="14535"/>
                  <a:pt x="56309" y="14535"/>
                </a:cubicBezTo>
                <a:cubicBezTo>
                  <a:pt x="56018" y="14535"/>
                  <a:pt x="55707" y="14491"/>
                  <a:pt x="55373" y="14396"/>
                </a:cubicBezTo>
                <a:cubicBezTo>
                  <a:pt x="55540" y="14396"/>
                  <a:pt x="55640" y="14329"/>
                  <a:pt x="55673" y="14196"/>
                </a:cubicBezTo>
                <a:cubicBezTo>
                  <a:pt x="57141" y="13229"/>
                  <a:pt x="57141" y="11060"/>
                  <a:pt x="57208" y="9459"/>
                </a:cubicBezTo>
                <a:cubicBezTo>
                  <a:pt x="57341" y="6791"/>
                  <a:pt x="57174" y="3989"/>
                  <a:pt x="55373" y="1854"/>
                </a:cubicBezTo>
                <a:cubicBezTo>
                  <a:pt x="55807" y="1821"/>
                  <a:pt x="55807" y="1153"/>
                  <a:pt x="55340" y="1153"/>
                </a:cubicBezTo>
                <a:lnTo>
                  <a:pt x="55206" y="1153"/>
                </a:lnTo>
                <a:cubicBezTo>
                  <a:pt x="55611" y="872"/>
                  <a:pt x="56016" y="748"/>
                  <a:pt x="56407" y="748"/>
                </a:cubicBezTo>
                <a:close/>
                <a:moveTo>
                  <a:pt x="59248" y="0"/>
                </a:moveTo>
                <a:cubicBezTo>
                  <a:pt x="58746" y="0"/>
                  <a:pt x="58264" y="148"/>
                  <a:pt x="57841" y="486"/>
                </a:cubicBezTo>
                <a:cubicBezTo>
                  <a:pt x="57415" y="298"/>
                  <a:pt x="56965" y="200"/>
                  <a:pt x="56523" y="200"/>
                </a:cubicBezTo>
                <a:cubicBezTo>
                  <a:pt x="55790" y="200"/>
                  <a:pt x="55080" y="471"/>
                  <a:pt x="54539" y="1053"/>
                </a:cubicBezTo>
                <a:cubicBezTo>
                  <a:pt x="44235" y="756"/>
                  <a:pt x="33888" y="634"/>
                  <a:pt x="23567" y="634"/>
                </a:cubicBezTo>
                <a:cubicBezTo>
                  <a:pt x="21158" y="634"/>
                  <a:pt x="18750" y="640"/>
                  <a:pt x="16345" y="653"/>
                </a:cubicBezTo>
                <a:cubicBezTo>
                  <a:pt x="16278" y="653"/>
                  <a:pt x="16212" y="686"/>
                  <a:pt x="16178" y="786"/>
                </a:cubicBezTo>
                <a:cubicBezTo>
                  <a:pt x="16112" y="720"/>
                  <a:pt x="16045" y="720"/>
                  <a:pt x="15945" y="720"/>
                </a:cubicBezTo>
                <a:cubicBezTo>
                  <a:pt x="10374" y="1520"/>
                  <a:pt x="5137" y="3322"/>
                  <a:pt x="234" y="6057"/>
                </a:cubicBezTo>
                <a:cubicBezTo>
                  <a:pt x="34" y="6190"/>
                  <a:pt x="0" y="6557"/>
                  <a:pt x="234" y="6691"/>
                </a:cubicBezTo>
                <a:cubicBezTo>
                  <a:pt x="1835" y="7491"/>
                  <a:pt x="3469" y="8325"/>
                  <a:pt x="5171" y="9126"/>
                </a:cubicBezTo>
                <a:lnTo>
                  <a:pt x="5171" y="9192"/>
                </a:lnTo>
                <a:cubicBezTo>
                  <a:pt x="5204" y="9259"/>
                  <a:pt x="5304" y="9359"/>
                  <a:pt x="5437" y="9359"/>
                </a:cubicBezTo>
                <a:cubicBezTo>
                  <a:pt x="5504" y="9359"/>
                  <a:pt x="5604" y="9326"/>
                  <a:pt x="5704" y="9326"/>
                </a:cubicBezTo>
                <a:cubicBezTo>
                  <a:pt x="8506" y="10560"/>
                  <a:pt x="11375" y="11594"/>
                  <a:pt x="14210" y="12061"/>
                </a:cubicBezTo>
                <a:cubicBezTo>
                  <a:pt x="14210" y="12161"/>
                  <a:pt x="14277" y="12195"/>
                  <a:pt x="14344" y="12228"/>
                </a:cubicBezTo>
                <a:cubicBezTo>
                  <a:pt x="17313" y="13162"/>
                  <a:pt x="20515" y="13029"/>
                  <a:pt x="23617" y="13162"/>
                </a:cubicBezTo>
                <a:cubicBezTo>
                  <a:pt x="27053" y="13262"/>
                  <a:pt x="30522" y="13429"/>
                  <a:pt x="34024" y="13562"/>
                </a:cubicBezTo>
                <a:cubicBezTo>
                  <a:pt x="40829" y="13829"/>
                  <a:pt x="47634" y="14096"/>
                  <a:pt x="54406" y="14363"/>
                </a:cubicBezTo>
                <a:cubicBezTo>
                  <a:pt x="54339" y="14496"/>
                  <a:pt x="54372" y="14696"/>
                  <a:pt x="54539" y="14763"/>
                </a:cubicBezTo>
                <a:cubicBezTo>
                  <a:pt x="55060" y="15037"/>
                  <a:pt x="55608" y="15165"/>
                  <a:pt x="56150" y="15165"/>
                </a:cubicBezTo>
                <a:cubicBezTo>
                  <a:pt x="56928" y="15165"/>
                  <a:pt x="57693" y="14901"/>
                  <a:pt x="58342" y="14430"/>
                </a:cubicBezTo>
                <a:cubicBezTo>
                  <a:pt x="58342" y="14563"/>
                  <a:pt x="58409" y="14696"/>
                  <a:pt x="58575" y="14696"/>
                </a:cubicBezTo>
                <a:cubicBezTo>
                  <a:pt x="59231" y="14817"/>
                  <a:pt x="59961" y="14926"/>
                  <a:pt x="60681" y="14926"/>
                </a:cubicBezTo>
                <a:cubicBezTo>
                  <a:pt x="61756" y="14926"/>
                  <a:pt x="62806" y="14682"/>
                  <a:pt x="63546" y="13862"/>
                </a:cubicBezTo>
                <a:cubicBezTo>
                  <a:pt x="63579" y="13896"/>
                  <a:pt x="63679" y="13929"/>
                  <a:pt x="63746" y="13929"/>
                </a:cubicBezTo>
                <a:cubicBezTo>
                  <a:pt x="63919" y="13938"/>
                  <a:pt x="64095" y="13943"/>
                  <a:pt x="64272" y="13943"/>
                </a:cubicBezTo>
                <a:cubicBezTo>
                  <a:pt x="67968" y="13943"/>
                  <a:pt x="72552" y="11948"/>
                  <a:pt x="71852" y="7525"/>
                </a:cubicBezTo>
                <a:cubicBezTo>
                  <a:pt x="71084" y="2955"/>
                  <a:pt x="65847" y="1787"/>
                  <a:pt x="62011" y="1354"/>
                </a:cubicBezTo>
                <a:cubicBezTo>
                  <a:pt x="61811" y="1153"/>
                  <a:pt x="61544" y="953"/>
                  <a:pt x="61311" y="720"/>
                </a:cubicBezTo>
                <a:cubicBezTo>
                  <a:pt x="60656" y="277"/>
                  <a:pt x="59934" y="0"/>
                  <a:pt x="5924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3"/>
          <p:cNvSpPr/>
          <p:nvPr/>
        </p:nvSpPr>
        <p:spPr>
          <a:xfrm rot="1191907" flipH="1">
            <a:off x="33801" y="264449"/>
            <a:ext cx="1480996" cy="1769325"/>
          </a:xfrm>
          <a:custGeom>
            <a:avLst/>
            <a:gdLst/>
            <a:ahLst/>
            <a:cxnLst/>
            <a:rect l="l" t="t" r="r" b="b"/>
            <a:pathLst>
              <a:path w="18214" h="21760" extrusionOk="0">
                <a:moveTo>
                  <a:pt x="7097" y="9137"/>
                </a:moveTo>
                <a:cubicBezTo>
                  <a:pt x="7930" y="9137"/>
                  <a:pt x="8824" y="9338"/>
                  <a:pt x="9707" y="9507"/>
                </a:cubicBezTo>
                <a:cubicBezTo>
                  <a:pt x="8806" y="11508"/>
                  <a:pt x="8440" y="13710"/>
                  <a:pt x="8673" y="15978"/>
                </a:cubicBezTo>
                <a:cubicBezTo>
                  <a:pt x="8273" y="16012"/>
                  <a:pt x="7839" y="16012"/>
                  <a:pt x="7439" y="16045"/>
                </a:cubicBezTo>
                <a:cubicBezTo>
                  <a:pt x="7272" y="14811"/>
                  <a:pt x="6972" y="13610"/>
                  <a:pt x="6605" y="12376"/>
                </a:cubicBezTo>
                <a:cubicBezTo>
                  <a:pt x="6505" y="12109"/>
                  <a:pt x="5838" y="10674"/>
                  <a:pt x="5304" y="9607"/>
                </a:cubicBezTo>
                <a:cubicBezTo>
                  <a:pt x="5843" y="9258"/>
                  <a:pt x="6452" y="9137"/>
                  <a:pt x="7097" y="9137"/>
                </a:cubicBezTo>
                <a:close/>
                <a:moveTo>
                  <a:pt x="8155" y="807"/>
                </a:moveTo>
                <a:cubicBezTo>
                  <a:pt x="8439" y="807"/>
                  <a:pt x="8723" y="817"/>
                  <a:pt x="9007" y="834"/>
                </a:cubicBezTo>
                <a:cubicBezTo>
                  <a:pt x="14477" y="1001"/>
                  <a:pt x="18213" y="6271"/>
                  <a:pt x="14044" y="10674"/>
                </a:cubicBezTo>
                <a:cubicBezTo>
                  <a:pt x="12776" y="12042"/>
                  <a:pt x="9040" y="13476"/>
                  <a:pt x="10007" y="15845"/>
                </a:cubicBezTo>
                <a:lnTo>
                  <a:pt x="9007" y="15978"/>
                </a:lnTo>
                <a:cubicBezTo>
                  <a:pt x="8973" y="13710"/>
                  <a:pt x="9374" y="11575"/>
                  <a:pt x="10274" y="9640"/>
                </a:cubicBezTo>
                <a:cubicBezTo>
                  <a:pt x="10374" y="9674"/>
                  <a:pt x="10508" y="9674"/>
                  <a:pt x="10674" y="9707"/>
                </a:cubicBezTo>
                <a:cubicBezTo>
                  <a:pt x="10888" y="9741"/>
                  <a:pt x="11091" y="9760"/>
                  <a:pt x="11283" y="9760"/>
                </a:cubicBezTo>
                <a:cubicBezTo>
                  <a:pt x="12026" y="9760"/>
                  <a:pt x="12612" y="9481"/>
                  <a:pt x="13009" y="8740"/>
                </a:cubicBezTo>
                <a:cubicBezTo>
                  <a:pt x="13124" y="8557"/>
                  <a:pt x="12940" y="8374"/>
                  <a:pt x="12759" y="8374"/>
                </a:cubicBezTo>
                <a:cubicBezTo>
                  <a:pt x="12677" y="8374"/>
                  <a:pt x="12595" y="8412"/>
                  <a:pt x="12542" y="8506"/>
                </a:cubicBezTo>
                <a:cubicBezTo>
                  <a:pt x="12220" y="9052"/>
                  <a:pt x="11695" y="9229"/>
                  <a:pt x="11104" y="9229"/>
                </a:cubicBezTo>
                <a:cubicBezTo>
                  <a:pt x="10900" y="9229"/>
                  <a:pt x="10688" y="9208"/>
                  <a:pt x="10474" y="9173"/>
                </a:cubicBezTo>
                <a:cubicBezTo>
                  <a:pt x="10775" y="8540"/>
                  <a:pt x="11108" y="7973"/>
                  <a:pt x="11508" y="7372"/>
                </a:cubicBezTo>
                <a:cubicBezTo>
                  <a:pt x="11643" y="7170"/>
                  <a:pt x="11491" y="6999"/>
                  <a:pt x="11307" y="6999"/>
                </a:cubicBezTo>
                <a:cubicBezTo>
                  <a:pt x="11216" y="6999"/>
                  <a:pt x="11118" y="7040"/>
                  <a:pt x="11041" y="7139"/>
                </a:cubicBezTo>
                <a:cubicBezTo>
                  <a:pt x="10641" y="7739"/>
                  <a:pt x="10207" y="8406"/>
                  <a:pt x="9941" y="9073"/>
                </a:cubicBezTo>
                <a:cubicBezTo>
                  <a:pt x="9340" y="8907"/>
                  <a:pt x="8806" y="8740"/>
                  <a:pt x="8306" y="8673"/>
                </a:cubicBezTo>
                <a:cubicBezTo>
                  <a:pt x="8011" y="8622"/>
                  <a:pt x="7720" y="8595"/>
                  <a:pt x="7431" y="8595"/>
                </a:cubicBezTo>
                <a:cubicBezTo>
                  <a:pt x="6969" y="8595"/>
                  <a:pt x="6510" y="8663"/>
                  <a:pt x="6038" y="8806"/>
                </a:cubicBezTo>
                <a:cubicBezTo>
                  <a:pt x="5671" y="8907"/>
                  <a:pt x="5337" y="9073"/>
                  <a:pt x="5037" y="9307"/>
                </a:cubicBezTo>
                <a:cubicBezTo>
                  <a:pt x="4970" y="9140"/>
                  <a:pt x="4870" y="8973"/>
                  <a:pt x="4804" y="8840"/>
                </a:cubicBezTo>
                <a:cubicBezTo>
                  <a:pt x="4837" y="8840"/>
                  <a:pt x="4837" y="8806"/>
                  <a:pt x="4870" y="8806"/>
                </a:cubicBezTo>
                <a:cubicBezTo>
                  <a:pt x="5004" y="8706"/>
                  <a:pt x="5037" y="8540"/>
                  <a:pt x="4970" y="8406"/>
                </a:cubicBezTo>
                <a:cubicBezTo>
                  <a:pt x="4837" y="8173"/>
                  <a:pt x="4770" y="8139"/>
                  <a:pt x="4470" y="8073"/>
                </a:cubicBezTo>
                <a:cubicBezTo>
                  <a:pt x="4337" y="8073"/>
                  <a:pt x="4203" y="8173"/>
                  <a:pt x="4170" y="8306"/>
                </a:cubicBezTo>
                <a:cubicBezTo>
                  <a:pt x="4036" y="8740"/>
                  <a:pt x="4270" y="9240"/>
                  <a:pt x="4503" y="9707"/>
                </a:cubicBezTo>
                <a:cubicBezTo>
                  <a:pt x="4203" y="10041"/>
                  <a:pt x="3970" y="10408"/>
                  <a:pt x="3803" y="10875"/>
                </a:cubicBezTo>
                <a:cubicBezTo>
                  <a:pt x="3735" y="10987"/>
                  <a:pt x="3850" y="11085"/>
                  <a:pt x="3963" y="11085"/>
                </a:cubicBezTo>
                <a:cubicBezTo>
                  <a:pt x="4017" y="11085"/>
                  <a:pt x="4071" y="11062"/>
                  <a:pt x="4103" y="11008"/>
                </a:cubicBezTo>
                <a:cubicBezTo>
                  <a:pt x="4303" y="10641"/>
                  <a:pt x="4503" y="10341"/>
                  <a:pt x="4770" y="10074"/>
                </a:cubicBezTo>
                <a:cubicBezTo>
                  <a:pt x="5004" y="10474"/>
                  <a:pt x="5271" y="10841"/>
                  <a:pt x="5371" y="11141"/>
                </a:cubicBezTo>
                <a:cubicBezTo>
                  <a:pt x="6138" y="12743"/>
                  <a:pt x="6605" y="14410"/>
                  <a:pt x="6972" y="16178"/>
                </a:cubicBezTo>
                <a:lnTo>
                  <a:pt x="6138" y="16178"/>
                </a:lnTo>
                <a:cubicBezTo>
                  <a:pt x="6271" y="15511"/>
                  <a:pt x="6105" y="14911"/>
                  <a:pt x="5537" y="14344"/>
                </a:cubicBezTo>
                <a:cubicBezTo>
                  <a:pt x="4970" y="13710"/>
                  <a:pt x="4003" y="13376"/>
                  <a:pt x="3303" y="12876"/>
                </a:cubicBezTo>
                <a:cubicBezTo>
                  <a:pt x="2369" y="12209"/>
                  <a:pt x="1768" y="11342"/>
                  <a:pt x="1334" y="10308"/>
                </a:cubicBezTo>
                <a:cubicBezTo>
                  <a:pt x="467" y="8139"/>
                  <a:pt x="801" y="5671"/>
                  <a:pt x="2002" y="3703"/>
                </a:cubicBezTo>
                <a:cubicBezTo>
                  <a:pt x="3345" y="1493"/>
                  <a:pt x="5731" y="807"/>
                  <a:pt x="8155" y="807"/>
                </a:cubicBezTo>
                <a:close/>
                <a:moveTo>
                  <a:pt x="10174" y="16312"/>
                </a:moveTo>
                <a:cubicBezTo>
                  <a:pt x="10174" y="16345"/>
                  <a:pt x="10207" y="16379"/>
                  <a:pt x="10207" y="16445"/>
                </a:cubicBezTo>
                <a:cubicBezTo>
                  <a:pt x="10641" y="16912"/>
                  <a:pt x="10441" y="17212"/>
                  <a:pt x="10007" y="17446"/>
                </a:cubicBezTo>
                <a:cubicBezTo>
                  <a:pt x="9941" y="17446"/>
                  <a:pt x="9807" y="17479"/>
                  <a:pt x="9774" y="17513"/>
                </a:cubicBezTo>
                <a:cubicBezTo>
                  <a:pt x="9107" y="17780"/>
                  <a:pt x="8139" y="17813"/>
                  <a:pt x="7939" y="17813"/>
                </a:cubicBezTo>
                <a:cubicBezTo>
                  <a:pt x="7717" y="17813"/>
                  <a:pt x="7465" y="17828"/>
                  <a:pt x="7223" y="17828"/>
                </a:cubicBezTo>
                <a:cubicBezTo>
                  <a:pt x="7102" y="17828"/>
                  <a:pt x="6983" y="17824"/>
                  <a:pt x="6872" y="17813"/>
                </a:cubicBezTo>
                <a:cubicBezTo>
                  <a:pt x="6338" y="17713"/>
                  <a:pt x="5271" y="16912"/>
                  <a:pt x="5804" y="16479"/>
                </a:cubicBezTo>
                <a:lnTo>
                  <a:pt x="5804" y="16479"/>
                </a:lnTo>
                <a:cubicBezTo>
                  <a:pt x="5827" y="16490"/>
                  <a:pt x="5856" y="16497"/>
                  <a:pt x="5890" y="16497"/>
                </a:cubicBezTo>
                <a:cubicBezTo>
                  <a:pt x="5956" y="16497"/>
                  <a:pt x="6038" y="16468"/>
                  <a:pt x="6105" y="16379"/>
                </a:cubicBezTo>
                <a:cubicBezTo>
                  <a:pt x="6678" y="16479"/>
                  <a:pt x="7258" y="16524"/>
                  <a:pt x="7842" y="16524"/>
                </a:cubicBezTo>
                <a:cubicBezTo>
                  <a:pt x="8615" y="16524"/>
                  <a:pt x="9395" y="16445"/>
                  <a:pt x="10174" y="16312"/>
                </a:cubicBezTo>
                <a:close/>
                <a:moveTo>
                  <a:pt x="9874" y="18013"/>
                </a:moveTo>
                <a:lnTo>
                  <a:pt x="9874" y="18013"/>
                </a:lnTo>
                <a:cubicBezTo>
                  <a:pt x="10308" y="19014"/>
                  <a:pt x="9173" y="19814"/>
                  <a:pt x="8273" y="19814"/>
                </a:cubicBezTo>
                <a:cubicBezTo>
                  <a:pt x="7806" y="19814"/>
                  <a:pt x="7339" y="19714"/>
                  <a:pt x="6872" y="19547"/>
                </a:cubicBezTo>
                <a:cubicBezTo>
                  <a:pt x="6638" y="19481"/>
                  <a:pt x="6438" y="19381"/>
                  <a:pt x="6205" y="19281"/>
                </a:cubicBezTo>
                <a:cubicBezTo>
                  <a:pt x="5604" y="18847"/>
                  <a:pt x="5537" y="18447"/>
                  <a:pt x="6038" y="18046"/>
                </a:cubicBezTo>
                <a:lnTo>
                  <a:pt x="6038" y="18046"/>
                </a:lnTo>
                <a:cubicBezTo>
                  <a:pt x="6338" y="18180"/>
                  <a:pt x="6672" y="18280"/>
                  <a:pt x="6972" y="18313"/>
                </a:cubicBezTo>
                <a:cubicBezTo>
                  <a:pt x="7211" y="18333"/>
                  <a:pt x="7492" y="18347"/>
                  <a:pt x="7791" y="18347"/>
                </a:cubicBezTo>
                <a:cubicBezTo>
                  <a:pt x="8492" y="18347"/>
                  <a:pt x="9289" y="18270"/>
                  <a:pt x="9874" y="18013"/>
                </a:cubicBezTo>
                <a:close/>
                <a:moveTo>
                  <a:pt x="8440" y="0"/>
                </a:moveTo>
                <a:cubicBezTo>
                  <a:pt x="4370" y="0"/>
                  <a:pt x="1201" y="1868"/>
                  <a:pt x="334" y="6038"/>
                </a:cubicBezTo>
                <a:cubicBezTo>
                  <a:pt x="0" y="7739"/>
                  <a:pt x="167" y="9540"/>
                  <a:pt x="1001" y="11075"/>
                </a:cubicBezTo>
                <a:cubicBezTo>
                  <a:pt x="1368" y="11809"/>
                  <a:pt x="1868" y="12476"/>
                  <a:pt x="2469" y="12976"/>
                </a:cubicBezTo>
                <a:cubicBezTo>
                  <a:pt x="3436" y="13843"/>
                  <a:pt x="6004" y="14544"/>
                  <a:pt x="5671" y="16245"/>
                </a:cubicBezTo>
                <a:cubicBezTo>
                  <a:pt x="5371" y="16479"/>
                  <a:pt x="5204" y="16846"/>
                  <a:pt x="5304" y="17246"/>
                </a:cubicBezTo>
                <a:cubicBezTo>
                  <a:pt x="5337" y="17546"/>
                  <a:pt x="5471" y="17746"/>
                  <a:pt x="5638" y="17913"/>
                </a:cubicBezTo>
                <a:cubicBezTo>
                  <a:pt x="5337" y="18146"/>
                  <a:pt x="5171" y="18513"/>
                  <a:pt x="5271" y="18914"/>
                </a:cubicBezTo>
                <a:cubicBezTo>
                  <a:pt x="5471" y="19848"/>
                  <a:pt x="6672" y="20148"/>
                  <a:pt x="7439" y="20248"/>
                </a:cubicBezTo>
                <a:cubicBezTo>
                  <a:pt x="7694" y="20294"/>
                  <a:pt x="7958" y="20325"/>
                  <a:pt x="8220" y="20325"/>
                </a:cubicBezTo>
                <a:cubicBezTo>
                  <a:pt x="8710" y="20325"/>
                  <a:pt x="9194" y="20219"/>
                  <a:pt x="9607" y="19914"/>
                </a:cubicBezTo>
                <a:lnTo>
                  <a:pt x="9607" y="19914"/>
                </a:lnTo>
                <a:cubicBezTo>
                  <a:pt x="9198" y="20884"/>
                  <a:pt x="8390" y="21338"/>
                  <a:pt x="7592" y="21338"/>
                </a:cubicBezTo>
                <a:cubicBezTo>
                  <a:pt x="6633" y="21338"/>
                  <a:pt x="5689" y="20682"/>
                  <a:pt x="5471" y="19481"/>
                </a:cubicBezTo>
                <a:cubicBezTo>
                  <a:pt x="5455" y="19418"/>
                  <a:pt x="5395" y="19385"/>
                  <a:pt x="5335" y="19385"/>
                </a:cubicBezTo>
                <a:cubicBezTo>
                  <a:pt x="5269" y="19385"/>
                  <a:pt x="5204" y="19426"/>
                  <a:pt x="5204" y="19514"/>
                </a:cubicBezTo>
                <a:cubicBezTo>
                  <a:pt x="5294" y="20981"/>
                  <a:pt x="6456" y="21759"/>
                  <a:pt x="7628" y="21759"/>
                </a:cubicBezTo>
                <a:cubicBezTo>
                  <a:pt x="8614" y="21759"/>
                  <a:pt x="9608" y="21207"/>
                  <a:pt x="9974" y="20048"/>
                </a:cubicBezTo>
                <a:cubicBezTo>
                  <a:pt x="10007" y="19881"/>
                  <a:pt x="9874" y="19814"/>
                  <a:pt x="9774" y="19814"/>
                </a:cubicBezTo>
                <a:cubicBezTo>
                  <a:pt x="9807" y="19748"/>
                  <a:pt x="9874" y="19714"/>
                  <a:pt x="9941" y="19648"/>
                </a:cubicBezTo>
                <a:cubicBezTo>
                  <a:pt x="10341" y="19147"/>
                  <a:pt x="10508" y="18513"/>
                  <a:pt x="10274" y="17913"/>
                </a:cubicBezTo>
                <a:cubicBezTo>
                  <a:pt x="10841" y="17513"/>
                  <a:pt x="11008" y="16812"/>
                  <a:pt x="10541" y="16245"/>
                </a:cubicBezTo>
                <a:cubicBezTo>
                  <a:pt x="10708" y="16178"/>
                  <a:pt x="10808" y="15978"/>
                  <a:pt x="10674" y="15811"/>
                </a:cubicBezTo>
                <a:cubicBezTo>
                  <a:pt x="9941" y="14344"/>
                  <a:pt x="14511" y="11475"/>
                  <a:pt x="15344" y="10308"/>
                </a:cubicBezTo>
                <a:cubicBezTo>
                  <a:pt x="16345" y="8840"/>
                  <a:pt x="16879" y="7305"/>
                  <a:pt x="16612" y="5671"/>
                </a:cubicBezTo>
                <a:cubicBezTo>
                  <a:pt x="15978" y="1801"/>
                  <a:pt x="11975" y="0"/>
                  <a:pt x="8440" y="0"/>
                </a:cubicBezTo>
                <a:close/>
              </a:path>
            </a:pathLst>
          </a:custGeom>
          <a:solidFill>
            <a:srgbClr val="1D1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1"/>
        </a:solidFill>
        <a:effectLst/>
      </p:bgPr>
    </p:bg>
    <p:spTree>
      <p:nvGrpSpPr>
        <p:cNvPr id="1" name="Shape 463"/>
        <p:cNvGrpSpPr/>
        <p:nvPr/>
      </p:nvGrpSpPr>
      <p:grpSpPr>
        <a:xfrm>
          <a:off x="0" y="0"/>
          <a:ext cx="0" cy="0"/>
          <a:chOff x="0" y="0"/>
          <a:chExt cx="0" cy="0"/>
        </a:xfrm>
      </p:grpSpPr>
      <p:sp>
        <p:nvSpPr>
          <p:cNvPr id="464" name="Google Shape;464;p34"/>
          <p:cNvSpPr txBox="1">
            <a:spLocks noGrp="1"/>
          </p:cNvSpPr>
          <p:nvPr>
            <p:ph type="body" idx="1"/>
          </p:nvPr>
        </p:nvSpPr>
        <p:spPr>
          <a:xfrm>
            <a:off x="2078825" y="3802375"/>
            <a:ext cx="5229300" cy="669300"/>
          </a:xfrm>
          <a:prstGeom prst="rect">
            <a:avLst/>
          </a:prstGeom>
        </p:spPr>
        <p:txBody>
          <a:bodyPr spcFirstLastPara="1" wrap="square" lIns="91425" tIns="91425" rIns="91425" bIns="91425" anchor="t" anchorCtr="0">
            <a:noAutofit/>
          </a:bodyPr>
          <a:lstStyle>
            <a:lvl1pPr marL="457200" lvl="0" indent="-304800" algn="ctr" rtl="0">
              <a:lnSpc>
                <a:spcPct val="100000"/>
              </a:lnSpc>
              <a:spcBef>
                <a:spcPts val="0"/>
              </a:spcBef>
              <a:spcAft>
                <a:spcPts val="0"/>
              </a:spcAft>
              <a:buSzPts val="1200"/>
              <a:buChar char="●"/>
              <a:defRPr sz="1400">
                <a:latin typeface="Barlow"/>
                <a:ea typeface="Barlow"/>
                <a:cs typeface="Barlow"/>
                <a:sym typeface="Barlow"/>
              </a:defRPr>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pPr lvl="0"/>
            <a:r>
              <a:rPr lang="en-US" smtClean="0"/>
              <a:t>Click to edit Master text styles</a:t>
            </a:r>
          </a:p>
        </p:txBody>
      </p:sp>
      <p:sp>
        <p:nvSpPr>
          <p:cNvPr id="465" name="Google Shape;465;p34"/>
          <p:cNvSpPr txBox="1">
            <a:spLocks noGrp="1"/>
          </p:cNvSpPr>
          <p:nvPr>
            <p:ph type="title"/>
          </p:nvPr>
        </p:nvSpPr>
        <p:spPr>
          <a:xfrm>
            <a:off x="1974300" y="6069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
        <p:nvSpPr>
          <p:cNvPr id="466" name="Google Shape;466;p34"/>
          <p:cNvSpPr/>
          <p:nvPr/>
        </p:nvSpPr>
        <p:spPr>
          <a:xfrm rot="-1992394">
            <a:off x="7124590" y="615776"/>
            <a:ext cx="1848048" cy="386252"/>
          </a:xfrm>
          <a:custGeom>
            <a:avLst/>
            <a:gdLst/>
            <a:ahLst/>
            <a:cxnLst/>
            <a:rect l="l" t="t" r="r" b="b"/>
            <a:pathLst>
              <a:path w="72552" h="15165" extrusionOk="0">
                <a:moveTo>
                  <a:pt x="5871" y="4222"/>
                </a:moveTo>
                <a:cubicBezTo>
                  <a:pt x="5938" y="4356"/>
                  <a:pt x="6004" y="4456"/>
                  <a:pt x="6038" y="4556"/>
                </a:cubicBezTo>
                <a:lnTo>
                  <a:pt x="5904" y="4556"/>
                </a:lnTo>
                <a:cubicBezTo>
                  <a:pt x="5904" y="4456"/>
                  <a:pt x="5838" y="4356"/>
                  <a:pt x="5704" y="4322"/>
                </a:cubicBezTo>
                <a:lnTo>
                  <a:pt x="5671" y="4322"/>
                </a:lnTo>
                <a:cubicBezTo>
                  <a:pt x="5704" y="4289"/>
                  <a:pt x="5804" y="4222"/>
                  <a:pt x="5871" y="4222"/>
                </a:cubicBezTo>
                <a:close/>
                <a:moveTo>
                  <a:pt x="1435" y="6324"/>
                </a:moveTo>
                <a:cubicBezTo>
                  <a:pt x="1468" y="6324"/>
                  <a:pt x="1468" y="6357"/>
                  <a:pt x="1501" y="6357"/>
                </a:cubicBezTo>
                <a:cubicBezTo>
                  <a:pt x="1568" y="6357"/>
                  <a:pt x="1635" y="6390"/>
                  <a:pt x="1701" y="6390"/>
                </a:cubicBezTo>
                <a:cubicBezTo>
                  <a:pt x="1768" y="6491"/>
                  <a:pt x="1801" y="6557"/>
                  <a:pt x="1902" y="6624"/>
                </a:cubicBezTo>
                <a:cubicBezTo>
                  <a:pt x="2002" y="6624"/>
                  <a:pt x="2068" y="6657"/>
                  <a:pt x="2168" y="6657"/>
                </a:cubicBezTo>
                <a:cubicBezTo>
                  <a:pt x="2268" y="6791"/>
                  <a:pt x="2335" y="6891"/>
                  <a:pt x="2469" y="6991"/>
                </a:cubicBezTo>
                <a:cubicBezTo>
                  <a:pt x="2102" y="6791"/>
                  <a:pt x="1668" y="6624"/>
                  <a:pt x="1268" y="6390"/>
                </a:cubicBezTo>
                <a:cubicBezTo>
                  <a:pt x="1301" y="6357"/>
                  <a:pt x="1368" y="6357"/>
                  <a:pt x="1435" y="6324"/>
                </a:cubicBezTo>
                <a:close/>
                <a:moveTo>
                  <a:pt x="7539" y="5156"/>
                </a:moveTo>
                <a:cubicBezTo>
                  <a:pt x="8039" y="5823"/>
                  <a:pt x="8106" y="6691"/>
                  <a:pt x="7706" y="7458"/>
                </a:cubicBezTo>
                <a:cubicBezTo>
                  <a:pt x="7939" y="6824"/>
                  <a:pt x="7872" y="6057"/>
                  <a:pt x="7506" y="5490"/>
                </a:cubicBezTo>
                <a:cubicBezTo>
                  <a:pt x="7506" y="5356"/>
                  <a:pt x="7539" y="5290"/>
                  <a:pt x="7539" y="5156"/>
                </a:cubicBezTo>
                <a:close/>
                <a:moveTo>
                  <a:pt x="5304" y="7858"/>
                </a:moveTo>
                <a:cubicBezTo>
                  <a:pt x="5337" y="7892"/>
                  <a:pt x="5371" y="7892"/>
                  <a:pt x="5437" y="7958"/>
                </a:cubicBezTo>
                <a:cubicBezTo>
                  <a:pt x="5471" y="7958"/>
                  <a:pt x="5471" y="7992"/>
                  <a:pt x="5504" y="7992"/>
                </a:cubicBezTo>
                <a:cubicBezTo>
                  <a:pt x="5638" y="8125"/>
                  <a:pt x="5804" y="8158"/>
                  <a:pt x="5971" y="8192"/>
                </a:cubicBezTo>
                <a:cubicBezTo>
                  <a:pt x="6138" y="8359"/>
                  <a:pt x="6338" y="8492"/>
                  <a:pt x="6538" y="8525"/>
                </a:cubicBezTo>
                <a:cubicBezTo>
                  <a:pt x="6438" y="8559"/>
                  <a:pt x="6338" y="8659"/>
                  <a:pt x="6271" y="8692"/>
                </a:cubicBezTo>
                <a:cubicBezTo>
                  <a:pt x="6171" y="8659"/>
                  <a:pt x="6138" y="8625"/>
                  <a:pt x="6038" y="8625"/>
                </a:cubicBezTo>
                <a:cubicBezTo>
                  <a:pt x="6099" y="8473"/>
                  <a:pt x="5993" y="8321"/>
                  <a:pt x="5822" y="8321"/>
                </a:cubicBezTo>
                <a:cubicBezTo>
                  <a:pt x="5805" y="8321"/>
                  <a:pt x="5788" y="8322"/>
                  <a:pt x="5771" y="8325"/>
                </a:cubicBezTo>
                <a:cubicBezTo>
                  <a:pt x="5671" y="8325"/>
                  <a:pt x="5638" y="8359"/>
                  <a:pt x="5537" y="8392"/>
                </a:cubicBezTo>
                <a:cubicBezTo>
                  <a:pt x="5304" y="8292"/>
                  <a:pt x="5037" y="8192"/>
                  <a:pt x="4837" y="8058"/>
                </a:cubicBezTo>
                <a:cubicBezTo>
                  <a:pt x="4970" y="8025"/>
                  <a:pt x="5137" y="7958"/>
                  <a:pt x="5304" y="7858"/>
                </a:cubicBezTo>
                <a:close/>
                <a:moveTo>
                  <a:pt x="18947" y="5123"/>
                </a:moveTo>
                <a:cubicBezTo>
                  <a:pt x="28455" y="6408"/>
                  <a:pt x="38082" y="6921"/>
                  <a:pt x="47675" y="6921"/>
                </a:cubicBezTo>
                <a:cubicBezTo>
                  <a:pt x="50534" y="6921"/>
                  <a:pt x="53391" y="6875"/>
                  <a:pt x="56240" y="6791"/>
                </a:cubicBezTo>
                <a:cubicBezTo>
                  <a:pt x="56374" y="6791"/>
                  <a:pt x="56474" y="6724"/>
                  <a:pt x="56507" y="6657"/>
                </a:cubicBezTo>
                <a:cubicBezTo>
                  <a:pt x="56541" y="7158"/>
                  <a:pt x="56574" y="7658"/>
                  <a:pt x="56574" y="8158"/>
                </a:cubicBezTo>
                <a:lnTo>
                  <a:pt x="56574" y="9559"/>
                </a:lnTo>
                <a:cubicBezTo>
                  <a:pt x="56541" y="9526"/>
                  <a:pt x="56507" y="9526"/>
                  <a:pt x="56407" y="9526"/>
                </a:cubicBezTo>
                <a:cubicBezTo>
                  <a:pt x="44573" y="9078"/>
                  <a:pt x="32708" y="8354"/>
                  <a:pt x="20871" y="8354"/>
                </a:cubicBezTo>
                <a:cubicBezTo>
                  <a:pt x="20363" y="8354"/>
                  <a:pt x="19855" y="8356"/>
                  <a:pt x="19347" y="8359"/>
                </a:cubicBezTo>
                <a:cubicBezTo>
                  <a:pt x="19014" y="7658"/>
                  <a:pt x="18380" y="7091"/>
                  <a:pt x="17679" y="6691"/>
                </a:cubicBezTo>
                <a:cubicBezTo>
                  <a:pt x="18513" y="6457"/>
                  <a:pt x="18847" y="5823"/>
                  <a:pt x="18947" y="5123"/>
                </a:cubicBezTo>
                <a:close/>
                <a:moveTo>
                  <a:pt x="16379" y="1087"/>
                </a:moveTo>
                <a:cubicBezTo>
                  <a:pt x="26812" y="1604"/>
                  <a:pt x="37334" y="1899"/>
                  <a:pt x="47817" y="1899"/>
                </a:cubicBezTo>
                <a:cubicBezTo>
                  <a:pt x="50172" y="1899"/>
                  <a:pt x="52524" y="1884"/>
                  <a:pt x="54873" y="1854"/>
                </a:cubicBezTo>
                <a:lnTo>
                  <a:pt x="54873" y="1854"/>
                </a:lnTo>
                <a:cubicBezTo>
                  <a:pt x="54806" y="1921"/>
                  <a:pt x="54739" y="2087"/>
                  <a:pt x="54839" y="2221"/>
                </a:cubicBezTo>
                <a:cubicBezTo>
                  <a:pt x="55707" y="3422"/>
                  <a:pt x="56207" y="4723"/>
                  <a:pt x="56407" y="6090"/>
                </a:cubicBezTo>
                <a:cubicBezTo>
                  <a:pt x="56374" y="6057"/>
                  <a:pt x="56307" y="6057"/>
                  <a:pt x="56240" y="6057"/>
                </a:cubicBezTo>
                <a:cubicBezTo>
                  <a:pt x="53885" y="6126"/>
                  <a:pt x="51535" y="6158"/>
                  <a:pt x="49188" y="6158"/>
                </a:cubicBezTo>
                <a:cubicBezTo>
                  <a:pt x="39070" y="6158"/>
                  <a:pt x="29020" y="5556"/>
                  <a:pt x="18947" y="4689"/>
                </a:cubicBezTo>
                <a:cubicBezTo>
                  <a:pt x="18834" y="3165"/>
                  <a:pt x="17622" y="1401"/>
                  <a:pt x="16524" y="1401"/>
                </a:cubicBezTo>
                <a:cubicBezTo>
                  <a:pt x="16325" y="1401"/>
                  <a:pt x="16129" y="1459"/>
                  <a:pt x="15945" y="1587"/>
                </a:cubicBezTo>
                <a:cubicBezTo>
                  <a:pt x="15778" y="1720"/>
                  <a:pt x="15711" y="1921"/>
                  <a:pt x="15845" y="2087"/>
                </a:cubicBezTo>
                <a:cubicBezTo>
                  <a:pt x="15878" y="2154"/>
                  <a:pt x="15945" y="2154"/>
                  <a:pt x="15945" y="2187"/>
                </a:cubicBezTo>
                <a:cubicBezTo>
                  <a:pt x="15987" y="2244"/>
                  <a:pt x="16041" y="2264"/>
                  <a:pt x="16100" y="2264"/>
                </a:cubicBezTo>
                <a:cubicBezTo>
                  <a:pt x="16180" y="2264"/>
                  <a:pt x="16268" y="2226"/>
                  <a:pt x="16345" y="2187"/>
                </a:cubicBezTo>
                <a:cubicBezTo>
                  <a:pt x="16612" y="2521"/>
                  <a:pt x="16979" y="2721"/>
                  <a:pt x="17479" y="2821"/>
                </a:cubicBezTo>
                <a:cubicBezTo>
                  <a:pt x="18180" y="3388"/>
                  <a:pt x="18347" y="4022"/>
                  <a:pt x="17980" y="4689"/>
                </a:cubicBezTo>
                <a:cubicBezTo>
                  <a:pt x="17713" y="5156"/>
                  <a:pt x="17212" y="5657"/>
                  <a:pt x="16445" y="6157"/>
                </a:cubicBezTo>
                <a:cubicBezTo>
                  <a:pt x="16045" y="6157"/>
                  <a:pt x="16012" y="6691"/>
                  <a:pt x="16345" y="6757"/>
                </a:cubicBezTo>
                <a:cubicBezTo>
                  <a:pt x="17146" y="7024"/>
                  <a:pt x="18013" y="7391"/>
                  <a:pt x="18447" y="8158"/>
                </a:cubicBezTo>
                <a:cubicBezTo>
                  <a:pt x="18480" y="8225"/>
                  <a:pt x="18513" y="8325"/>
                  <a:pt x="18547" y="8425"/>
                </a:cubicBezTo>
                <a:cubicBezTo>
                  <a:pt x="18547" y="8525"/>
                  <a:pt x="18547" y="8592"/>
                  <a:pt x="18647" y="8659"/>
                </a:cubicBezTo>
                <a:cubicBezTo>
                  <a:pt x="19131" y="10014"/>
                  <a:pt x="18585" y="11901"/>
                  <a:pt x="16856" y="11901"/>
                </a:cubicBezTo>
                <a:cubicBezTo>
                  <a:pt x="16799" y="11901"/>
                  <a:pt x="16739" y="11899"/>
                  <a:pt x="16679" y="11894"/>
                </a:cubicBezTo>
                <a:cubicBezTo>
                  <a:pt x="16545" y="11894"/>
                  <a:pt x="16479" y="12061"/>
                  <a:pt x="16545" y="12195"/>
                </a:cubicBezTo>
                <a:cubicBezTo>
                  <a:pt x="15945" y="12128"/>
                  <a:pt x="15344" y="12028"/>
                  <a:pt x="14777" y="11961"/>
                </a:cubicBezTo>
                <a:cubicBezTo>
                  <a:pt x="14777" y="11894"/>
                  <a:pt x="14711" y="11861"/>
                  <a:pt x="14677" y="11861"/>
                </a:cubicBezTo>
                <a:cubicBezTo>
                  <a:pt x="12609" y="10960"/>
                  <a:pt x="10341" y="10360"/>
                  <a:pt x="8206" y="9526"/>
                </a:cubicBezTo>
                <a:cubicBezTo>
                  <a:pt x="7739" y="9359"/>
                  <a:pt x="7339" y="9192"/>
                  <a:pt x="6872" y="8992"/>
                </a:cubicBezTo>
                <a:cubicBezTo>
                  <a:pt x="9173" y="8158"/>
                  <a:pt x="9040" y="4823"/>
                  <a:pt x="6805" y="3855"/>
                </a:cubicBezTo>
                <a:cubicBezTo>
                  <a:pt x="9807" y="2721"/>
                  <a:pt x="12943" y="1887"/>
                  <a:pt x="16145" y="1420"/>
                </a:cubicBezTo>
                <a:cubicBezTo>
                  <a:pt x="16345" y="1387"/>
                  <a:pt x="16379" y="1253"/>
                  <a:pt x="16379" y="1087"/>
                </a:cubicBezTo>
                <a:close/>
                <a:moveTo>
                  <a:pt x="62511" y="1887"/>
                </a:moveTo>
                <a:lnTo>
                  <a:pt x="62511" y="1887"/>
                </a:lnTo>
                <a:cubicBezTo>
                  <a:pt x="65480" y="2454"/>
                  <a:pt x="68816" y="3055"/>
                  <a:pt x="70484" y="5857"/>
                </a:cubicBezTo>
                <a:cubicBezTo>
                  <a:pt x="71685" y="7892"/>
                  <a:pt x="71251" y="10160"/>
                  <a:pt x="69483" y="11694"/>
                </a:cubicBezTo>
                <a:cubicBezTo>
                  <a:pt x="67990" y="12965"/>
                  <a:pt x="66164" y="13298"/>
                  <a:pt x="64293" y="13298"/>
                </a:cubicBezTo>
                <a:cubicBezTo>
                  <a:pt x="64200" y="13298"/>
                  <a:pt x="64106" y="13297"/>
                  <a:pt x="64013" y="13295"/>
                </a:cubicBezTo>
                <a:cubicBezTo>
                  <a:pt x="65013" y="11494"/>
                  <a:pt x="64580" y="8559"/>
                  <a:pt x="64346" y="6724"/>
                </a:cubicBezTo>
                <a:cubicBezTo>
                  <a:pt x="64079" y="5056"/>
                  <a:pt x="63546" y="3288"/>
                  <a:pt x="62511" y="1887"/>
                </a:cubicBezTo>
                <a:close/>
                <a:moveTo>
                  <a:pt x="19514" y="8826"/>
                </a:moveTo>
                <a:cubicBezTo>
                  <a:pt x="31323" y="9726"/>
                  <a:pt x="43198" y="9860"/>
                  <a:pt x="55039" y="10227"/>
                </a:cubicBezTo>
                <a:cubicBezTo>
                  <a:pt x="55073" y="10327"/>
                  <a:pt x="55173" y="10360"/>
                  <a:pt x="55306" y="10360"/>
                </a:cubicBezTo>
                <a:cubicBezTo>
                  <a:pt x="55673" y="10327"/>
                  <a:pt x="56007" y="10327"/>
                  <a:pt x="56374" y="10293"/>
                </a:cubicBezTo>
                <a:cubicBezTo>
                  <a:pt x="56407" y="10293"/>
                  <a:pt x="56474" y="10293"/>
                  <a:pt x="56507" y="10227"/>
                </a:cubicBezTo>
                <a:lnTo>
                  <a:pt x="56507" y="10227"/>
                </a:lnTo>
                <a:cubicBezTo>
                  <a:pt x="56474" y="11561"/>
                  <a:pt x="56207" y="12995"/>
                  <a:pt x="55373" y="13729"/>
                </a:cubicBezTo>
                <a:cubicBezTo>
                  <a:pt x="55340" y="13729"/>
                  <a:pt x="55306" y="13696"/>
                  <a:pt x="55306" y="13696"/>
                </a:cubicBezTo>
                <a:cubicBezTo>
                  <a:pt x="48535" y="13395"/>
                  <a:pt x="41730" y="13162"/>
                  <a:pt x="34892" y="12895"/>
                </a:cubicBezTo>
                <a:lnTo>
                  <a:pt x="24885" y="12528"/>
                </a:lnTo>
                <a:cubicBezTo>
                  <a:pt x="22383" y="12461"/>
                  <a:pt x="19781" y="12495"/>
                  <a:pt x="17279" y="12295"/>
                </a:cubicBezTo>
                <a:cubicBezTo>
                  <a:pt x="18480" y="12195"/>
                  <a:pt x="19481" y="11327"/>
                  <a:pt x="19648" y="10060"/>
                </a:cubicBezTo>
                <a:cubicBezTo>
                  <a:pt x="19714" y="9593"/>
                  <a:pt x="19648" y="9192"/>
                  <a:pt x="19514" y="8826"/>
                </a:cubicBezTo>
                <a:close/>
                <a:moveTo>
                  <a:pt x="59165" y="527"/>
                </a:moveTo>
                <a:cubicBezTo>
                  <a:pt x="60825" y="527"/>
                  <a:pt x="62284" y="2754"/>
                  <a:pt x="62845" y="3989"/>
                </a:cubicBezTo>
                <a:cubicBezTo>
                  <a:pt x="63379" y="5290"/>
                  <a:pt x="63646" y="6657"/>
                  <a:pt x="63746" y="8058"/>
                </a:cubicBezTo>
                <a:cubicBezTo>
                  <a:pt x="63846" y="9059"/>
                  <a:pt x="63879" y="10160"/>
                  <a:pt x="63812" y="11194"/>
                </a:cubicBezTo>
                <a:cubicBezTo>
                  <a:pt x="63601" y="13472"/>
                  <a:pt x="62042" y="14194"/>
                  <a:pt x="60240" y="14194"/>
                </a:cubicBezTo>
                <a:cubicBezTo>
                  <a:pt x="59773" y="14194"/>
                  <a:pt x="59290" y="14145"/>
                  <a:pt x="58809" y="14063"/>
                </a:cubicBezTo>
                <a:cubicBezTo>
                  <a:pt x="58976" y="13963"/>
                  <a:pt x="59076" y="13796"/>
                  <a:pt x="59209" y="13629"/>
                </a:cubicBezTo>
                <a:cubicBezTo>
                  <a:pt x="60643" y="11828"/>
                  <a:pt x="60643" y="9192"/>
                  <a:pt x="60510" y="7024"/>
                </a:cubicBezTo>
                <a:cubicBezTo>
                  <a:pt x="60410" y="5023"/>
                  <a:pt x="60210" y="2454"/>
                  <a:pt x="58575" y="1020"/>
                </a:cubicBezTo>
                <a:lnTo>
                  <a:pt x="58208" y="786"/>
                </a:lnTo>
                <a:cubicBezTo>
                  <a:pt x="58531" y="607"/>
                  <a:pt x="58852" y="527"/>
                  <a:pt x="59165" y="527"/>
                </a:cubicBezTo>
                <a:close/>
                <a:moveTo>
                  <a:pt x="56407" y="748"/>
                </a:moveTo>
                <a:cubicBezTo>
                  <a:pt x="56756" y="748"/>
                  <a:pt x="57093" y="847"/>
                  <a:pt x="57408" y="1020"/>
                </a:cubicBezTo>
                <a:cubicBezTo>
                  <a:pt x="57408" y="1053"/>
                  <a:pt x="57374" y="1053"/>
                  <a:pt x="57374" y="1120"/>
                </a:cubicBezTo>
                <a:cubicBezTo>
                  <a:pt x="57275" y="1244"/>
                  <a:pt x="57398" y="1369"/>
                  <a:pt x="57522" y="1369"/>
                </a:cubicBezTo>
                <a:cubicBezTo>
                  <a:pt x="57565" y="1369"/>
                  <a:pt x="57607" y="1354"/>
                  <a:pt x="57641" y="1320"/>
                </a:cubicBezTo>
                <a:cubicBezTo>
                  <a:pt x="57675" y="1287"/>
                  <a:pt x="57708" y="1287"/>
                  <a:pt x="57708" y="1220"/>
                </a:cubicBezTo>
                <a:cubicBezTo>
                  <a:pt x="58575" y="1821"/>
                  <a:pt x="59242" y="2888"/>
                  <a:pt x="59509" y="3855"/>
                </a:cubicBezTo>
                <a:cubicBezTo>
                  <a:pt x="59876" y="5223"/>
                  <a:pt x="59910" y="6724"/>
                  <a:pt x="59910" y="8125"/>
                </a:cubicBezTo>
                <a:cubicBezTo>
                  <a:pt x="59970" y="10482"/>
                  <a:pt x="59100" y="14535"/>
                  <a:pt x="56309" y="14535"/>
                </a:cubicBezTo>
                <a:cubicBezTo>
                  <a:pt x="56018" y="14535"/>
                  <a:pt x="55707" y="14491"/>
                  <a:pt x="55373" y="14396"/>
                </a:cubicBezTo>
                <a:cubicBezTo>
                  <a:pt x="55540" y="14396"/>
                  <a:pt x="55640" y="14329"/>
                  <a:pt x="55673" y="14196"/>
                </a:cubicBezTo>
                <a:cubicBezTo>
                  <a:pt x="57141" y="13229"/>
                  <a:pt x="57141" y="11060"/>
                  <a:pt x="57208" y="9459"/>
                </a:cubicBezTo>
                <a:cubicBezTo>
                  <a:pt x="57341" y="6791"/>
                  <a:pt x="57174" y="3989"/>
                  <a:pt x="55373" y="1854"/>
                </a:cubicBezTo>
                <a:cubicBezTo>
                  <a:pt x="55807" y="1821"/>
                  <a:pt x="55807" y="1153"/>
                  <a:pt x="55340" y="1153"/>
                </a:cubicBezTo>
                <a:lnTo>
                  <a:pt x="55206" y="1153"/>
                </a:lnTo>
                <a:cubicBezTo>
                  <a:pt x="55611" y="872"/>
                  <a:pt x="56016" y="748"/>
                  <a:pt x="56407" y="748"/>
                </a:cubicBezTo>
                <a:close/>
                <a:moveTo>
                  <a:pt x="59248" y="0"/>
                </a:moveTo>
                <a:cubicBezTo>
                  <a:pt x="58746" y="0"/>
                  <a:pt x="58264" y="148"/>
                  <a:pt x="57841" y="486"/>
                </a:cubicBezTo>
                <a:cubicBezTo>
                  <a:pt x="57415" y="298"/>
                  <a:pt x="56965" y="200"/>
                  <a:pt x="56523" y="200"/>
                </a:cubicBezTo>
                <a:cubicBezTo>
                  <a:pt x="55790" y="200"/>
                  <a:pt x="55080" y="471"/>
                  <a:pt x="54539" y="1053"/>
                </a:cubicBezTo>
                <a:cubicBezTo>
                  <a:pt x="44235" y="756"/>
                  <a:pt x="33888" y="634"/>
                  <a:pt x="23567" y="634"/>
                </a:cubicBezTo>
                <a:cubicBezTo>
                  <a:pt x="21158" y="634"/>
                  <a:pt x="18750" y="640"/>
                  <a:pt x="16345" y="653"/>
                </a:cubicBezTo>
                <a:cubicBezTo>
                  <a:pt x="16278" y="653"/>
                  <a:pt x="16212" y="686"/>
                  <a:pt x="16178" y="786"/>
                </a:cubicBezTo>
                <a:cubicBezTo>
                  <a:pt x="16112" y="720"/>
                  <a:pt x="16045" y="720"/>
                  <a:pt x="15945" y="720"/>
                </a:cubicBezTo>
                <a:cubicBezTo>
                  <a:pt x="10374" y="1520"/>
                  <a:pt x="5137" y="3322"/>
                  <a:pt x="234" y="6057"/>
                </a:cubicBezTo>
                <a:cubicBezTo>
                  <a:pt x="34" y="6190"/>
                  <a:pt x="0" y="6557"/>
                  <a:pt x="234" y="6691"/>
                </a:cubicBezTo>
                <a:cubicBezTo>
                  <a:pt x="1835" y="7491"/>
                  <a:pt x="3469" y="8325"/>
                  <a:pt x="5171" y="9126"/>
                </a:cubicBezTo>
                <a:lnTo>
                  <a:pt x="5171" y="9192"/>
                </a:lnTo>
                <a:cubicBezTo>
                  <a:pt x="5204" y="9259"/>
                  <a:pt x="5304" y="9359"/>
                  <a:pt x="5437" y="9359"/>
                </a:cubicBezTo>
                <a:cubicBezTo>
                  <a:pt x="5504" y="9359"/>
                  <a:pt x="5604" y="9326"/>
                  <a:pt x="5704" y="9326"/>
                </a:cubicBezTo>
                <a:cubicBezTo>
                  <a:pt x="8506" y="10560"/>
                  <a:pt x="11375" y="11594"/>
                  <a:pt x="14210" y="12061"/>
                </a:cubicBezTo>
                <a:cubicBezTo>
                  <a:pt x="14210" y="12161"/>
                  <a:pt x="14277" y="12195"/>
                  <a:pt x="14344" y="12228"/>
                </a:cubicBezTo>
                <a:cubicBezTo>
                  <a:pt x="17313" y="13162"/>
                  <a:pt x="20515" y="13029"/>
                  <a:pt x="23617" y="13162"/>
                </a:cubicBezTo>
                <a:cubicBezTo>
                  <a:pt x="27053" y="13262"/>
                  <a:pt x="30522" y="13429"/>
                  <a:pt x="34024" y="13562"/>
                </a:cubicBezTo>
                <a:cubicBezTo>
                  <a:pt x="40829" y="13829"/>
                  <a:pt x="47634" y="14096"/>
                  <a:pt x="54406" y="14363"/>
                </a:cubicBezTo>
                <a:cubicBezTo>
                  <a:pt x="54339" y="14496"/>
                  <a:pt x="54372" y="14696"/>
                  <a:pt x="54539" y="14763"/>
                </a:cubicBezTo>
                <a:cubicBezTo>
                  <a:pt x="55060" y="15037"/>
                  <a:pt x="55608" y="15165"/>
                  <a:pt x="56150" y="15165"/>
                </a:cubicBezTo>
                <a:cubicBezTo>
                  <a:pt x="56928" y="15165"/>
                  <a:pt x="57693" y="14901"/>
                  <a:pt x="58342" y="14430"/>
                </a:cubicBezTo>
                <a:cubicBezTo>
                  <a:pt x="58342" y="14563"/>
                  <a:pt x="58409" y="14696"/>
                  <a:pt x="58575" y="14696"/>
                </a:cubicBezTo>
                <a:cubicBezTo>
                  <a:pt x="59231" y="14817"/>
                  <a:pt x="59961" y="14926"/>
                  <a:pt x="60681" y="14926"/>
                </a:cubicBezTo>
                <a:cubicBezTo>
                  <a:pt x="61756" y="14926"/>
                  <a:pt x="62806" y="14682"/>
                  <a:pt x="63546" y="13862"/>
                </a:cubicBezTo>
                <a:cubicBezTo>
                  <a:pt x="63579" y="13896"/>
                  <a:pt x="63679" y="13929"/>
                  <a:pt x="63746" y="13929"/>
                </a:cubicBezTo>
                <a:cubicBezTo>
                  <a:pt x="63919" y="13938"/>
                  <a:pt x="64095" y="13943"/>
                  <a:pt x="64272" y="13943"/>
                </a:cubicBezTo>
                <a:cubicBezTo>
                  <a:pt x="67968" y="13943"/>
                  <a:pt x="72552" y="11948"/>
                  <a:pt x="71852" y="7525"/>
                </a:cubicBezTo>
                <a:cubicBezTo>
                  <a:pt x="71084" y="2955"/>
                  <a:pt x="65847" y="1787"/>
                  <a:pt x="62011" y="1354"/>
                </a:cubicBezTo>
                <a:cubicBezTo>
                  <a:pt x="61811" y="1153"/>
                  <a:pt x="61544" y="953"/>
                  <a:pt x="61311" y="720"/>
                </a:cubicBezTo>
                <a:cubicBezTo>
                  <a:pt x="60656" y="277"/>
                  <a:pt x="59934" y="0"/>
                  <a:pt x="5924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4"/>
          <p:cNvSpPr/>
          <p:nvPr/>
        </p:nvSpPr>
        <p:spPr>
          <a:xfrm>
            <a:off x="683275" y="1135513"/>
            <a:ext cx="526820" cy="541630"/>
          </a:xfrm>
          <a:custGeom>
            <a:avLst/>
            <a:gdLst/>
            <a:ahLst/>
            <a:cxnLst/>
            <a:rect l="l" t="t" r="r" b="b"/>
            <a:pathLst>
              <a:path w="4165" h="4282" extrusionOk="0">
                <a:moveTo>
                  <a:pt x="3241" y="294"/>
                </a:moveTo>
                <a:cubicBezTo>
                  <a:pt x="3377" y="430"/>
                  <a:pt x="3543" y="566"/>
                  <a:pt x="3665" y="717"/>
                </a:cubicBezTo>
                <a:cubicBezTo>
                  <a:pt x="3710" y="793"/>
                  <a:pt x="3604" y="884"/>
                  <a:pt x="3528" y="975"/>
                </a:cubicBezTo>
                <a:cubicBezTo>
                  <a:pt x="3226" y="1338"/>
                  <a:pt x="2938" y="1702"/>
                  <a:pt x="2650" y="2050"/>
                </a:cubicBezTo>
                <a:cubicBezTo>
                  <a:pt x="2620" y="2110"/>
                  <a:pt x="2696" y="2231"/>
                  <a:pt x="2771" y="2307"/>
                </a:cubicBezTo>
                <a:cubicBezTo>
                  <a:pt x="3104" y="2610"/>
                  <a:pt x="3453" y="2928"/>
                  <a:pt x="3786" y="3231"/>
                </a:cubicBezTo>
                <a:cubicBezTo>
                  <a:pt x="3892" y="3306"/>
                  <a:pt x="3861" y="3337"/>
                  <a:pt x="3786" y="3397"/>
                </a:cubicBezTo>
                <a:cubicBezTo>
                  <a:pt x="3619" y="3518"/>
                  <a:pt x="3589" y="3791"/>
                  <a:pt x="3316" y="3791"/>
                </a:cubicBezTo>
                <a:cubicBezTo>
                  <a:pt x="3165" y="3745"/>
                  <a:pt x="3029" y="3715"/>
                  <a:pt x="2908" y="3488"/>
                </a:cubicBezTo>
                <a:cubicBezTo>
                  <a:pt x="2756" y="3155"/>
                  <a:pt x="2408" y="2943"/>
                  <a:pt x="2090" y="2731"/>
                </a:cubicBezTo>
                <a:cubicBezTo>
                  <a:pt x="2074" y="2721"/>
                  <a:pt x="2057" y="2717"/>
                  <a:pt x="2041" y="2717"/>
                </a:cubicBezTo>
                <a:cubicBezTo>
                  <a:pt x="1983" y="2717"/>
                  <a:pt x="1929" y="2771"/>
                  <a:pt x="1893" y="2807"/>
                </a:cubicBezTo>
                <a:cubicBezTo>
                  <a:pt x="1621" y="3231"/>
                  <a:pt x="1136" y="3518"/>
                  <a:pt x="939" y="3988"/>
                </a:cubicBezTo>
                <a:cubicBezTo>
                  <a:pt x="911" y="4026"/>
                  <a:pt x="877" y="4058"/>
                  <a:pt x="836" y="4058"/>
                </a:cubicBezTo>
                <a:cubicBezTo>
                  <a:pt x="812" y="4058"/>
                  <a:pt x="786" y="4046"/>
                  <a:pt x="758" y="4018"/>
                </a:cubicBezTo>
                <a:cubicBezTo>
                  <a:pt x="606" y="3897"/>
                  <a:pt x="455" y="3761"/>
                  <a:pt x="334" y="3609"/>
                </a:cubicBezTo>
                <a:cubicBezTo>
                  <a:pt x="213" y="3473"/>
                  <a:pt x="364" y="3321"/>
                  <a:pt x="425" y="3291"/>
                </a:cubicBezTo>
                <a:cubicBezTo>
                  <a:pt x="652" y="3140"/>
                  <a:pt x="652" y="2837"/>
                  <a:pt x="879" y="2701"/>
                </a:cubicBezTo>
                <a:cubicBezTo>
                  <a:pt x="1030" y="2610"/>
                  <a:pt x="1045" y="2413"/>
                  <a:pt x="1197" y="2322"/>
                </a:cubicBezTo>
                <a:cubicBezTo>
                  <a:pt x="1394" y="2201"/>
                  <a:pt x="1333" y="2004"/>
                  <a:pt x="1212" y="1898"/>
                </a:cubicBezTo>
                <a:cubicBezTo>
                  <a:pt x="939" y="1671"/>
                  <a:pt x="803" y="1323"/>
                  <a:pt x="425" y="1202"/>
                </a:cubicBezTo>
                <a:cubicBezTo>
                  <a:pt x="334" y="1187"/>
                  <a:pt x="258" y="960"/>
                  <a:pt x="425" y="839"/>
                </a:cubicBezTo>
                <a:cubicBezTo>
                  <a:pt x="515" y="793"/>
                  <a:pt x="606" y="733"/>
                  <a:pt x="667" y="611"/>
                </a:cubicBezTo>
                <a:cubicBezTo>
                  <a:pt x="710" y="540"/>
                  <a:pt x="739" y="428"/>
                  <a:pt x="818" y="428"/>
                </a:cubicBezTo>
                <a:cubicBezTo>
                  <a:pt x="823" y="428"/>
                  <a:pt x="828" y="429"/>
                  <a:pt x="833" y="430"/>
                </a:cubicBezTo>
                <a:cubicBezTo>
                  <a:pt x="909" y="445"/>
                  <a:pt x="985" y="566"/>
                  <a:pt x="1030" y="657"/>
                </a:cubicBezTo>
                <a:cubicBezTo>
                  <a:pt x="1242" y="1035"/>
                  <a:pt x="1575" y="1293"/>
                  <a:pt x="1878" y="1565"/>
                </a:cubicBezTo>
                <a:cubicBezTo>
                  <a:pt x="1903" y="1585"/>
                  <a:pt x="1928" y="1593"/>
                  <a:pt x="1953" y="1593"/>
                </a:cubicBezTo>
                <a:cubicBezTo>
                  <a:pt x="2061" y="1593"/>
                  <a:pt x="2159" y="1430"/>
                  <a:pt x="2196" y="1368"/>
                </a:cubicBezTo>
                <a:cubicBezTo>
                  <a:pt x="2499" y="990"/>
                  <a:pt x="2862" y="672"/>
                  <a:pt x="3210" y="339"/>
                </a:cubicBezTo>
                <a:lnTo>
                  <a:pt x="3241" y="294"/>
                </a:lnTo>
                <a:close/>
                <a:moveTo>
                  <a:pt x="3312" y="0"/>
                </a:moveTo>
                <a:cubicBezTo>
                  <a:pt x="3240" y="0"/>
                  <a:pt x="3166" y="42"/>
                  <a:pt x="3104" y="97"/>
                </a:cubicBezTo>
                <a:cubicBezTo>
                  <a:pt x="2786" y="400"/>
                  <a:pt x="2469" y="733"/>
                  <a:pt x="2196" y="1096"/>
                </a:cubicBezTo>
                <a:cubicBezTo>
                  <a:pt x="2119" y="1207"/>
                  <a:pt x="2036" y="1258"/>
                  <a:pt x="1954" y="1258"/>
                </a:cubicBezTo>
                <a:cubicBezTo>
                  <a:pt x="1858" y="1258"/>
                  <a:pt x="1763" y="1188"/>
                  <a:pt x="1681" y="1066"/>
                </a:cubicBezTo>
                <a:cubicBezTo>
                  <a:pt x="1560" y="854"/>
                  <a:pt x="1424" y="672"/>
                  <a:pt x="1288" y="475"/>
                </a:cubicBezTo>
                <a:cubicBezTo>
                  <a:pt x="1178" y="311"/>
                  <a:pt x="1041" y="223"/>
                  <a:pt x="909" y="223"/>
                </a:cubicBezTo>
                <a:cubicBezTo>
                  <a:pt x="823" y="223"/>
                  <a:pt x="739" y="261"/>
                  <a:pt x="667" y="339"/>
                </a:cubicBezTo>
                <a:cubicBezTo>
                  <a:pt x="531" y="460"/>
                  <a:pt x="425" y="581"/>
                  <a:pt x="334" y="733"/>
                </a:cubicBezTo>
                <a:cubicBezTo>
                  <a:pt x="198" y="945"/>
                  <a:pt x="1" y="1141"/>
                  <a:pt x="349" y="1399"/>
                </a:cubicBezTo>
                <a:cubicBezTo>
                  <a:pt x="606" y="1580"/>
                  <a:pt x="803" y="1868"/>
                  <a:pt x="1045" y="2095"/>
                </a:cubicBezTo>
                <a:cubicBezTo>
                  <a:pt x="1136" y="2171"/>
                  <a:pt x="1136" y="2156"/>
                  <a:pt x="1061" y="2247"/>
                </a:cubicBezTo>
                <a:cubicBezTo>
                  <a:pt x="803" y="2565"/>
                  <a:pt x="531" y="2867"/>
                  <a:pt x="304" y="3216"/>
                </a:cubicBezTo>
                <a:cubicBezTo>
                  <a:pt x="228" y="3321"/>
                  <a:pt x="61" y="3443"/>
                  <a:pt x="76" y="3624"/>
                </a:cubicBezTo>
                <a:cubicBezTo>
                  <a:pt x="31" y="3791"/>
                  <a:pt x="152" y="3851"/>
                  <a:pt x="213" y="3942"/>
                </a:cubicBezTo>
                <a:cubicBezTo>
                  <a:pt x="472" y="4164"/>
                  <a:pt x="608" y="4281"/>
                  <a:pt x="730" y="4281"/>
                </a:cubicBezTo>
                <a:cubicBezTo>
                  <a:pt x="859" y="4281"/>
                  <a:pt x="972" y="4153"/>
                  <a:pt x="1197" y="3882"/>
                </a:cubicBezTo>
                <a:cubicBezTo>
                  <a:pt x="1439" y="3579"/>
                  <a:pt x="1833" y="3427"/>
                  <a:pt x="1984" y="3034"/>
                </a:cubicBezTo>
                <a:cubicBezTo>
                  <a:pt x="2009" y="3008"/>
                  <a:pt x="2030" y="2988"/>
                  <a:pt x="2054" y="2988"/>
                </a:cubicBezTo>
                <a:cubicBezTo>
                  <a:pt x="2073" y="2988"/>
                  <a:pt x="2094" y="3001"/>
                  <a:pt x="2120" y="3034"/>
                </a:cubicBezTo>
                <a:cubicBezTo>
                  <a:pt x="2423" y="3458"/>
                  <a:pt x="2817" y="3761"/>
                  <a:pt x="3195" y="4094"/>
                </a:cubicBezTo>
                <a:cubicBezTo>
                  <a:pt x="3236" y="4134"/>
                  <a:pt x="3310" y="4188"/>
                  <a:pt x="3363" y="4188"/>
                </a:cubicBezTo>
                <a:cubicBezTo>
                  <a:pt x="3390" y="4188"/>
                  <a:pt x="3412" y="4174"/>
                  <a:pt x="3422" y="4139"/>
                </a:cubicBezTo>
                <a:cubicBezTo>
                  <a:pt x="3498" y="3988"/>
                  <a:pt x="3634" y="3927"/>
                  <a:pt x="3755" y="3851"/>
                </a:cubicBezTo>
                <a:cubicBezTo>
                  <a:pt x="4134" y="3564"/>
                  <a:pt x="4164" y="3306"/>
                  <a:pt x="3831" y="2988"/>
                </a:cubicBezTo>
                <a:cubicBezTo>
                  <a:pt x="3543" y="2731"/>
                  <a:pt x="3256" y="2504"/>
                  <a:pt x="2968" y="2262"/>
                </a:cubicBezTo>
                <a:cubicBezTo>
                  <a:pt x="2817" y="2125"/>
                  <a:pt x="2847" y="1944"/>
                  <a:pt x="2998" y="1898"/>
                </a:cubicBezTo>
                <a:cubicBezTo>
                  <a:pt x="3150" y="1868"/>
                  <a:pt x="3180" y="1777"/>
                  <a:pt x="3195" y="1671"/>
                </a:cubicBezTo>
                <a:cubicBezTo>
                  <a:pt x="3241" y="1535"/>
                  <a:pt x="3362" y="1414"/>
                  <a:pt x="3407" y="1399"/>
                </a:cubicBezTo>
                <a:cubicBezTo>
                  <a:pt x="3649" y="1293"/>
                  <a:pt x="3710" y="1035"/>
                  <a:pt x="3861" y="884"/>
                </a:cubicBezTo>
                <a:cubicBezTo>
                  <a:pt x="4058" y="717"/>
                  <a:pt x="3922" y="505"/>
                  <a:pt x="3771" y="400"/>
                </a:cubicBezTo>
                <a:cubicBezTo>
                  <a:pt x="3649" y="339"/>
                  <a:pt x="3559" y="233"/>
                  <a:pt x="3498" y="142"/>
                </a:cubicBezTo>
                <a:cubicBezTo>
                  <a:pt x="3446" y="39"/>
                  <a:pt x="3380" y="0"/>
                  <a:pt x="3312"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8" name="Google Shape;468;p34"/>
          <p:cNvGrpSpPr/>
          <p:nvPr/>
        </p:nvGrpSpPr>
        <p:grpSpPr>
          <a:xfrm>
            <a:off x="515296" y="4227828"/>
            <a:ext cx="1059557" cy="690926"/>
            <a:chOff x="-306504" y="4276178"/>
            <a:chExt cx="1059557" cy="690926"/>
          </a:xfrm>
        </p:grpSpPr>
        <p:sp>
          <p:nvSpPr>
            <p:cNvPr id="469" name="Google Shape;469;p34"/>
            <p:cNvSpPr/>
            <p:nvPr/>
          </p:nvSpPr>
          <p:spPr>
            <a:xfrm>
              <a:off x="-140162" y="4531505"/>
              <a:ext cx="713657" cy="351893"/>
            </a:xfrm>
            <a:custGeom>
              <a:avLst/>
              <a:gdLst/>
              <a:ahLst/>
              <a:cxnLst/>
              <a:rect l="l" t="t" r="r" b="b"/>
              <a:pathLst>
                <a:path w="35523" h="17518" extrusionOk="0">
                  <a:moveTo>
                    <a:pt x="3774" y="10775"/>
                  </a:moveTo>
                  <a:cubicBezTo>
                    <a:pt x="2619" y="10198"/>
                    <a:pt x="353" y="8285"/>
                    <a:pt x="100" y="9551"/>
                  </a:cubicBezTo>
                  <a:cubicBezTo>
                    <a:pt x="-700" y="13554"/>
                    <a:pt x="6631" y="19346"/>
                    <a:pt x="9897" y="16898"/>
                  </a:cubicBezTo>
                  <a:cubicBezTo>
                    <a:pt x="14519" y="13434"/>
                    <a:pt x="9580" y="3364"/>
                    <a:pt x="14387" y="162"/>
                  </a:cubicBezTo>
                  <a:cubicBezTo>
                    <a:pt x="15361" y="-487"/>
                    <a:pt x="16028" y="1919"/>
                    <a:pt x="16428" y="3019"/>
                  </a:cubicBezTo>
                  <a:cubicBezTo>
                    <a:pt x="17676" y="6450"/>
                    <a:pt x="17937" y="11459"/>
                    <a:pt x="21327" y="12816"/>
                  </a:cubicBezTo>
                  <a:cubicBezTo>
                    <a:pt x="23352" y="13627"/>
                    <a:pt x="26043" y="14435"/>
                    <a:pt x="27858" y="13225"/>
                  </a:cubicBezTo>
                  <a:cubicBezTo>
                    <a:pt x="30136" y="11706"/>
                    <a:pt x="34340" y="6953"/>
                    <a:pt x="35206" y="9551"/>
                  </a:cubicBezTo>
                  <a:cubicBezTo>
                    <a:pt x="37745" y="17172"/>
                    <a:pt x="18742" y="7827"/>
                    <a:pt x="11122" y="10367"/>
                  </a:cubicBezTo>
                </a:path>
              </a:pathLst>
            </a:custGeom>
            <a:noFill/>
            <a:ln w="228600" cap="flat" cmpd="sng">
              <a:solidFill>
                <a:srgbClr val="88F175"/>
              </a:solidFill>
              <a:prstDash val="solid"/>
              <a:round/>
              <a:headEnd type="none" w="med" len="med"/>
              <a:tailEnd type="none" w="med" len="med"/>
            </a:ln>
          </p:spPr>
        </p:sp>
        <p:sp>
          <p:nvSpPr>
            <p:cNvPr id="470" name="Google Shape;470;p34"/>
            <p:cNvSpPr/>
            <p:nvPr/>
          </p:nvSpPr>
          <p:spPr>
            <a:xfrm>
              <a:off x="-306504" y="4276178"/>
              <a:ext cx="1059557" cy="690926"/>
            </a:xfrm>
            <a:custGeom>
              <a:avLst/>
              <a:gdLst/>
              <a:ahLst/>
              <a:cxnLst/>
              <a:rect l="l" t="t" r="r" b="b"/>
              <a:pathLst>
                <a:path w="10141" h="6613" extrusionOk="0">
                  <a:moveTo>
                    <a:pt x="4689" y="581"/>
                  </a:moveTo>
                  <a:cubicBezTo>
                    <a:pt x="5301" y="581"/>
                    <a:pt x="5834" y="1062"/>
                    <a:pt x="6038" y="1698"/>
                  </a:cubicBezTo>
                  <a:cubicBezTo>
                    <a:pt x="6305" y="2398"/>
                    <a:pt x="6171" y="3199"/>
                    <a:pt x="6104" y="3933"/>
                  </a:cubicBezTo>
                  <a:cubicBezTo>
                    <a:pt x="6071" y="4116"/>
                    <a:pt x="6205" y="4208"/>
                    <a:pt x="6350" y="4208"/>
                  </a:cubicBezTo>
                  <a:cubicBezTo>
                    <a:pt x="6496" y="4208"/>
                    <a:pt x="6655" y="4116"/>
                    <a:pt x="6672" y="3933"/>
                  </a:cubicBezTo>
                  <a:lnTo>
                    <a:pt x="6672" y="3899"/>
                  </a:lnTo>
                  <a:cubicBezTo>
                    <a:pt x="7039" y="3614"/>
                    <a:pt x="7493" y="3440"/>
                    <a:pt x="7944" y="3440"/>
                  </a:cubicBezTo>
                  <a:cubicBezTo>
                    <a:pt x="8230" y="3440"/>
                    <a:pt x="8514" y="3510"/>
                    <a:pt x="8773" y="3666"/>
                  </a:cubicBezTo>
                  <a:cubicBezTo>
                    <a:pt x="9407" y="4133"/>
                    <a:pt x="9474" y="5100"/>
                    <a:pt x="9107" y="5801"/>
                  </a:cubicBezTo>
                  <a:cubicBezTo>
                    <a:pt x="9073" y="5867"/>
                    <a:pt x="9073" y="5934"/>
                    <a:pt x="9073" y="5967"/>
                  </a:cubicBezTo>
                  <a:cubicBezTo>
                    <a:pt x="9007" y="5934"/>
                    <a:pt x="8940" y="5901"/>
                    <a:pt x="8906" y="5901"/>
                  </a:cubicBezTo>
                  <a:cubicBezTo>
                    <a:pt x="7922" y="5838"/>
                    <a:pt x="6928" y="5813"/>
                    <a:pt x="5932" y="5813"/>
                  </a:cubicBezTo>
                  <a:cubicBezTo>
                    <a:pt x="4262" y="5813"/>
                    <a:pt x="2585" y="5884"/>
                    <a:pt x="934" y="5967"/>
                  </a:cubicBezTo>
                  <a:cubicBezTo>
                    <a:pt x="967" y="5934"/>
                    <a:pt x="967" y="5834"/>
                    <a:pt x="934" y="5767"/>
                  </a:cubicBezTo>
                  <a:cubicBezTo>
                    <a:pt x="567" y="5334"/>
                    <a:pt x="567" y="4566"/>
                    <a:pt x="1001" y="4166"/>
                  </a:cubicBezTo>
                  <a:cubicBezTo>
                    <a:pt x="1140" y="4055"/>
                    <a:pt x="1312" y="4006"/>
                    <a:pt x="1489" y="4006"/>
                  </a:cubicBezTo>
                  <a:cubicBezTo>
                    <a:pt x="1952" y="4006"/>
                    <a:pt x="2454" y="4342"/>
                    <a:pt x="2502" y="4800"/>
                  </a:cubicBezTo>
                  <a:cubicBezTo>
                    <a:pt x="2535" y="4983"/>
                    <a:pt x="2694" y="5075"/>
                    <a:pt x="2840" y="5075"/>
                  </a:cubicBezTo>
                  <a:cubicBezTo>
                    <a:pt x="2986" y="5075"/>
                    <a:pt x="3119" y="4983"/>
                    <a:pt x="3102" y="4800"/>
                  </a:cubicBezTo>
                  <a:cubicBezTo>
                    <a:pt x="3102" y="4733"/>
                    <a:pt x="3102" y="4667"/>
                    <a:pt x="3036" y="4633"/>
                  </a:cubicBezTo>
                  <a:lnTo>
                    <a:pt x="3036" y="4566"/>
                  </a:lnTo>
                  <a:cubicBezTo>
                    <a:pt x="3002" y="3232"/>
                    <a:pt x="2669" y="1464"/>
                    <a:pt x="4103" y="730"/>
                  </a:cubicBezTo>
                  <a:cubicBezTo>
                    <a:pt x="4301" y="627"/>
                    <a:pt x="4499" y="581"/>
                    <a:pt x="4689" y="581"/>
                  </a:cubicBezTo>
                  <a:close/>
                  <a:moveTo>
                    <a:pt x="4671" y="1"/>
                  </a:moveTo>
                  <a:cubicBezTo>
                    <a:pt x="4562" y="1"/>
                    <a:pt x="4450" y="10"/>
                    <a:pt x="4337" y="30"/>
                  </a:cubicBezTo>
                  <a:cubicBezTo>
                    <a:pt x="2502" y="363"/>
                    <a:pt x="2268" y="2298"/>
                    <a:pt x="2502" y="3899"/>
                  </a:cubicBezTo>
                  <a:cubicBezTo>
                    <a:pt x="2231" y="3607"/>
                    <a:pt x="1842" y="3433"/>
                    <a:pt x="1442" y="3433"/>
                  </a:cubicBezTo>
                  <a:cubicBezTo>
                    <a:pt x="1202" y="3433"/>
                    <a:pt x="959" y="3495"/>
                    <a:pt x="734" y="3632"/>
                  </a:cubicBezTo>
                  <a:cubicBezTo>
                    <a:pt x="300" y="3899"/>
                    <a:pt x="67" y="4366"/>
                    <a:pt x="67" y="4867"/>
                  </a:cubicBezTo>
                  <a:cubicBezTo>
                    <a:pt x="0" y="5334"/>
                    <a:pt x="234" y="5734"/>
                    <a:pt x="634" y="6034"/>
                  </a:cubicBezTo>
                  <a:cubicBezTo>
                    <a:pt x="434" y="6101"/>
                    <a:pt x="467" y="6401"/>
                    <a:pt x="734" y="6434"/>
                  </a:cubicBezTo>
                  <a:cubicBezTo>
                    <a:pt x="2535" y="6523"/>
                    <a:pt x="4351" y="6612"/>
                    <a:pt x="6172" y="6612"/>
                  </a:cubicBezTo>
                  <a:cubicBezTo>
                    <a:pt x="7083" y="6612"/>
                    <a:pt x="7995" y="6590"/>
                    <a:pt x="8906" y="6535"/>
                  </a:cubicBezTo>
                  <a:cubicBezTo>
                    <a:pt x="9107" y="6535"/>
                    <a:pt x="9173" y="6368"/>
                    <a:pt x="9173" y="6168"/>
                  </a:cubicBezTo>
                  <a:cubicBezTo>
                    <a:pt x="9240" y="6218"/>
                    <a:pt x="9315" y="6251"/>
                    <a:pt x="9390" y="6251"/>
                  </a:cubicBezTo>
                  <a:cubicBezTo>
                    <a:pt x="9465" y="6251"/>
                    <a:pt x="9540" y="6218"/>
                    <a:pt x="9607" y="6134"/>
                  </a:cubicBezTo>
                  <a:cubicBezTo>
                    <a:pt x="10141" y="5134"/>
                    <a:pt x="9907" y="3799"/>
                    <a:pt x="8973" y="3232"/>
                  </a:cubicBezTo>
                  <a:cubicBezTo>
                    <a:pt x="8641" y="3011"/>
                    <a:pt x="8256" y="2902"/>
                    <a:pt x="7873" y="2902"/>
                  </a:cubicBezTo>
                  <a:cubicBezTo>
                    <a:pt x="7447" y="2902"/>
                    <a:pt x="7022" y="3036"/>
                    <a:pt x="6672" y="3299"/>
                  </a:cubicBezTo>
                  <a:cubicBezTo>
                    <a:pt x="6772" y="2432"/>
                    <a:pt x="6738" y="1564"/>
                    <a:pt x="6171" y="797"/>
                  </a:cubicBezTo>
                  <a:cubicBezTo>
                    <a:pt x="5830" y="314"/>
                    <a:pt x="5296" y="1"/>
                    <a:pt x="467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14">
  <p:cSld name="Title only 14">
    <p:spTree>
      <p:nvGrpSpPr>
        <p:cNvPr id="1" name="Shape 471"/>
        <p:cNvGrpSpPr/>
        <p:nvPr/>
      </p:nvGrpSpPr>
      <p:grpSpPr>
        <a:xfrm>
          <a:off x="0" y="0"/>
          <a:ext cx="0" cy="0"/>
          <a:chOff x="0" y="0"/>
          <a:chExt cx="0" cy="0"/>
        </a:xfrm>
      </p:grpSpPr>
      <p:sp>
        <p:nvSpPr>
          <p:cNvPr id="472" name="Google Shape;472;p35"/>
          <p:cNvSpPr txBox="1">
            <a:spLocks noGrp="1"/>
          </p:cNvSpPr>
          <p:nvPr>
            <p:ph type="title"/>
          </p:nvPr>
        </p:nvSpPr>
        <p:spPr>
          <a:xfrm>
            <a:off x="1974300" y="6831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grpSp>
        <p:nvGrpSpPr>
          <p:cNvPr id="473" name="Google Shape;473;p35"/>
          <p:cNvGrpSpPr/>
          <p:nvPr/>
        </p:nvGrpSpPr>
        <p:grpSpPr>
          <a:xfrm>
            <a:off x="426487" y="124475"/>
            <a:ext cx="1051685" cy="885376"/>
            <a:chOff x="284887" y="816125"/>
            <a:chExt cx="1051685" cy="885376"/>
          </a:xfrm>
        </p:grpSpPr>
        <p:sp>
          <p:nvSpPr>
            <p:cNvPr id="474" name="Google Shape;474;p35"/>
            <p:cNvSpPr/>
            <p:nvPr/>
          </p:nvSpPr>
          <p:spPr>
            <a:xfrm>
              <a:off x="575067" y="952593"/>
              <a:ext cx="471302" cy="504335"/>
            </a:xfrm>
            <a:custGeom>
              <a:avLst/>
              <a:gdLst/>
              <a:ahLst/>
              <a:cxnLst/>
              <a:rect l="l" t="t" r="r" b="b"/>
              <a:pathLst>
                <a:path w="3154" h="3375" extrusionOk="0">
                  <a:moveTo>
                    <a:pt x="1700" y="0"/>
                  </a:moveTo>
                  <a:cubicBezTo>
                    <a:pt x="1428" y="0"/>
                    <a:pt x="1165" y="138"/>
                    <a:pt x="1083" y="413"/>
                  </a:cubicBezTo>
                  <a:cubicBezTo>
                    <a:pt x="928" y="521"/>
                    <a:pt x="805" y="675"/>
                    <a:pt x="774" y="923"/>
                  </a:cubicBezTo>
                  <a:cubicBezTo>
                    <a:pt x="774" y="984"/>
                    <a:pt x="758" y="1046"/>
                    <a:pt x="758" y="1108"/>
                  </a:cubicBezTo>
                  <a:cubicBezTo>
                    <a:pt x="372" y="1154"/>
                    <a:pt x="1" y="1464"/>
                    <a:pt x="202" y="1912"/>
                  </a:cubicBezTo>
                  <a:cubicBezTo>
                    <a:pt x="279" y="2113"/>
                    <a:pt x="356" y="2314"/>
                    <a:pt x="341" y="2530"/>
                  </a:cubicBezTo>
                  <a:cubicBezTo>
                    <a:pt x="295" y="2855"/>
                    <a:pt x="387" y="3195"/>
                    <a:pt x="727" y="3318"/>
                  </a:cubicBezTo>
                  <a:cubicBezTo>
                    <a:pt x="811" y="3355"/>
                    <a:pt x="907" y="3374"/>
                    <a:pt x="1005" y="3374"/>
                  </a:cubicBezTo>
                  <a:cubicBezTo>
                    <a:pt x="1233" y="3374"/>
                    <a:pt x="1469" y="3272"/>
                    <a:pt x="1577" y="3056"/>
                  </a:cubicBezTo>
                  <a:cubicBezTo>
                    <a:pt x="1608" y="2978"/>
                    <a:pt x="1655" y="2901"/>
                    <a:pt x="1670" y="2824"/>
                  </a:cubicBezTo>
                  <a:lnTo>
                    <a:pt x="2072" y="2994"/>
                  </a:lnTo>
                  <a:cubicBezTo>
                    <a:pt x="2192" y="3047"/>
                    <a:pt x="2320" y="3077"/>
                    <a:pt x="2445" y="3077"/>
                  </a:cubicBezTo>
                  <a:cubicBezTo>
                    <a:pt x="2610" y="3077"/>
                    <a:pt x="2768" y="3024"/>
                    <a:pt x="2891" y="2901"/>
                  </a:cubicBezTo>
                  <a:cubicBezTo>
                    <a:pt x="3077" y="2731"/>
                    <a:pt x="3154" y="2345"/>
                    <a:pt x="2984" y="2113"/>
                  </a:cubicBezTo>
                  <a:cubicBezTo>
                    <a:pt x="2659" y="1665"/>
                    <a:pt x="2458" y="1201"/>
                    <a:pt x="2427" y="644"/>
                  </a:cubicBezTo>
                  <a:cubicBezTo>
                    <a:pt x="2393" y="215"/>
                    <a:pt x="2039" y="0"/>
                    <a:pt x="1700" y="0"/>
                  </a:cubicBezTo>
                  <a:close/>
                </a:path>
              </a:pathLst>
            </a:custGeom>
            <a:solidFill>
              <a:srgbClr val="88F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5"/>
            <p:cNvSpPr/>
            <p:nvPr/>
          </p:nvSpPr>
          <p:spPr>
            <a:xfrm>
              <a:off x="284887" y="816125"/>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6" name="Google Shape;476;p35"/>
          <p:cNvGrpSpPr/>
          <p:nvPr/>
        </p:nvGrpSpPr>
        <p:grpSpPr>
          <a:xfrm>
            <a:off x="5421375" y="4058437"/>
            <a:ext cx="1051702" cy="1002389"/>
            <a:chOff x="7643700" y="4212512"/>
            <a:chExt cx="1051702" cy="1002389"/>
          </a:xfrm>
        </p:grpSpPr>
        <p:sp>
          <p:nvSpPr>
            <p:cNvPr id="477" name="Google Shape;477;p35"/>
            <p:cNvSpPr/>
            <p:nvPr/>
          </p:nvSpPr>
          <p:spPr>
            <a:xfrm>
              <a:off x="7965275" y="4524183"/>
              <a:ext cx="437508" cy="403159"/>
            </a:xfrm>
            <a:custGeom>
              <a:avLst/>
              <a:gdLst/>
              <a:ahLst/>
              <a:cxnLst/>
              <a:rect l="l" t="t" r="r" b="b"/>
              <a:pathLst>
                <a:path w="3974" h="3662" extrusionOk="0">
                  <a:moveTo>
                    <a:pt x="2010" y="183"/>
                  </a:moveTo>
                  <a:cubicBezTo>
                    <a:pt x="2165" y="183"/>
                    <a:pt x="2319" y="199"/>
                    <a:pt x="2474" y="276"/>
                  </a:cubicBezTo>
                  <a:cubicBezTo>
                    <a:pt x="3077" y="508"/>
                    <a:pt x="3509" y="1111"/>
                    <a:pt x="3587" y="1559"/>
                  </a:cubicBezTo>
                  <a:cubicBezTo>
                    <a:pt x="3710" y="2193"/>
                    <a:pt x="3370" y="2888"/>
                    <a:pt x="2721" y="3244"/>
                  </a:cubicBezTo>
                  <a:cubicBezTo>
                    <a:pt x="2457" y="3376"/>
                    <a:pt x="2169" y="3453"/>
                    <a:pt x="1897" y="3453"/>
                  </a:cubicBezTo>
                  <a:cubicBezTo>
                    <a:pt x="1787" y="3453"/>
                    <a:pt x="1680" y="3440"/>
                    <a:pt x="1577" y="3414"/>
                  </a:cubicBezTo>
                  <a:cubicBezTo>
                    <a:pt x="1222" y="3321"/>
                    <a:pt x="882" y="3043"/>
                    <a:pt x="696" y="2656"/>
                  </a:cubicBezTo>
                  <a:cubicBezTo>
                    <a:pt x="279" y="1822"/>
                    <a:pt x="681" y="740"/>
                    <a:pt x="1547" y="307"/>
                  </a:cubicBezTo>
                  <a:cubicBezTo>
                    <a:pt x="1686" y="230"/>
                    <a:pt x="1856" y="183"/>
                    <a:pt x="2010" y="183"/>
                  </a:cubicBezTo>
                  <a:close/>
                  <a:moveTo>
                    <a:pt x="2042" y="1"/>
                  </a:moveTo>
                  <a:cubicBezTo>
                    <a:pt x="1828" y="1"/>
                    <a:pt x="1624" y="51"/>
                    <a:pt x="1438" y="153"/>
                  </a:cubicBezTo>
                  <a:cubicBezTo>
                    <a:pt x="434" y="632"/>
                    <a:pt x="1" y="1806"/>
                    <a:pt x="465" y="2749"/>
                  </a:cubicBezTo>
                  <a:cubicBezTo>
                    <a:pt x="681" y="3197"/>
                    <a:pt x="1067" y="3506"/>
                    <a:pt x="1516" y="3630"/>
                  </a:cubicBezTo>
                  <a:cubicBezTo>
                    <a:pt x="1624" y="3646"/>
                    <a:pt x="1763" y="3661"/>
                    <a:pt x="1902" y="3661"/>
                  </a:cubicBezTo>
                  <a:cubicBezTo>
                    <a:pt x="2211" y="3661"/>
                    <a:pt x="2551" y="3568"/>
                    <a:pt x="2860" y="3414"/>
                  </a:cubicBezTo>
                  <a:cubicBezTo>
                    <a:pt x="3571" y="3027"/>
                    <a:pt x="3973" y="2255"/>
                    <a:pt x="3849" y="1544"/>
                  </a:cubicBezTo>
                  <a:cubicBezTo>
                    <a:pt x="3726" y="956"/>
                    <a:pt x="3185" y="338"/>
                    <a:pt x="2598" y="106"/>
                  </a:cubicBezTo>
                  <a:cubicBezTo>
                    <a:pt x="2408" y="36"/>
                    <a:pt x="2221" y="1"/>
                    <a:pt x="2042"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5"/>
            <p:cNvSpPr/>
            <p:nvPr/>
          </p:nvSpPr>
          <p:spPr>
            <a:xfrm>
              <a:off x="8188210" y="4212512"/>
              <a:ext cx="29064" cy="272369"/>
            </a:xfrm>
            <a:custGeom>
              <a:avLst/>
              <a:gdLst/>
              <a:ahLst/>
              <a:cxnLst/>
              <a:rect l="l" t="t" r="r" b="b"/>
              <a:pathLst>
                <a:path w="264" h="2474" extrusionOk="0">
                  <a:moveTo>
                    <a:pt x="140" y="1"/>
                  </a:moveTo>
                  <a:cubicBezTo>
                    <a:pt x="78" y="1"/>
                    <a:pt x="32" y="31"/>
                    <a:pt x="32" y="93"/>
                  </a:cubicBezTo>
                  <a:lnTo>
                    <a:pt x="1" y="2381"/>
                  </a:lnTo>
                  <a:cubicBezTo>
                    <a:pt x="1" y="2443"/>
                    <a:pt x="62" y="2474"/>
                    <a:pt x="124" y="2474"/>
                  </a:cubicBezTo>
                  <a:cubicBezTo>
                    <a:pt x="186" y="2474"/>
                    <a:pt x="232" y="2443"/>
                    <a:pt x="232" y="2381"/>
                  </a:cubicBezTo>
                  <a:lnTo>
                    <a:pt x="263" y="93"/>
                  </a:lnTo>
                  <a:cubicBezTo>
                    <a:pt x="263" y="31"/>
                    <a:pt x="202" y="1"/>
                    <a:pt x="140"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5"/>
            <p:cNvSpPr/>
            <p:nvPr/>
          </p:nvSpPr>
          <p:spPr>
            <a:xfrm>
              <a:off x="8162668" y="4952661"/>
              <a:ext cx="46129" cy="262240"/>
            </a:xfrm>
            <a:custGeom>
              <a:avLst/>
              <a:gdLst/>
              <a:ahLst/>
              <a:cxnLst/>
              <a:rect l="l" t="t" r="r" b="b"/>
              <a:pathLst>
                <a:path w="419" h="2382" extrusionOk="0">
                  <a:moveTo>
                    <a:pt x="124" y="1"/>
                  </a:moveTo>
                  <a:cubicBezTo>
                    <a:pt x="63" y="1"/>
                    <a:pt x="1" y="32"/>
                    <a:pt x="1" y="94"/>
                  </a:cubicBezTo>
                  <a:cubicBezTo>
                    <a:pt x="32" y="805"/>
                    <a:pt x="78" y="1562"/>
                    <a:pt x="155" y="2288"/>
                  </a:cubicBezTo>
                  <a:cubicBezTo>
                    <a:pt x="155" y="2335"/>
                    <a:pt x="217" y="2381"/>
                    <a:pt x="279" y="2381"/>
                  </a:cubicBezTo>
                  <a:cubicBezTo>
                    <a:pt x="356" y="2381"/>
                    <a:pt x="418" y="2335"/>
                    <a:pt x="387" y="2288"/>
                  </a:cubicBezTo>
                  <a:cubicBezTo>
                    <a:pt x="310" y="1546"/>
                    <a:pt x="279" y="835"/>
                    <a:pt x="233" y="94"/>
                  </a:cubicBezTo>
                  <a:cubicBezTo>
                    <a:pt x="233" y="32"/>
                    <a:pt x="186" y="1"/>
                    <a:pt x="124"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5"/>
            <p:cNvSpPr/>
            <p:nvPr/>
          </p:nvSpPr>
          <p:spPr>
            <a:xfrm>
              <a:off x="7643700" y="4681504"/>
              <a:ext cx="282607" cy="48441"/>
            </a:xfrm>
            <a:custGeom>
              <a:avLst/>
              <a:gdLst/>
              <a:ahLst/>
              <a:cxnLst/>
              <a:rect l="l" t="t" r="r" b="b"/>
              <a:pathLst>
                <a:path w="2567" h="440" extrusionOk="0">
                  <a:moveTo>
                    <a:pt x="141" y="1"/>
                  </a:moveTo>
                  <a:cubicBezTo>
                    <a:pt x="91" y="1"/>
                    <a:pt x="44" y="21"/>
                    <a:pt x="32" y="68"/>
                  </a:cubicBezTo>
                  <a:cubicBezTo>
                    <a:pt x="1" y="130"/>
                    <a:pt x="47" y="192"/>
                    <a:pt x="109" y="207"/>
                  </a:cubicBezTo>
                  <a:cubicBezTo>
                    <a:pt x="619" y="362"/>
                    <a:pt x="1191" y="439"/>
                    <a:pt x="1732" y="439"/>
                  </a:cubicBezTo>
                  <a:cubicBezTo>
                    <a:pt x="1979" y="439"/>
                    <a:pt x="2226" y="424"/>
                    <a:pt x="2458" y="377"/>
                  </a:cubicBezTo>
                  <a:cubicBezTo>
                    <a:pt x="2520" y="377"/>
                    <a:pt x="2566" y="315"/>
                    <a:pt x="2551" y="269"/>
                  </a:cubicBezTo>
                  <a:cubicBezTo>
                    <a:pt x="2551" y="223"/>
                    <a:pt x="2474" y="192"/>
                    <a:pt x="2427" y="192"/>
                  </a:cubicBezTo>
                  <a:cubicBezTo>
                    <a:pt x="2200" y="220"/>
                    <a:pt x="1972" y="234"/>
                    <a:pt x="1744" y="234"/>
                  </a:cubicBezTo>
                  <a:cubicBezTo>
                    <a:pt x="1212" y="234"/>
                    <a:pt x="684" y="158"/>
                    <a:pt x="186" y="6"/>
                  </a:cubicBezTo>
                  <a:cubicBezTo>
                    <a:pt x="172" y="3"/>
                    <a:pt x="156" y="1"/>
                    <a:pt x="141"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5"/>
            <p:cNvSpPr/>
            <p:nvPr/>
          </p:nvSpPr>
          <p:spPr>
            <a:xfrm>
              <a:off x="8433272" y="4682165"/>
              <a:ext cx="262130" cy="25652"/>
            </a:xfrm>
            <a:custGeom>
              <a:avLst/>
              <a:gdLst/>
              <a:ahLst/>
              <a:cxnLst/>
              <a:rect l="l" t="t" r="r" b="b"/>
              <a:pathLst>
                <a:path w="2381" h="233" extrusionOk="0">
                  <a:moveTo>
                    <a:pt x="124" y="0"/>
                  </a:moveTo>
                  <a:cubicBezTo>
                    <a:pt x="62" y="0"/>
                    <a:pt x="0" y="47"/>
                    <a:pt x="0" y="109"/>
                  </a:cubicBezTo>
                  <a:cubicBezTo>
                    <a:pt x="0" y="155"/>
                    <a:pt x="62" y="201"/>
                    <a:pt x="124" y="201"/>
                  </a:cubicBezTo>
                  <a:lnTo>
                    <a:pt x="2241" y="232"/>
                  </a:lnTo>
                  <a:cubicBezTo>
                    <a:pt x="2319" y="232"/>
                    <a:pt x="2380" y="201"/>
                    <a:pt x="2365" y="139"/>
                  </a:cubicBezTo>
                  <a:cubicBezTo>
                    <a:pt x="2365" y="78"/>
                    <a:pt x="2303" y="47"/>
                    <a:pt x="2241" y="47"/>
                  </a:cubicBezTo>
                  <a:lnTo>
                    <a:pt x="124" y="0"/>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5"/>
            <p:cNvSpPr/>
            <p:nvPr/>
          </p:nvSpPr>
          <p:spPr>
            <a:xfrm>
              <a:off x="8365236" y="4435779"/>
              <a:ext cx="119120" cy="115487"/>
            </a:xfrm>
            <a:custGeom>
              <a:avLst/>
              <a:gdLst/>
              <a:ahLst/>
              <a:cxnLst/>
              <a:rect l="l" t="t" r="r" b="b"/>
              <a:pathLst>
                <a:path w="1082" h="1049" extrusionOk="0">
                  <a:moveTo>
                    <a:pt x="950" y="0"/>
                  </a:moveTo>
                  <a:cubicBezTo>
                    <a:pt x="914" y="0"/>
                    <a:pt x="877" y="17"/>
                    <a:pt x="850" y="44"/>
                  </a:cubicBezTo>
                  <a:lnTo>
                    <a:pt x="46" y="894"/>
                  </a:lnTo>
                  <a:cubicBezTo>
                    <a:pt x="0" y="925"/>
                    <a:pt x="0" y="986"/>
                    <a:pt x="62" y="1033"/>
                  </a:cubicBezTo>
                  <a:cubicBezTo>
                    <a:pt x="77" y="1048"/>
                    <a:pt x="124" y="1048"/>
                    <a:pt x="139" y="1048"/>
                  </a:cubicBezTo>
                  <a:cubicBezTo>
                    <a:pt x="170" y="1048"/>
                    <a:pt x="201" y="1033"/>
                    <a:pt x="232" y="1002"/>
                  </a:cubicBezTo>
                  <a:lnTo>
                    <a:pt x="1051" y="152"/>
                  </a:lnTo>
                  <a:cubicBezTo>
                    <a:pt x="1082" y="121"/>
                    <a:pt x="1082" y="59"/>
                    <a:pt x="1020" y="28"/>
                  </a:cubicBezTo>
                  <a:cubicBezTo>
                    <a:pt x="1001" y="9"/>
                    <a:pt x="976" y="0"/>
                    <a:pt x="950"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p:cNvSpPr/>
            <p:nvPr/>
          </p:nvSpPr>
          <p:spPr>
            <a:xfrm>
              <a:off x="7902414" y="4456916"/>
              <a:ext cx="141249" cy="111304"/>
            </a:xfrm>
            <a:custGeom>
              <a:avLst/>
              <a:gdLst/>
              <a:ahLst/>
              <a:cxnLst/>
              <a:rect l="l" t="t" r="r" b="b"/>
              <a:pathLst>
                <a:path w="1283" h="1011" extrusionOk="0">
                  <a:moveTo>
                    <a:pt x="135" y="0"/>
                  </a:moveTo>
                  <a:cubicBezTo>
                    <a:pt x="105" y="0"/>
                    <a:pt x="74" y="8"/>
                    <a:pt x="46" y="22"/>
                  </a:cubicBezTo>
                  <a:cubicBezTo>
                    <a:pt x="0" y="37"/>
                    <a:pt x="0" y="114"/>
                    <a:pt x="31" y="161"/>
                  </a:cubicBezTo>
                  <a:cubicBezTo>
                    <a:pt x="325" y="485"/>
                    <a:pt x="696" y="764"/>
                    <a:pt x="1082" y="995"/>
                  </a:cubicBezTo>
                  <a:cubicBezTo>
                    <a:pt x="1113" y="1011"/>
                    <a:pt x="1128" y="1011"/>
                    <a:pt x="1159" y="1011"/>
                  </a:cubicBezTo>
                  <a:cubicBezTo>
                    <a:pt x="1190" y="1011"/>
                    <a:pt x="1237" y="995"/>
                    <a:pt x="1267" y="964"/>
                  </a:cubicBezTo>
                  <a:cubicBezTo>
                    <a:pt x="1283" y="934"/>
                    <a:pt x="1283" y="872"/>
                    <a:pt x="1237" y="841"/>
                  </a:cubicBezTo>
                  <a:cubicBezTo>
                    <a:pt x="866" y="609"/>
                    <a:pt x="510" y="346"/>
                    <a:pt x="232" y="37"/>
                  </a:cubicBezTo>
                  <a:cubicBezTo>
                    <a:pt x="206" y="12"/>
                    <a:pt x="171" y="0"/>
                    <a:pt x="135"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5"/>
            <p:cNvSpPr/>
            <p:nvPr/>
          </p:nvSpPr>
          <p:spPr>
            <a:xfrm>
              <a:off x="7859808" y="4844110"/>
              <a:ext cx="146423" cy="122313"/>
            </a:xfrm>
            <a:custGeom>
              <a:avLst/>
              <a:gdLst/>
              <a:ahLst/>
              <a:cxnLst/>
              <a:rect l="l" t="t" r="r" b="b"/>
              <a:pathLst>
                <a:path w="1330" h="1111" extrusionOk="0">
                  <a:moveTo>
                    <a:pt x="1195" y="1"/>
                  </a:moveTo>
                  <a:cubicBezTo>
                    <a:pt x="1168" y="1"/>
                    <a:pt x="1139" y="9"/>
                    <a:pt x="1113" y="29"/>
                  </a:cubicBezTo>
                  <a:cubicBezTo>
                    <a:pt x="696" y="276"/>
                    <a:pt x="341" y="585"/>
                    <a:pt x="32" y="956"/>
                  </a:cubicBezTo>
                  <a:cubicBezTo>
                    <a:pt x="1" y="987"/>
                    <a:pt x="1" y="1049"/>
                    <a:pt x="47" y="1080"/>
                  </a:cubicBezTo>
                  <a:cubicBezTo>
                    <a:pt x="93" y="1111"/>
                    <a:pt x="109" y="1111"/>
                    <a:pt x="124" y="1111"/>
                  </a:cubicBezTo>
                  <a:cubicBezTo>
                    <a:pt x="171" y="1111"/>
                    <a:pt x="202" y="1080"/>
                    <a:pt x="248" y="1064"/>
                  </a:cubicBezTo>
                  <a:cubicBezTo>
                    <a:pt x="511" y="709"/>
                    <a:pt x="866" y="430"/>
                    <a:pt x="1268" y="168"/>
                  </a:cubicBezTo>
                  <a:cubicBezTo>
                    <a:pt x="1314" y="152"/>
                    <a:pt x="1330" y="75"/>
                    <a:pt x="1284" y="44"/>
                  </a:cubicBezTo>
                  <a:cubicBezTo>
                    <a:pt x="1266" y="17"/>
                    <a:pt x="1232" y="1"/>
                    <a:pt x="1195" y="1"/>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5"/>
            <p:cNvSpPr/>
            <p:nvPr/>
          </p:nvSpPr>
          <p:spPr>
            <a:xfrm>
              <a:off x="8337933" y="4925358"/>
              <a:ext cx="165139" cy="114276"/>
            </a:xfrm>
            <a:custGeom>
              <a:avLst/>
              <a:gdLst/>
              <a:ahLst/>
              <a:cxnLst/>
              <a:rect l="l" t="t" r="r" b="b"/>
              <a:pathLst>
                <a:path w="1500" h="1038" extrusionOk="0">
                  <a:moveTo>
                    <a:pt x="142" y="0"/>
                  </a:moveTo>
                  <a:cubicBezTo>
                    <a:pt x="101" y="0"/>
                    <a:pt x="60" y="13"/>
                    <a:pt x="32" y="32"/>
                  </a:cubicBezTo>
                  <a:cubicBezTo>
                    <a:pt x="1" y="79"/>
                    <a:pt x="1" y="141"/>
                    <a:pt x="63" y="172"/>
                  </a:cubicBezTo>
                  <a:lnTo>
                    <a:pt x="1299" y="1022"/>
                  </a:lnTo>
                  <a:cubicBezTo>
                    <a:pt x="1314" y="1037"/>
                    <a:pt x="1345" y="1037"/>
                    <a:pt x="1376" y="1037"/>
                  </a:cubicBezTo>
                  <a:cubicBezTo>
                    <a:pt x="1407" y="1037"/>
                    <a:pt x="1423" y="1022"/>
                    <a:pt x="1469" y="1006"/>
                  </a:cubicBezTo>
                  <a:cubicBezTo>
                    <a:pt x="1500" y="960"/>
                    <a:pt x="1500" y="898"/>
                    <a:pt x="1454" y="867"/>
                  </a:cubicBezTo>
                  <a:lnTo>
                    <a:pt x="217" y="17"/>
                  </a:lnTo>
                  <a:cubicBezTo>
                    <a:pt x="194" y="5"/>
                    <a:pt x="168"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p:cNvSpPr/>
            <p:nvPr/>
          </p:nvSpPr>
          <p:spPr>
            <a:xfrm>
              <a:off x="8201861" y="4593541"/>
              <a:ext cx="114056" cy="250350"/>
            </a:xfrm>
            <a:custGeom>
              <a:avLst/>
              <a:gdLst/>
              <a:ahLst/>
              <a:cxnLst/>
              <a:rect l="l" t="t" r="r" b="b"/>
              <a:pathLst>
                <a:path w="1036" h="2274" extrusionOk="0">
                  <a:moveTo>
                    <a:pt x="142" y="0"/>
                  </a:moveTo>
                  <a:cubicBezTo>
                    <a:pt x="100" y="0"/>
                    <a:pt x="60" y="13"/>
                    <a:pt x="31" y="33"/>
                  </a:cubicBezTo>
                  <a:cubicBezTo>
                    <a:pt x="0" y="79"/>
                    <a:pt x="16" y="141"/>
                    <a:pt x="78" y="172"/>
                  </a:cubicBezTo>
                  <a:cubicBezTo>
                    <a:pt x="418" y="373"/>
                    <a:pt x="680" y="713"/>
                    <a:pt x="727" y="1084"/>
                  </a:cubicBezTo>
                  <a:cubicBezTo>
                    <a:pt x="789" y="1455"/>
                    <a:pt x="649" y="1841"/>
                    <a:pt x="387" y="2119"/>
                  </a:cubicBezTo>
                  <a:cubicBezTo>
                    <a:pt x="340" y="2165"/>
                    <a:pt x="340" y="2227"/>
                    <a:pt x="402" y="2258"/>
                  </a:cubicBezTo>
                  <a:cubicBezTo>
                    <a:pt x="418" y="2274"/>
                    <a:pt x="464" y="2274"/>
                    <a:pt x="479" y="2274"/>
                  </a:cubicBezTo>
                  <a:lnTo>
                    <a:pt x="572" y="2274"/>
                  </a:lnTo>
                  <a:cubicBezTo>
                    <a:pt x="912" y="1949"/>
                    <a:pt x="1036" y="1501"/>
                    <a:pt x="989" y="1084"/>
                  </a:cubicBezTo>
                  <a:cubicBezTo>
                    <a:pt x="912" y="651"/>
                    <a:pt x="619" y="249"/>
                    <a:pt x="217" y="17"/>
                  </a:cubicBezTo>
                  <a:cubicBezTo>
                    <a:pt x="193" y="5"/>
                    <a:pt x="167" y="0"/>
                    <a:pt x="142" y="0"/>
                  </a:cubicBez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7" name="Google Shape;487;p35"/>
          <p:cNvSpPr/>
          <p:nvPr/>
        </p:nvSpPr>
        <p:spPr>
          <a:xfrm rot="-1191907">
            <a:off x="7800576" y="-64201"/>
            <a:ext cx="1480996" cy="1769325"/>
          </a:xfrm>
          <a:custGeom>
            <a:avLst/>
            <a:gdLst/>
            <a:ahLst/>
            <a:cxnLst/>
            <a:rect l="l" t="t" r="r" b="b"/>
            <a:pathLst>
              <a:path w="18214" h="21760" extrusionOk="0">
                <a:moveTo>
                  <a:pt x="7097" y="9137"/>
                </a:moveTo>
                <a:cubicBezTo>
                  <a:pt x="7930" y="9137"/>
                  <a:pt x="8824" y="9338"/>
                  <a:pt x="9707" y="9507"/>
                </a:cubicBezTo>
                <a:cubicBezTo>
                  <a:pt x="8806" y="11508"/>
                  <a:pt x="8440" y="13710"/>
                  <a:pt x="8673" y="15978"/>
                </a:cubicBezTo>
                <a:cubicBezTo>
                  <a:pt x="8273" y="16012"/>
                  <a:pt x="7839" y="16012"/>
                  <a:pt x="7439" y="16045"/>
                </a:cubicBezTo>
                <a:cubicBezTo>
                  <a:pt x="7272" y="14811"/>
                  <a:pt x="6972" y="13610"/>
                  <a:pt x="6605" y="12376"/>
                </a:cubicBezTo>
                <a:cubicBezTo>
                  <a:pt x="6505" y="12109"/>
                  <a:pt x="5838" y="10674"/>
                  <a:pt x="5304" y="9607"/>
                </a:cubicBezTo>
                <a:cubicBezTo>
                  <a:pt x="5843" y="9258"/>
                  <a:pt x="6452" y="9137"/>
                  <a:pt x="7097" y="9137"/>
                </a:cubicBezTo>
                <a:close/>
                <a:moveTo>
                  <a:pt x="8155" y="807"/>
                </a:moveTo>
                <a:cubicBezTo>
                  <a:pt x="8439" y="807"/>
                  <a:pt x="8723" y="817"/>
                  <a:pt x="9007" y="834"/>
                </a:cubicBezTo>
                <a:cubicBezTo>
                  <a:pt x="14477" y="1001"/>
                  <a:pt x="18213" y="6271"/>
                  <a:pt x="14044" y="10674"/>
                </a:cubicBezTo>
                <a:cubicBezTo>
                  <a:pt x="12776" y="12042"/>
                  <a:pt x="9040" y="13476"/>
                  <a:pt x="10007" y="15845"/>
                </a:cubicBezTo>
                <a:lnTo>
                  <a:pt x="9007" y="15978"/>
                </a:lnTo>
                <a:cubicBezTo>
                  <a:pt x="8973" y="13710"/>
                  <a:pt x="9374" y="11575"/>
                  <a:pt x="10274" y="9640"/>
                </a:cubicBezTo>
                <a:cubicBezTo>
                  <a:pt x="10374" y="9674"/>
                  <a:pt x="10508" y="9674"/>
                  <a:pt x="10674" y="9707"/>
                </a:cubicBezTo>
                <a:cubicBezTo>
                  <a:pt x="10888" y="9741"/>
                  <a:pt x="11091" y="9760"/>
                  <a:pt x="11283" y="9760"/>
                </a:cubicBezTo>
                <a:cubicBezTo>
                  <a:pt x="12026" y="9760"/>
                  <a:pt x="12612" y="9481"/>
                  <a:pt x="13009" y="8740"/>
                </a:cubicBezTo>
                <a:cubicBezTo>
                  <a:pt x="13124" y="8557"/>
                  <a:pt x="12940" y="8374"/>
                  <a:pt x="12759" y="8374"/>
                </a:cubicBezTo>
                <a:cubicBezTo>
                  <a:pt x="12677" y="8374"/>
                  <a:pt x="12595" y="8412"/>
                  <a:pt x="12542" y="8506"/>
                </a:cubicBezTo>
                <a:cubicBezTo>
                  <a:pt x="12220" y="9052"/>
                  <a:pt x="11695" y="9229"/>
                  <a:pt x="11104" y="9229"/>
                </a:cubicBezTo>
                <a:cubicBezTo>
                  <a:pt x="10900" y="9229"/>
                  <a:pt x="10688" y="9208"/>
                  <a:pt x="10474" y="9173"/>
                </a:cubicBezTo>
                <a:cubicBezTo>
                  <a:pt x="10775" y="8540"/>
                  <a:pt x="11108" y="7973"/>
                  <a:pt x="11508" y="7372"/>
                </a:cubicBezTo>
                <a:cubicBezTo>
                  <a:pt x="11643" y="7170"/>
                  <a:pt x="11491" y="6999"/>
                  <a:pt x="11307" y="6999"/>
                </a:cubicBezTo>
                <a:cubicBezTo>
                  <a:pt x="11216" y="6999"/>
                  <a:pt x="11118" y="7040"/>
                  <a:pt x="11041" y="7139"/>
                </a:cubicBezTo>
                <a:cubicBezTo>
                  <a:pt x="10641" y="7739"/>
                  <a:pt x="10207" y="8406"/>
                  <a:pt x="9941" y="9073"/>
                </a:cubicBezTo>
                <a:cubicBezTo>
                  <a:pt x="9340" y="8907"/>
                  <a:pt x="8806" y="8740"/>
                  <a:pt x="8306" y="8673"/>
                </a:cubicBezTo>
                <a:cubicBezTo>
                  <a:pt x="8011" y="8622"/>
                  <a:pt x="7720" y="8595"/>
                  <a:pt x="7431" y="8595"/>
                </a:cubicBezTo>
                <a:cubicBezTo>
                  <a:pt x="6969" y="8595"/>
                  <a:pt x="6510" y="8663"/>
                  <a:pt x="6038" y="8806"/>
                </a:cubicBezTo>
                <a:cubicBezTo>
                  <a:pt x="5671" y="8907"/>
                  <a:pt x="5337" y="9073"/>
                  <a:pt x="5037" y="9307"/>
                </a:cubicBezTo>
                <a:cubicBezTo>
                  <a:pt x="4970" y="9140"/>
                  <a:pt x="4870" y="8973"/>
                  <a:pt x="4804" y="8840"/>
                </a:cubicBezTo>
                <a:cubicBezTo>
                  <a:pt x="4837" y="8840"/>
                  <a:pt x="4837" y="8806"/>
                  <a:pt x="4870" y="8806"/>
                </a:cubicBezTo>
                <a:cubicBezTo>
                  <a:pt x="5004" y="8706"/>
                  <a:pt x="5037" y="8540"/>
                  <a:pt x="4970" y="8406"/>
                </a:cubicBezTo>
                <a:cubicBezTo>
                  <a:pt x="4837" y="8173"/>
                  <a:pt x="4770" y="8139"/>
                  <a:pt x="4470" y="8073"/>
                </a:cubicBezTo>
                <a:cubicBezTo>
                  <a:pt x="4337" y="8073"/>
                  <a:pt x="4203" y="8173"/>
                  <a:pt x="4170" y="8306"/>
                </a:cubicBezTo>
                <a:cubicBezTo>
                  <a:pt x="4036" y="8740"/>
                  <a:pt x="4270" y="9240"/>
                  <a:pt x="4503" y="9707"/>
                </a:cubicBezTo>
                <a:cubicBezTo>
                  <a:pt x="4203" y="10041"/>
                  <a:pt x="3970" y="10408"/>
                  <a:pt x="3803" y="10875"/>
                </a:cubicBezTo>
                <a:cubicBezTo>
                  <a:pt x="3735" y="10987"/>
                  <a:pt x="3850" y="11085"/>
                  <a:pt x="3963" y="11085"/>
                </a:cubicBezTo>
                <a:cubicBezTo>
                  <a:pt x="4017" y="11085"/>
                  <a:pt x="4071" y="11062"/>
                  <a:pt x="4103" y="11008"/>
                </a:cubicBezTo>
                <a:cubicBezTo>
                  <a:pt x="4303" y="10641"/>
                  <a:pt x="4503" y="10341"/>
                  <a:pt x="4770" y="10074"/>
                </a:cubicBezTo>
                <a:cubicBezTo>
                  <a:pt x="5004" y="10474"/>
                  <a:pt x="5271" y="10841"/>
                  <a:pt x="5371" y="11141"/>
                </a:cubicBezTo>
                <a:cubicBezTo>
                  <a:pt x="6138" y="12743"/>
                  <a:pt x="6605" y="14410"/>
                  <a:pt x="6972" y="16178"/>
                </a:cubicBezTo>
                <a:lnTo>
                  <a:pt x="6138" y="16178"/>
                </a:lnTo>
                <a:cubicBezTo>
                  <a:pt x="6271" y="15511"/>
                  <a:pt x="6105" y="14911"/>
                  <a:pt x="5537" y="14344"/>
                </a:cubicBezTo>
                <a:cubicBezTo>
                  <a:pt x="4970" y="13710"/>
                  <a:pt x="4003" y="13376"/>
                  <a:pt x="3303" y="12876"/>
                </a:cubicBezTo>
                <a:cubicBezTo>
                  <a:pt x="2369" y="12209"/>
                  <a:pt x="1768" y="11342"/>
                  <a:pt x="1334" y="10308"/>
                </a:cubicBezTo>
                <a:cubicBezTo>
                  <a:pt x="467" y="8139"/>
                  <a:pt x="801" y="5671"/>
                  <a:pt x="2002" y="3703"/>
                </a:cubicBezTo>
                <a:cubicBezTo>
                  <a:pt x="3345" y="1493"/>
                  <a:pt x="5731" y="807"/>
                  <a:pt x="8155" y="807"/>
                </a:cubicBezTo>
                <a:close/>
                <a:moveTo>
                  <a:pt x="10174" y="16312"/>
                </a:moveTo>
                <a:cubicBezTo>
                  <a:pt x="10174" y="16345"/>
                  <a:pt x="10207" y="16379"/>
                  <a:pt x="10207" y="16445"/>
                </a:cubicBezTo>
                <a:cubicBezTo>
                  <a:pt x="10641" y="16912"/>
                  <a:pt x="10441" y="17212"/>
                  <a:pt x="10007" y="17446"/>
                </a:cubicBezTo>
                <a:cubicBezTo>
                  <a:pt x="9941" y="17446"/>
                  <a:pt x="9807" y="17479"/>
                  <a:pt x="9774" y="17513"/>
                </a:cubicBezTo>
                <a:cubicBezTo>
                  <a:pt x="9107" y="17780"/>
                  <a:pt x="8139" y="17813"/>
                  <a:pt x="7939" y="17813"/>
                </a:cubicBezTo>
                <a:cubicBezTo>
                  <a:pt x="7717" y="17813"/>
                  <a:pt x="7465" y="17828"/>
                  <a:pt x="7223" y="17828"/>
                </a:cubicBezTo>
                <a:cubicBezTo>
                  <a:pt x="7102" y="17828"/>
                  <a:pt x="6983" y="17824"/>
                  <a:pt x="6872" y="17813"/>
                </a:cubicBezTo>
                <a:cubicBezTo>
                  <a:pt x="6338" y="17713"/>
                  <a:pt x="5271" y="16912"/>
                  <a:pt x="5804" y="16479"/>
                </a:cubicBezTo>
                <a:lnTo>
                  <a:pt x="5804" y="16479"/>
                </a:lnTo>
                <a:cubicBezTo>
                  <a:pt x="5827" y="16490"/>
                  <a:pt x="5856" y="16497"/>
                  <a:pt x="5890" y="16497"/>
                </a:cubicBezTo>
                <a:cubicBezTo>
                  <a:pt x="5956" y="16497"/>
                  <a:pt x="6038" y="16468"/>
                  <a:pt x="6105" y="16379"/>
                </a:cubicBezTo>
                <a:cubicBezTo>
                  <a:pt x="6678" y="16479"/>
                  <a:pt x="7258" y="16524"/>
                  <a:pt x="7842" y="16524"/>
                </a:cubicBezTo>
                <a:cubicBezTo>
                  <a:pt x="8615" y="16524"/>
                  <a:pt x="9395" y="16445"/>
                  <a:pt x="10174" y="16312"/>
                </a:cubicBezTo>
                <a:close/>
                <a:moveTo>
                  <a:pt x="9874" y="18013"/>
                </a:moveTo>
                <a:lnTo>
                  <a:pt x="9874" y="18013"/>
                </a:lnTo>
                <a:cubicBezTo>
                  <a:pt x="10308" y="19014"/>
                  <a:pt x="9173" y="19814"/>
                  <a:pt x="8273" y="19814"/>
                </a:cubicBezTo>
                <a:cubicBezTo>
                  <a:pt x="7806" y="19814"/>
                  <a:pt x="7339" y="19714"/>
                  <a:pt x="6872" y="19547"/>
                </a:cubicBezTo>
                <a:cubicBezTo>
                  <a:pt x="6638" y="19481"/>
                  <a:pt x="6438" y="19381"/>
                  <a:pt x="6205" y="19281"/>
                </a:cubicBezTo>
                <a:cubicBezTo>
                  <a:pt x="5604" y="18847"/>
                  <a:pt x="5537" y="18447"/>
                  <a:pt x="6038" y="18046"/>
                </a:cubicBezTo>
                <a:lnTo>
                  <a:pt x="6038" y="18046"/>
                </a:lnTo>
                <a:cubicBezTo>
                  <a:pt x="6338" y="18180"/>
                  <a:pt x="6672" y="18280"/>
                  <a:pt x="6972" y="18313"/>
                </a:cubicBezTo>
                <a:cubicBezTo>
                  <a:pt x="7211" y="18333"/>
                  <a:pt x="7492" y="18347"/>
                  <a:pt x="7791" y="18347"/>
                </a:cubicBezTo>
                <a:cubicBezTo>
                  <a:pt x="8492" y="18347"/>
                  <a:pt x="9289" y="18270"/>
                  <a:pt x="9874" y="18013"/>
                </a:cubicBezTo>
                <a:close/>
                <a:moveTo>
                  <a:pt x="8440" y="0"/>
                </a:moveTo>
                <a:cubicBezTo>
                  <a:pt x="4370" y="0"/>
                  <a:pt x="1201" y="1868"/>
                  <a:pt x="334" y="6038"/>
                </a:cubicBezTo>
                <a:cubicBezTo>
                  <a:pt x="0" y="7739"/>
                  <a:pt x="167" y="9540"/>
                  <a:pt x="1001" y="11075"/>
                </a:cubicBezTo>
                <a:cubicBezTo>
                  <a:pt x="1368" y="11809"/>
                  <a:pt x="1868" y="12476"/>
                  <a:pt x="2469" y="12976"/>
                </a:cubicBezTo>
                <a:cubicBezTo>
                  <a:pt x="3436" y="13843"/>
                  <a:pt x="6004" y="14544"/>
                  <a:pt x="5671" y="16245"/>
                </a:cubicBezTo>
                <a:cubicBezTo>
                  <a:pt x="5371" y="16479"/>
                  <a:pt x="5204" y="16846"/>
                  <a:pt x="5304" y="17246"/>
                </a:cubicBezTo>
                <a:cubicBezTo>
                  <a:pt x="5337" y="17546"/>
                  <a:pt x="5471" y="17746"/>
                  <a:pt x="5638" y="17913"/>
                </a:cubicBezTo>
                <a:cubicBezTo>
                  <a:pt x="5337" y="18146"/>
                  <a:pt x="5171" y="18513"/>
                  <a:pt x="5271" y="18914"/>
                </a:cubicBezTo>
                <a:cubicBezTo>
                  <a:pt x="5471" y="19848"/>
                  <a:pt x="6672" y="20148"/>
                  <a:pt x="7439" y="20248"/>
                </a:cubicBezTo>
                <a:cubicBezTo>
                  <a:pt x="7694" y="20294"/>
                  <a:pt x="7958" y="20325"/>
                  <a:pt x="8220" y="20325"/>
                </a:cubicBezTo>
                <a:cubicBezTo>
                  <a:pt x="8710" y="20325"/>
                  <a:pt x="9194" y="20219"/>
                  <a:pt x="9607" y="19914"/>
                </a:cubicBezTo>
                <a:lnTo>
                  <a:pt x="9607" y="19914"/>
                </a:lnTo>
                <a:cubicBezTo>
                  <a:pt x="9198" y="20884"/>
                  <a:pt x="8390" y="21338"/>
                  <a:pt x="7592" y="21338"/>
                </a:cubicBezTo>
                <a:cubicBezTo>
                  <a:pt x="6633" y="21338"/>
                  <a:pt x="5689" y="20682"/>
                  <a:pt x="5471" y="19481"/>
                </a:cubicBezTo>
                <a:cubicBezTo>
                  <a:pt x="5455" y="19418"/>
                  <a:pt x="5395" y="19385"/>
                  <a:pt x="5335" y="19385"/>
                </a:cubicBezTo>
                <a:cubicBezTo>
                  <a:pt x="5269" y="19385"/>
                  <a:pt x="5204" y="19426"/>
                  <a:pt x="5204" y="19514"/>
                </a:cubicBezTo>
                <a:cubicBezTo>
                  <a:pt x="5294" y="20981"/>
                  <a:pt x="6456" y="21759"/>
                  <a:pt x="7628" y="21759"/>
                </a:cubicBezTo>
                <a:cubicBezTo>
                  <a:pt x="8614" y="21759"/>
                  <a:pt x="9608" y="21207"/>
                  <a:pt x="9974" y="20048"/>
                </a:cubicBezTo>
                <a:cubicBezTo>
                  <a:pt x="10007" y="19881"/>
                  <a:pt x="9874" y="19814"/>
                  <a:pt x="9774" y="19814"/>
                </a:cubicBezTo>
                <a:cubicBezTo>
                  <a:pt x="9807" y="19748"/>
                  <a:pt x="9874" y="19714"/>
                  <a:pt x="9941" y="19648"/>
                </a:cubicBezTo>
                <a:cubicBezTo>
                  <a:pt x="10341" y="19147"/>
                  <a:pt x="10508" y="18513"/>
                  <a:pt x="10274" y="17913"/>
                </a:cubicBezTo>
                <a:cubicBezTo>
                  <a:pt x="10841" y="17513"/>
                  <a:pt x="11008" y="16812"/>
                  <a:pt x="10541" y="16245"/>
                </a:cubicBezTo>
                <a:cubicBezTo>
                  <a:pt x="10708" y="16178"/>
                  <a:pt x="10808" y="15978"/>
                  <a:pt x="10674" y="15811"/>
                </a:cubicBezTo>
                <a:cubicBezTo>
                  <a:pt x="9941" y="14344"/>
                  <a:pt x="14511" y="11475"/>
                  <a:pt x="15344" y="10308"/>
                </a:cubicBezTo>
                <a:cubicBezTo>
                  <a:pt x="16345" y="8840"/>
                  <a:pt x="16879" y="7305"/>
                  <a:pt x="16612" y="5671"/>
                </a:cubicBezTo>
                <a:cubicBezTo>
                  <a:pt x="15978" y="1801"/>
                  <a:pt x="11975" y="0"/>
                  <a:pt x="8440" y="0"/>
                </a:cubicBezTo>
                <a:close/>
              </a:path>
            </a:pathLst>
          </a:custGeom>
          <a:solidFill>
            <a:srgbClr val="1D1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hanks">
  <p:cSld name="Thanks">
    <p:bg>
      <p:bgPr>
        <a:solidFill>
          <a:schemeClr val="lt1"/>
        </a:solidFill>
        <a:effectLst/>
      </p:bgPr>
    </p:bg>
    <p:spTree>
      <p:nvGrpSpPr>
        <p:cNvPr id="1" name="Shape 488"/>
        <p:cNvGrpSpPr/>
        <p:nvPr/>
      </p:nvGrpSpPr>
      <p:grpSpPr>
        <a:xfrm>
          <a:off x="0" y="0"/>
          <a:ext cx="0" cy="0"/>
          <a:chOff x="0" y="0"/>
          <a:chExt cx="0" cy="0"/>
        </a:xfrm>
      </p:grpSpPr>
      <p:sp>
        <p:nvSpPr>
          <p:cNvPr id="489" name="Google Shape;489;p36"/>
          <p:cNvSpPr txBox="1">
            <a:spLocks noGrp="1"/>
          </p:cNvSpPr>
          <p:nvPr>
            <p:ph type="title"/>
          </p:nvPr>
        </p:nvSpPr>
        <p:spPr>
          <a:xfrm>
            <a:off x="713250" y="520338"/>
            <a:ext cx="7717500" cy="1296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8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smtClean="0"/>
              <a:t>Click to edit Master title style</a:t>
            </a:r>
            <a:endParaRPr/>
          </a:p>
        </p:txBody>
      </p:sp>
      <p:sp>
        <p:nvSpPr>
          <p:cNvPr id="490" name="Google Shape;490;p36"/>
          <p:cNvSpPr txBox="1">
            <a:spLocks noGrp="1"/>
          </p:cNvSpPr>
          <p:nvPr>
            <p:ph type="body" idx="1"/>
          </p:nvPr>
        </p:nvSpPr>
        <p:spPr>
          <a:xfrm>
            <a:off x="3068250" y="2070035"/>
            <a:ext cx="3007500" cy="1224000"/>
          </a:xfrm>
          <a:prstGeom prst="rect">
            <a:avLst/>
          </a:prstGeom>
        </p:spPr>
        <p:txBody>
          <a:bodyPr spcFirstLastPara="1" wrap="square" lIns="91425" tIns="91425" rIns="91425" bIns="91425" anchor="t" anchorCtr="0">
            <a:noAutofit/>
          </a:bodyPr>
          <a:lstStyle>
            <a:lvl1pPr marL="457200" lvl="0" indent="-304800" algn="ctr" rtl="0">
              <a:lnSpc>
                <a:spcPct val="100000"/>
              </a:lnSpc>
              <a:spcBef>
                <a:spcPts val="0"/>
              </a:spcBef>
              <a:spcAft>
                <a:spcPts val="0"/>
              </a:spcAft>
              <a:buClr>
                <a:srgbClr val="1D262D"/>
              </a:buClr>
              <a:buSzPts val="1200"/>
              <a:buChar char="●"/>
              <a:defRPr sz="1400">
                <a:solidFill>
                  <a:srgbClr val="1D262D"/>
                </a:solidFill>
              </a:defRPr>
            </a:lvl1pPr>
            <a:lvl2pPr marL="914400" lvl="1" indent="-304800" algn="ctr" rtl="0">
              <a:lnSpc>
                <a:spcPct val="100000"/>
              </a:lnSpc>
              <a:spcBef>
                <a:spcPts val="1600"/>
              </a:spcBef>
              <a:spcAft>
                <a:spcPts val="0"/>
              </a:spcAft>
              <a:buClr>
                <a:srgbClr val="1D262D"/>
              </a:buClr>
              <a:buSzPts val="1200"/>
              <a:buChar char="○"/>
              <a:defRPr sz="1200">
                <a:solidFill>
                  <a:srgbClr val="1D262D"/>
                </a:solidFill>
              </a:defRPr>
            </a:lvl2pPr>
            <a:lvl3pPr marL="1371600" lvl="2" indent="-304800" algn="ctr" rtl="0">
              <a:lnSpc>
                <a:spcPct val="100000"/>
              </a:lnSpc>
              <a:spcBef>
                <a:spcPts val="1600"/>
              </a:spcBef>
              <a:spcAft>
                <a:spcPts val="0"/>
              </a:spcAft>
              <a:buClr>
                <a:srgbClr val="1D262D"/>
              </a:buClr>
              <a:buSzPts val="1200"/>
              <a:buChar char="■"/>
              <a:defRPr sz="1200">
                <a:solidFill>
                  <a:srgbClr val="1D262D"/>
                </a:solidFill>
              </a:defRPr>
            </a:lvl3pPr>
            <a:lvl4pPr marL="1828800" lvl="3" indent="-304800" algn="ctr" rtl="0">
              <a:lnSpc>
                <a:spcPct val="100000"/>
              </a:lnSpc>
              <a:spcBef>
                <a:spcPts val="1600"/>
              </a:spcBef>
              <a:spcAft>
                <a:spcPts val="0"/>
              </a:spcAft>
              <a:buClr>
                <a:srgbClr val="1D262D"/>
              </a:buClr>
              <a:buSzPts val="1200"/>
              <a:buChar char="●"/>
              <a:defRPr sz="1200">
                <a:solidFill>
                  <a:srgbClr val="1D262D"/>
                </a:solidFill>
              </a:defRPr>
            </a:lvl4pPr>
            <a:lvl5pPr marL="2286000" lvl="4" indent="-304800" algn="ctr" rtl="0">
              <a:lnSpc>
                <a:spcPct val="100000"/>
              </a:lnSpc>
              <a:spcBef>
                <a:spcPts val="1600"/>
              </a:spcBef>
              <a:spcAft>
                <a:spcPts val="0"/>
              </a:spcAft>
              <a:buClr>
                <a:srgbClr val="1D262D"/>
              </a:buClr>
              <a:buSzPts val="1200"/>
              <a:buChar char="○"/>
              <a:defRPr sz="1200">
                <a:solidFill>
                  <a:srgbClr val="1D262D"/>
                </a:solidFill>
              </a:defRPr>
            </a:lvl5pPr>
            <a:lvl6pPr marL="2743200" lvl="5" indent="-304800" algn="ctr" rtl="0">
              <a:lnSpc>
                <a:spcPct val="100000"/>
              </a:lnSpc>
              <a:spcBef>
                <a:spcPts val="1600"/>
              </a:spcBef>
              <a:spcAft>
                <a:spcPts val="0"/>
              </a:spcAft>
              <a:buClr>
                <a:srgbClr val="1D262D"/>
              </a:buClr>
              <a:buSzPts val="1200"/>
              <a:buChar char="■"/>
              <a:defRPr sz="1200">
                <a:solidFill>
                  <a:srgbClr val="1D262D"/>
                </a:solidFill>
              </a:defRPr>
            </a:lvl6pPr>
            <a:lvl7pPr marL="3200400" lvl="6" indent="-304800" algn="ctr" rtl="0">
              <a:lnSpc>
                <a:spcPct val="100000"/>
              </a:lnSpc>
              <a:spcBef>
                <a:spcPts val="1600"/>
              </a:spcBef>
              <a:spcAft>
                <a:spcPts val="0"/>
              </a:spcAft>
              <a:buClr>
                <a:srgbClr val="1D262D"/>
              </a:buClr>
              <a:buSzPts val="1200"/>
              <a:buChar char="●"/>
              <a:defRPr sz="1200">
                <a:solidFill>
                  <a:srgbClr val="1D262D"/>
                </a:solidFill>
              </a:defRPr>
            </a:lvl7pPr>
            <a:lvl8pPr marL="3657600" lvl="7" indent="-304800" algn="ctr" rtl="0">
              <a:lnSpc>
                <a:spcPct val="100000"/>
              </a:lnSpc>
              <a:spcBef>
                <a:spcPts val="1600"/>
              </a:spcBef>
              <a:spcAft>
                <a:spcPts val="0"/>
              </a:spcAft>
              <a:buClr>
                <a:srgbClr val="1D262D"/>
              </a:buClr>
              <a:buSzPts val="1200"/>
              <a:buChar char="○"/>
              <a:defRPr sz="1200">
                <a:solidFill>
                  <a:srgbClr val="1D262D"/>
                </a:solidFill>
              </a:defRPr>
            </a:lvl8pPr>
            <a:lvl9pPr marL="4114800" lvl="8" indent="-304800" algn="ctr" rtl="0">
              <a:lnSpc>
                <a:spcPct val="100000"/>
              </a:lnSpc>
              <a:spcBef>
                <a:spcPts val="1600"/>
              </a:spcBef>
              <a:spcAft>
                <a:spcPts val="1600"/>
              </a:spcAft>
              <a:buClr>
                <a:srgbClr val="1D262D"/>
              </a:buClr>
              <a:buSzPts val="1200"/>
              <a:buChar char="■"/>
              <a:defRPr sz="1200">
                <a:solidFill>
                  <a:srgbClr val="1D262D"/>
                </a:solidFill>
              </a:defRPr>
            </a:lvl9pPr>
          </a:lstStyle>
          <a:p>
            <a:pPr lvl="0"/>
            <a:r>
              <a:rPr lang="en-US" smtClean="0"/>
              <a:t>Click to edit Master text styles</a:t>
            </a:r>
          </a:p>
        </p:txBody>
      </p:sp>
      <p:sp>
        <p:nvSpPr>
          <p:cNvPr id="491" name="Google Shape;491;p36"/>
          <p:cNvSpPr txBox="1"/>
          <p:nvPr/>
        </p:nvSpPr>
        <p:spPr>
          <a:xfrm>
            <a:off x="2483550" y="3419380"/>
            <a:ext cx="4176900" cy="690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00">
                <a:solidFill>
                  <a:schemeClr val="dk1"/>
                </a:solidFill>
                <a:latin typeface="Manjari"/>
                <a:ea typeface="Manjari"/>
                <a:cs typeface="Manjari"/>
                <a:sym typeface="Manjari"/>
              </a:rPr>
              <a:t>CREDITS: This presentation template was created by </a:t>
            </a:r>
            <a:r>
              <a:rPr lang="en" sz="1100" b="1">
                <a:solidFill>
                  <a:schemeClr val="dk1"/>
                </a:solidFill>
                <a:uFill>
                  <a:noFill/>
                </a:uFill>
                <a:latin typeface="Manjari"/>
                <a:ea typeface="Manjari"/>
                <a:cs typeface="Manjari"/>
                <a:sym typeface="Manjari"/>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100">
                <a:solidFill>
                  <a:schemeClr val="dk1"/>
                </a:solidFill>
                <a:latin typeface="Manjari"/>
                <a:ea typeface="Manjari"/>
                <a:cs typeface="Manjari"/>
                <a:sym typeface="Manjari"/>
              </a:rPr>
              <a:t>, including icons by </a:t>
            </a:r>
            <a:r>
              <a:rPr lang="en" sz="1100" b="1">
                <a:solidFill>
                  <a:schemeClr val="dk1"/>
                </a:solidFill>
                <a:uFill>
                  <a:noFill/>
                </a:uFill>
                <a:latin typeface="Manjari"/>
                <a:ea typeface="Manjari"/>
                <a:cs typeface="Manjari"/>
                <a:sym typeface="Manjari"/>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100">
                <a:solidFill>
                  <a:schemeClr val="dk1"/>
                </a:solidFill>
                <a:latin typeface="Manjari"/>
                <a:ea typeface="Manjari"/>
                <a:cs typeface="Manjari"/>
                <a:sym typeface="Manjari"/>
              </a:rPr>
              <a:t>, infographics &amp; images by </a:t>
            </a:r>
            <a:r>
              <a:rPr lang="en" sz="1100" b="1">
                <a:solidFill>
                  <a:schemeClr val="dk1"/>
                </a:solidFill>
                <a:uFill>
                  <a:noFill/>
                </a:uFill>
                <a:latin typeface="Manjari"/>
                <a:ea typeface="Manjari"/>
                <a:cs typeface="Manjari"/>
                <a:sym typeface="Manjari"/>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100">
                <a:solidFill>
                  <a:schemeClr val="dk1"/>
                </a:solidFill>
                <a:latin typeface="Manjari"/>
                <a:ea typeface="Manjari"/>
                <a:cs typeface="Manjari"/>
                <a:sym typeface="Manjari"/>
              </a:rPr>
              <a:t> </a:t>
            </a:r>
            <a:endParaRPr sz="1100">
              <a:solidFill>
                <a:schemeClr val="dk1"/>
              </a:solidFill>
              <a:latin typeface="Manjari"/>
              <a:ea typeface="Manjari"/>
              <a:cs typeface="Manjari"/>
              <a:sym typeface="Manjari"/>
            </a:endParaRPr>
          </a:p>
        </p:txBody>
      </p:sp>
      <p:sp>
        <p:nvSpPr>
          <p:cNvPr id="492" name="Google Shape;492;p36"/>
          <p:cNvSpPr/>
          <p:nvPr/>
        </p:nvSpPr>
        <p:spPr>
          <a:xfrm rot="341252">
            <a:off x="778664" y="3405699"/>
            <a:ext cx="1038311" cy="1200493"/>
          </a:xfrm>
          <a:prstGeom prst="heart">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3" name="Google Shape;493;p36"/>
          <p:cNvGrpSpPr/>
          <p:nvPr/>
        </p:nvGrpSpPr>
        <p:grpSpPr>
          <a:xfrm flipH="1">
            <a:off x="7158723" y="3318098"/>
            <a:ext cx="1612942" cy="1603031"/>
            <a:chOff x="7247681" y="291521"/>
            <a:chExt cx="1169985" cy="1162796"/>
          </a:xfrm>
        </p:grpSpPr>
        <p:sp>
          <p:nvSpPr>
            <p:cNvPr id="494" name="Google Shape;494;p36"/>
            <p:cNvSpPr/>
            <p:nvPr/>
          </p:nvSpPr>
          <p:spPr>
            <a:xfrm rot="864690">
              <a:off x="7512340" y="570251"/>
              <a:ext cx="668831" cy="639301"/>
            </a:xfrm>
            <a:custGeom>
              <a:avLst/>
              <a:gdLst/>
              <a:ahLst/>
              <a:cxnLst/>
              <a:rect l="l" t="t" r="r" b="b"/>
              <a:pathLst>
                <a:path w="5164" h="4936" extrusionOk="0">
                  <a:moveTo>
                    <a:pt x="2538" y="193"/>
                  </a:moveTo>
                  <a:cubicBezTo>
                    <a:pt x="3326" y="193"/>
                    <a:pt x="4118" y="580"/>
                    <a:pt x="4468" y="1195"/>
                  </a:cubicBezTo>
                  <a:cubicBezTo>
                    <a:pt x="4854" y="1875"/>
                    <a:pt x="4653" y="2756"/>
                    <a:pt x="4004" y="3251"/>
                  </a:cubicBezTo>
                  <a:cubicBezTo>
                    <a:pt x="3834" y="3390"/>
                    <a:pt x="3757" y="3467"/>
                    <a:pt x="3679" y="3560"/>
                  </a:cubicBezTo>
                  <a:lnTo>
                    <a:pt x="3463" y="3776"/>
                  </a:lnTo>
                  <a:cubicBezTo>
                    <a:pt x="3185" y="4039"/>
                    <a:pt x="3061" y="4332"/>
                    <a:pt x="3092" y="4595"/>
                  </a:cubicBezTo>
                  <a:cubicBezTo>
                    <a:pt x="2691" y="4664"/>
                    <a:pt x="2239" y="4721"/>
                    <a:pt x="1794" y="4721"/>
                  </a:cubicBezTo>
                  <a:cubicBezTo>
                    <a:pt x="1743" y="4721"/>
                    <a:pt x="1691" y="4720"/>
                    <a:pt x="1639" y="4719"/>
                  </a:cubicBezTo>
                  <a:cubicBezTo>
                    <a:pt x="1747" y="4271"/>
                    <a:pt x="1608" y="3931"/>
                    <a:pt x="1284" y="3668"/>
                  </a:cubicBezTo>
                  <a:cubicBezTo>
                    <a:pt x="573" y="3189"/>
                    <a:pt x="233" y="2354"/>
                    <a:pt x="449" y="1643"/>
                  </a:cubicBezTo>
                  <a:cubicBezTo>
                    <a:pt x="665" y="901"/>
                    <a:pt x="1407" y="314"/>
                    <a:pt x="2288" y="206"/>
                  </a:cubicBezTo>
                  <a:cubicBezTo>
                    <a:pt x="2371" y="197"/>
                    <a:pt x="2455" y="193"/>
                    <a:pt x="2538" y="193"/>
                  </a:cubicBezTo>
                  <a:close/>
                  <a:moveTo>
                    <a:pt x="2599" y="1"/>
                  </a:moveTo>
                  <a:cubicBezTo>
                    <a:pt x="2495" y="1"/>
                    <a:pt x="2391" y="7"/>
                    <a:pt x="2288" y="20"/>
                  </a:cubicBezTo>
                  <a:cubicBezTo>
                    <a:pt x="1315" y="128"/>
                    <a:pt x="464" y="793"/>
                    <a:pt x="233" y="1597"/>
                  </a:cubicBezTo>
                  <a:cubicBezTo>
                    <a:pt x="1" y="2400"/>
                    <a:pt x="372" y="3297"/>
                    <a:pt x="1145" y="3822"/>
                  </a:cubicBezTo>
                  <a:cubicBezTo>
                    <a:pt x="1438" y="4039"/>
                    <a:pt x="1515" y="4348"/>
                    <a:pt x="1392" y="4765"/>
                  </a:cubicBezTo>
                  <a:lnTo>
                    <a:pt x="1361" y="4889"/>
                  </a:lnTo>
                  <a:lnTo>
                    <a:pt x="1485" y="4904"/>
                  </a:lnTo>
                  <a:cubicBezTo>
                    <a:pt x="1608" y="4935"/>
                    <a:pt x="1747" y="4935"/>
                    <a:pt x="1856" y="4935"/>
                  </a:cubicBezTo>
                  <a:cubicBezTo>
                    <a:pt x="2335" y="4935"/>
                    <a:pt x="2845" y="4858"/>
                    <a:pt x="3293" y="4750"/>
                  </a:cubicBezTo>
                  <a:lnTo>
                    <a:pt x="3417" y="4734"/>
                  </a:lnTo>
                  <a:lnTo>
                    <a:pt x="3386" y="4626"/>
                  </a:lnTo>
                  <a:cubicBezTo>
                    <a:pt x="3308" y="4410"/>
                    <a:pt x="3401" y="4132"/>
                    <a:pt x="3679" y="3884"/>
                  </a:cubicBezTo>
                  <a:cubicBezTo>
                    <a:pt x="3772" y="3807"/>
                    <a:pt x="3834" y="3730"/>
                    <a:pt x="3880" y="3668"/>
                  </a:cubicBezTo>
                  <a:cubicBezTo>
                    <a:pt x="3988" y="3591"/>
                    <a:pt x="4035" y="3513"/>
                    <a:pt x="4189" y="3405"/>
                  </a:cubicBezTo>
                  <a:cubicBezTo>
                    <a:pt x="4931" y="2849"/>
                    <a:pt x="5163" y="1860"/>
                    <a:pt x="4715" y="1102"/>
                  </a:cubicBezTo>
                  <a:cubicBezTo>
                    <a:pt x="4342" y="453"/>
                    <a:pt x="3474" y="1"/>
                    <a:pt x="259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6"/>
            <p:cNvSpPr/>
            <p:nvPr/>
          </p:nvSpPr>
          <p:spPr>
            <a:xfrm rot="864690">
              <a:off x="7511905" y="1138016"/>
              <a:ext cx="434533" cy="266419"/>
            </a:xfrm>
            <a:custGeom>
              <a:avLst/>
              <a:gdLst/>
              <a:ahLst/>
              <a:cxnLst/>
              <a:rect l="l" t="t" r="r" b="b"/>
              <a:pathLst>
                <a:path w="3355" h="2057" extrusionOk="0">
                  <a:moveTo>
                    <a:pt x="3122" y="295"/>
                  </a:moveTo>
                  <a:lnTo>
                    <a:pt x="3076" y="990"/>
                  </a:lnTo>
                  <a:cubicBezTo>
                    <a:pt x="3045" y="1237"/>
                    <a:pt x="3029" y="1516"/>
                    <a:pt x="3014" y="1763"/>
                  </a:cubicBezTo>
                  <a:cubicBezTo>
                    <a:pt x="2592" y="1827"/>
                    <a:pt x="2076" y="1864"/>
                    <a:pt x="1527" y="1864"/>
                  </a:cubicBezTo>
                  <a:cubicBezTo>
                    <a:pt x="1152" y="1864"/>
                    <a:pt x="760" y="1847"/>
                    <a:pt x="371" y="1809"/>
                  </a:cubicBezTo>
                  <a:cubicBezTo>
                    <a:pt x="387" y="1299"/>
                    <a:pt x="371" y="820"/>
                    <a:pt x="294" y="326"/>
                  </a:cubicBezTo>
                  <a:lnTo>
                    <a:pt x="294" y="326"/>
                  </a:lnTo>
                  <a:cubicBezTo>
                    <a:pt x="747" y="415"/>
                    <a:pt x="1204" y="461"/>
                    <a:pt x="1659" y="461"/>
                  </a:cubicBezTo>
                  <a:cubicBezTo>
                    <a:pt x="2151" y="461"/>
                    <a:pt x="2641" y="407"/>
                    <a:pt x="3122" y="295"/>
                  </a:cubicBezTo>
                  <a:close/>
                  <a:moveTo>
                    <a:pt x="3354" y="1"/>
                  </a:moveTo>
                  <a:lnTo>
                    <a:pt x="3199" y="47"/>
                  </a:lnTo>
                  <a:cubicBezTo>
                    <a:pt x="2696" y="175"/>
                    <a:pt x="2173" y="237"/>
                    <a:pt x="1645" y="237"/>
                  </a:cubicBezTo>
                  <a:cubicBezTo>
                    <a:pt x="1152" y="237"/>
                    <a:pt x="656" y="183"/>
                    <a:pt x="170" y="78"/>
                  </a:cubicBezTo>
                  <a:lnTo>
                    <a:pt x="0" y="47"/>
                  </a:lnTo>
                  <a:lnTo>
                    <a:pt x="16" y="202"/>
                  </a:lnTo>
                  <a:cubicBezTo>
                    <a:pt x="108" y="743"/>
                    <a:pt x="155" y="1284"/>
                    <a:pt x="108" y="1856"/>
                  </a:cubicBezTo>
                  <a:lnTo>
                    <a:pt x="108" y="1964"/>
                  </a:lnTo>
                  <a:lnTo>
                    <a:pt x="232" y="1979"/>
                  </a:lnTo>
                  <a:cubicBezTo>
                    <a:pt x="696" y="2041"/>
                    <a:pt x="1159" y="2057"/>
                    <a:pt x="1608" y="2057"/>
                  </a:cubicBezTo>
                  <a:cubicBezTo>
                    <a:pt x="2179" y="2057"/>
                    <a:pt x="2720" y="2010"/>
                    <a:pt x="3153" y="1917"/>
                  </a:cubicBezTo>
                  <a:lnTo>
                    <a:pt x="3246" y="1902"/>
                  </a:lnTo>
                  <a:lnTo>
                    <a:pt x="3246" y="1825"/>
                  </a:lnTo>
                  <a:cubicBezTo>
                    <a:pt x="3246" y="1547"/>
                    <a:pt x="3277" y="1253"/>
                    <a:pt x="3308" y="990"/>
                  </a:cubicBezTo>
                  <a:cubicBezTo>
                    <a:pt x="3323" y="712"/>
                    <a:pt x="3354" y="434"/>
                    <a:pt x="3354" y="140"/>
                  </a:cubicBezTo>
                  <a:lnTo>
                    <a:pt x="33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p:cNvSpPr/>
            <p:nvPr/>
          </p:nvSpPr>
          <p:spPr>
            <a:xfrm rot="864690">
              <a:off x="7587199" y="1226855"/>
              <a:ext cx="300352" cy="48828"/>
            </a:xfrm>
            <a:custGeom>
              <a:avLst/>
              <a:gdLst/>
              <a:ahLst/>
              <a:cxnLst/>
              <a:rect l="l" t="t" r="r" b="b"/>
              <a:pathLst>
                <a:path w="2319" h="377" extrusionOk="0">
                  <a:moveTo>
                    <a:pt x="125" y="0"/>
                  </a:moveTo>
                  <a:cubicBezTo>
                    <a:pt x="75" y="0"/>
                    <a:pt x="27" y="21"/>
                    <a:pt x="16" y="68"/>
                  </a:cubicBezTo>
                  <a:cubicBezTo>
                    <a:pt x="0" y="130"/>
                    <a:pt x="31" y="176"/>
                    <a:pt x="93" y="207"/>
                  </a:cubicBezTo>
                  <a:cubicBezTo>
                    <a:pt x="495" y="315"/>
                    <a:pt x="927" y="377"/>
                    <a:pt x="1376" y="377"/>
                  </a:cubicBezTo>
                  <a:cubicBezTo>
                    <a:pt x="1654" y="377"/>
                    <a:pt x="1932" y="361"/>
                    <a:pt x="2195" y="300"/>
                  </a:cubicBezTo>
                  <a:cubicBezTo>
                    <a:pt x="2272" y="300"/>
                    <a:pt x="2318" y="238"/>
                    <a:pt x="2303" y="176"/>
                  </a:cubicBezTo>
                  <a:cubicBezTo>
                    <a:pt x="2303" y="136"/>
                    <a:pt x="2245" y="96"/>
                    <a:pt x="2189" y="96"/>
                  </a:cubicBezTo>
                  <a:cubicBezTo>
                    <a:pt x="2181" y="96"/>
                    <a:pt x="2172" y="97"/>
                    <a:pt x="2164" y="99"/>
                  </a:cubicBezTo>
                  <a:cubicBezTo>
                    <a:pt x="1892" y="156"/>
                    <a:pt x="1615" y="184"/>
                    <a:pt x="1339" y="184"/>
                  </a:cubicBezTo>
                  <a:cubicBezTo>
                    <a:pt x="941" y="184"/>
                    <a:pt x="545" y="125"/>
                    <a:pt x="170" y="6"/>
                  </a:cubicBezTo>
                  <a:cubicBezTo>
                    <a:pt x="156" y="2"/>
                    <a:pt x="140" y="0"/>
                    <a:pt x="12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p:cNvSpPr/>
            <p:nvPr/>
          </p:nvSpPr>
          <p:spPr>
            <a:xfrm rot="864690">
              <a:off x="7597803" y="1296128"/>
              <a:ext cx="250358" cy="46238"/>
            </a:xfrm>
            <a:custGeom>
              <a:avLst/>
              <a:gdLst/>
              <a:ahLst/>
              <a:cxnLst/>
              <a:rect l="l" t="t" r="r" b="b"/>
              <a:pathLst>
                <a:path w="1933" h="357" extrusionOk="0">
                  <a:moveTo>
                    <a:pt x="170" y="1"/>
                  </a:moveTo>
                  <a:cubicBezTo>
                    <a:pt x="93" y="1"/>
                    <a:pt x="31" y="16"/>
                    <a:pt x="16" y="78"/>
                  </a:cubicBezTo>
                  <a:cubicBezTo>
                    <a:pt x="0" y="140"/>
                    <a:pt x="31" y="202"/>
                    <a:pt x="93" y="217"/>
                  </a:cubicBezTo>
                  <a:cubicBezTo>
                    <a:pt x="433" y="310"/>
                    <a:pt x="789" y="356"/>
                    <a:pt x="1160" y="356"/>
                  </a:cubicBezTo>
                  <a:cubicBezTo>
                    <a:pt x="1361" y="356"/>
                    <a:pt x="1577" y="356"/>
                    <a:pt x="1809" y="279"/>
                  </a:cubicBezTo>
                  <a:cubicBezTo>
                    <a:pt x="1871" y="279"/>
                    <a:pt x="1932" y="217"/>
                    <a:pt x="1902" y="155"/>
                  </a:cubicBezTo>
                  <a:cubicBezTo>
                    <a:pt x="1902" y="104"/>
                    <a:pt x="1848" y="74"/>
                    <a:pt x="1804" y="74"/>
                  </a:cubicBezTo>
                  <a:cubicBezTo>
                    <a:pt x="1795" y="74"/>
                    <a:pt x="1786" y="76"/>
                    <a:pt x="1778" y="78"/>
                  </a:cubicBezTo>
                  <a:cubicBezTo>
                    <a:pt x="1572" y="108"/>
                    <a:pt x="1362" y="124"/>
                    <a:pt x="1151" y="124"/>
                  </a:cubicBezTo>
                  <a:cubicBezTo>
                    <a:pt x="822" y="124"/>
                    <a:pt x="490" y="86"/>
                    <a:pt x="17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6"/>
            <p:cNvSpPr/>
            <p:nvPr/>
          </p:nvSpPr>
          <p:spPr>
            <a:xfrm rot="864690">
              <a:off x="7754418" y="777788"/>
              <a:ext cx="92217" cy="407075"/>
            </a:xfrm>
            <a:custGeom>
              <a:avLst/>
              <a:gdLst/>
              <a:ahLst/>
              <a:cxnLst/>
              <a:rect l="l" t="t" r="r" b="b"/>
              <a:pathLst>
                <a:path w="712" h="3143" extrusionOk="0">
                  <a:moveTo>
                    <a:pt x="447" y="0"/>
                  </a:moveTo>
                  <a:cubicBezTo>
                    <a:pt x="416" y="0"/>
                    <a:pt x="383" y="15"/>
                    <a:pt x="356" y="51"/>
                  </a:cubicBezTo>
                  <a:cubicBezTo>
                    <a:pt x="186" y="330"/>
                    <a:pt x="263" y="654"/>
                    <a:pt x="325" y="886"/>
                  </a:cubicBezTo>
                  <a:lnTo>
                    <a:pt x="356" y="1025"/>
                  </a:lnTo>
                  <a:cubicBezTo>
                    <a:pt x="418" y="1226"/>
                    <a:pt x="480" y="1427"/>
                    <a:pt x="464" y="1612"/>
                  </a:cubicBezTo>
                  <a:cubicBezTo>
                    <a:pt x="433" y="1767"/>
                    <a:pt x="340" y="1922"/>
                    <a:pt x="263" y="2076"/>
                  </a:cubicBezTo>
                  <a:cubicBezTo>
                    <a:pt x="232" y="2153"/>
                    <a:pt x="186" y="2215"/>
                    <a:pt x="155" y="2293"/>
                  </a:cubicBezTo>
                  <a:cubicBezTo>
                    <a:pt x="0" y="2602"/>
                    <a:pt x="0" y="2911"/>
                    <a:pt x="170" y="3112"/>
                  </a:cubicBezTo>
                  <a:cubicBezTo>
                    <a:pt x="186" y="3127"/>
                    <a:pt x="232" y="3143"/>
                    <a:pt x="263" y="3143"/>
                  </a:cubicBezTo>
                  <a:cubicBezTo>
                    <a:pt x="294" y="3143"/>
                    <a:pt x="311" y="3136"/>
                    <a:pt x="324" y="3136"/>
                  </a:cubicBezTo>
                  <a:cubicBezTo>
                    <a:pt x="330" y="3136"/>
                    <a:pt x="335" y="3137"/>
                    <a:pt x="340" y="3143"/>
                  </a:cubicBezTo>
                  <a:cubicBezTo>
                    <a:pt x="387" y="3127"/>
                    <a:pt x="402" y="3050"/>
                    <a:pt x="356" y="3003"/>
                  </a:cubicBezTo>
                  <a:cubicBezTo>
                    <a:pt x="186" y="2818"/>
                    <a:pt x="279" y="2540"/>
                    <a:pt x="356" y="2385"/>
                  </a:cubicBezTo>
                  <a:cubicBezTo>
                    <a:pt x="387" y="2339"/>
                    <a:pt x="418" y="2262"/>
                    <a:pt x="464" y="2200"/>
                  </a:cubicBezTo>
                  <a:cubicBezTo>
                    <a:pt x="557" y="2030"/>
                    <a:pt x="650" y="1844"/>
                    <a:pt x="665" y="1659"/>
                  </a:cubicBezTo>
                  <a:cubicBezTo>
                    <a:pt x="711" y="1427"/>
                    <a:pt x="650" y="1195"/>
                    <a:pt x="572" y="979"/>
                  </a:cubicBezTo>
                  <a:lnTo>
                    <a:pt x="541" y="840"/>
                  </a:lnTo>
                  <a:cubicBezTo>
                    <a:pt x="480" y="654"/>
                    <a:pt x="418" y="361"/>
                    <a:pt x="557" y="144"/>
                  </a:cubicBezTo>
                  <a:cubicBezTo>
                    <a:pt x="588" y="113"/>
                    <a:pt x="572" y="36"/>
                    <a:pt x="510" y="21"/>
                  </a:cubicBezTo>
                  <a:cubicBezTo>
                    <a:pt x="491" y="8"/>
                    <a:pt x="469" y="0"/>
                    <a:pt x="44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6"/>
            <p:cNvSpPr/>
            <p:nvPr/>
          </p:nvSpPr>
          <p:spPr>
            <a:xfrm rot="864690">
              <a:off x="7974980" y="291837"/>
              <a:ext cx="34193" cy="250358"/>
            </a:xfrm>
            <a:custGeom>
              <a:avLst/>
              <a:gdLst/>
              <a:ahLst/>
              <a:cxnLst/>
              <a:rect l="l" t="t" r="r" b="b"/>
              <a:pathLst>
                <a:path w="264" h="1933" extrusionOk="0">
                  <a:moveTo>
                    <a:pt x="155" y="0"/>
                  </a:moveTo>
                  <a:cubicBezTo>
                    <a:pt x="93" y="0"/>
                    <a:pt x="47" y="31"/>
                    <a:pt x="47" y="93"/>
                  </a:cubicBezTo>
                  <a:lnTo>
                    <a:pt x="0" y="1840"/>
                  </a:lnTo>
                  <a:cubicBezTo>
                    <a:pt x="0" y="1886"/>
                    <a:pt x="47" y="1932"/>
                    <a:pt x="124" y="1932"/>
                  </a:cubicBezTo>
                  <a:cubicBezTo>
                    <a:pt x="201" y="1932"/>
                    <a:pt x="232" y="1886"/>
                    <a:pt x="232" y="1840"/>
                  </a:cubicBezTo>
                  <a:lnTo>
                    <a:pt x="263" y="93"/>
                  </a:lnTo>
                  <a:cubicBezTo>
                    <a:pt x="263" y="31"/>
                    <a:pt x="217" y="0"/>
                    <a:pt x="15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6"/>
            <p:cNvSpPr/>
            <p:nvPr/>
          </p:nvSpPr>
          <p:spPr>
            <a:xfrm rot="864690">
              <a:off x="8201277" y="909226"/>
              <a:ext cx="216295" cy="28105"/>
            </a:xfrm>
            <a:custGeom>
              <a:avLst/>
              <a:gdLst/>
              <a:ahLst/>
              <a:cxnLst/>
              <a:rect l="l" t="t" r="r" b="b"/>
              <a:pathLst>
                <a:path w="1670" h="217" extrusionOk="0">
                  <a:moveTo>
                    <a:pt x="1546" y="0"/>
                  </a:moveTo>
                  <a:lnTo>
                    <a:pt x="124" y="16"/>
                  </a:lnTo>
                  <a:cubicBezTo>
                    <a:pt x="62" y="16"/>
                    <a:pt x="0" y="62"/>
                    <a:pt x="0" y="124"/>
                  </a:cubicBezTo>
                  <a:cubicBezTo>
                    <a:pt x="0" y="170"/>
                    <a:pt x="62" y="217"/>
                    <a:pt x="124" y="217"/>
                  </a:cubicBezTo>
                  <a:lnTo>
                    <a:pt x="1546" y="201"/>
                  </a:lnTo>
                  <a:cubicBezTo>
                    <a:pt x="1608" y="201"/>
                    <a:pt x="1669" y="155"/>
                    <a:pt x="1669" y="93"/>
                  </a:cubicBezTo>
                  <a:cubicBezTo>
                    <a:pt x="1669" y="31"/>
                    <a:pt x="1608" y="0"/>
                    <a:pt x="154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6"/>
            <p:cNvSpPr/>
            <p:nvPr/>
          </p:nvSpPr>
          <p:spPr>
            <a:xfrm rot="864690">
              <a:off x="7251065" y="636179"/>
              <a:ext cx="312527" cy="66702"/>
            </a:xfrm>
            <a:custGeom>
              <a:avLst/>
              <a:gdLst/>
              <a:ahLst/>
              <a:cxnLst/>
              <a:rect l="l" t="t" r="r" b="b"/>
              <a:pathLst>
                <a:path w="2413" h="515" extrusionOk="0">
                  <a:moveTo>
                    <a:pt x="124" y="0"/>
                  </a:moveTo>
                  <a:cubicBezTo>
                    <a:pt x="74" y="0"/>
                    <a:pt x="29" y="30"/>
                    <a:pt x="16" y="82"/>
                  </a:cubicBezTo>
                  <a:cubicBezTo>
                    <a:pt x="1" y="143"/>
                    <a:pt x="63" y="205"/>
                    <a:pt x="109" y="205"/>
                  </a:cubicBezTo>
                  <a:lnTo>
                    <a:pt x="2258" y="514"/>
                  </a:lnTo>
                  <a:lnTo>
                    <a:pt x="2273" y="514"/>
                  </a:lnTo>
                  <a:cubicBezTo>
                    <a:pt x="2335" y="514"/>
                    <a:pt x="2397" y="483"/>
                    <a:pt x="2397" y="437"/>
                  </a:cubicBezTo>
                  <a:cubicBezTo>
                    <a:pt x="2412" y="375"/>
                    <a:pt x="2350" y="313"/>
                    <a:pt x="2304" y="313"/>
                  </a:cubicBezTo>
                  <a:lnTo>
                    <a:pt x="156" y="4"/>
                  </a:lnTo>
                  <a:cubicBezTo>
                    <a:pt x="145" y="2"/>
                    <a:pt x="134" y="0"/>
                    <a:pt x="12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6"/>
            <p:cNvSpPr/>
            <p:nvPr/>
          </p:nvSpPr>
          <p:spPr>
            <a:xfrm rot="864690">
              <a:off x="8164843" y="589260"/>
              <a:ext cx="92217" cy="114753"/>
            </a:xfrm>
            <a:custGeom>
              <a:avLst/>
              <a:gdLst/>
              <a:ahLst/>
              <a:cxnLst/>
              <a:rect l="l" t="t" r="r" b="b"/>
              <a:pathLst>
                <a:path w="712" h="886" extrusionOk="0">
                  <a:moveTo>
                    <a:pt x="567" y="0"/>
                  </a:moveTo>
                  <a:cubicBezTo>
                    <a:pt x="534" y="0"/>
                    <a:pt x="503" y="12"/>
                    <a:pt x="480" y="35"/>
                  </a:cubicBezTo>
                  <a:cubicBezTo>
                    <a:pt x="279" y="252"/>
                    <a:pt x="125" y="483"/>
                    <a:pt x="16" y="746"/>
                  </a:cubicBezTo>
                  <a:cubicBezTo>
                    <a:pt x="1" y="808"/>
                    <a:pt x="47" y="870"/>
                    <a:pt x="94" y="885"/>
                  </a:cubicBezTo>
                  <a:lnTo>
                    <a:pt x="140" y="885"/>
                  </a:lnTo>
                  <a:cubicBezTo>
                    <a:pt x="171" y="885"/>
                    <a:pt x="233" y="870"/>
                    <a:pt x="248" y="808"/>
                  </a:cubicBezTo>
                  <a:cubicBezTo>
                    <a:pt x="326" y="576"/>
                    <a:pt x="465" y="344"/>
                    <a:pt x="666" y="174"/>
                  </a:cubicBezTo>
                  <a:cubicBezTo>
                    <a:pt x="712" y="128"/>
                    <a:pt x="712" y="66"/>
                    <a:pt x="666" y="35"/>
                  </a:cubicBezTo>
                  <a:cubicBezTo>
                    <a:pt x="635" y="12"/>
                    <a:pt x="600" y="0"/>
                    <a:pt x="56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6"/>
            <p:cNvSpPr/>
            <p:nvPr/>
          </p:nvSpPr>
          <p:spPr>
            <a:xfrm rot="864690">
              <a:off x="7538891" y="362823"/>
              <a:ext cx="192334" cy="191946"/>
            </a:xfrm>
            <a:custGeom>
              <a:avLst/>
              <a:gdLst/>
              <a:ahLst/>
              <a:cxnLst/>
              <a:rect l="l" t="t" r="r" b="b"/>
              <a:pathLst>
                <a:path w="1485" h="1482" extrusionOk="0">
                  <a:moveTo>
                    <a:pt x="121" y="1"/>
                  </a:moveTo>
                  <a:cubicBezTo>
                    <a:pt x="105" y="1"/>
                    <a:pt x="91" y="5"/>
                    <a:pt x="78" y="13"/>
                  </a:cubicBezTo>
                  <a:cubicBezTo>
                    <a:pt x="16" y="28"/>
                    <a:pt x="1" y="90"/>
                    <a:pt x="16" y="137"/>
                  </a:cubicBezTo>
                  <a:cubicBezTo>
                    <a:pt x="264" y="693"/>
                    <a:pt x="727" y="1141"/>
                    <a:pt x="1284" y="1466"/>
                  </a:cubicBezTo>
                  <a:cubicBezTo>
                    <a:pt x="1315" y="1481"/>
                    <a:pt x="1330" y="1481"/>
                    <a:pt x="1346" y="1481"/>
                  </a:cubicBezTo>
                  <a:cubicBezTo>
                    <a:pt x="1392" y="1481"/>
                    <a:pt x="1423" y="1466"/>
                    <a:pt x="1438" y="1419"/>
                  </a:cubicBezTo>
                  <a:cubicBezTo>
                    <a:pt x="1485" y="1388"/>
                    <a:pt x="1469" y="1327"/>
                    <a:pt x="1407" y="1280"/>
                  </a:cubicBezTo>
                  <a:cubicBezTo>
                    <a:pt x="882" y="1002"/>
                    <a:pt x="465" y="569"/>
                    <a:pt x="233" y="75"/>
                  </a:cubicBezTo>
                  <a:cubicBezTo>
                    <a:pt x="210" y="29"/>
                    <a:pt x="163" y="1"/>
                    <a:pt x="12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6"/>
            <p:cNvSpPr/>
            <p:nvPr/>
          </p:nvSpPr>
          <p:spPr>
            <a:xfrm rot="864690">
              <a:off x="8092500" y="1038304"/>
              <a:ext cx="160343" cy="94289"/>
            </a:xfrm>
            <a:custGeom>
              <a:avLst/>
              <a:gdLst/>
              <a:ahLst/>
              <a:cxnLst/>
              <a:rect l="l" t="t" r="r" b="b"/>
              <a:pathLst>
                <a:path w="1238" h="728" extrusionOk="0">
                  <a:moveTo>
                    <a:pt x="126" y="0"/>
                  </a:moveTo>
                  <a:cubicBezTo>
                    <a:pt x="102" y="0"/>
                    <a:pt x="80" y="5"/>
                    <a:pt x="62" y="17"/>
                  </a:cubicBezTo>
                  <a:cubicBezTo>
                    <a:pt x="1" y="32"/>
                    <a:pt x="1" y="110"/>
                    <a:pt x="32" y="156"/>
                  </a:cubicBezTo>
                  <a:cubicBezTo>
                    <a:pt x="310" y="419"/>
                    <a:pt x="650" y="635"/>
                    <a:pt x="1067" y="728"/>
                  </a:cubicBezTo>
                  <a:lnTo>
                    <a:pt x="1098" y="728"/>
                  </a:lnTo>
                  <a:cubicBezTo>
                    <a:pt x="1160" y="728"/>
                    <a:pt x="1191" y="697"/>
                    <a:pt x="1206" y="697"/>
                  </a:cubicBezTo>
                  <a:cubicBezTo>
                    <a:pt x="1237" y="635"/>
                    <a:pt x="1191" y="573"/>
                    <a:pt x="1144" y="558"/>
                  </a:cubicBezTo>
                  <a:cubicBezTo>
                    <a:pt x="789" y="465"/>
                    <a:pt x="464" y="295"/>
                    <a:pt x="232" y="32"/>
                  </a:cubicBezTo>
                  <a:cubicBezTo>
                    <a:pt x="204" y="13"/>
                    <a:pt x="163" y="0"/>
                    <a:pt x="12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6"/>
            <p:cNvSpPr/>
            <p:nvPr/>
          </p:nvSpPr>
          <p:spPr>
            <a:xfrm rot="864690">
              <a:off x="7382482" y="916015"/>
              <a:ext cx="136253" cy="103226"/>
            </a:xfrm>
            <a:custGeom>
              <a:avLst/>
              <a:gdLst/>
              <a:ahLst/>
              <a:cxnLst/>
              <a:rect l="l" t="t" r="r" b="b"/>
              <a:pathLst>
                <a:path w="1052" h="797" extrusionOk="0">
                  <a:moveTo>
                    <a:pt x="920" y="1"/>
                  </a:moveTo>
                  <a:cubicBezTo>
                    <a:pt x="893" y="1"/>
                    <a:pt x="866" y="9"/>
                    <a:pt x="835" y="24"/>
                  </a:cubicBezTo>
                  <a:lnTo>
                    <a:pt x="47" y="627"/>
                  </a:lnTo>
                  <a:cubicBezTo>
                    <a:pt x="0" y="642"/>
                    <a:pt x="0" y="720"/>
                    <a:pt x="47" y="766"/>
                  </a:cubicBezTo>
                  <a:cubicBezTo>
                    <a:pt x="78" y="781"/>
                    <a:pt x="109" y="797"/>
                    <a:pt x="140" y="797"/>
                  </a:cubicBezTo>
                  <a:cubicBezTo>
                    <a:pt x="155" y="797"/>
                    <a:pt x="186" y="797"/>
                    <a:pt x="217" y="766"/>
                  </a:cubicBezTo>
                  <a:lnTo>
                    <a:pt x="1005" y="163"/>
                  </a:lnTo>
                  <a:cubicBezTo>
                    <a:pt x="1051" y="148"/>
                    <a:pt x="1051" y="70"/>
                    <a:pt x="1005" y="24"/>
                  </a:cubicBezTo>
                  <a:cubicBezTo>
                    <a:pt x="974" y="9"/>
                    <a:pt x="947" y="1"/>
                    <a:pt x="92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6" name="Google Shape;506;p36"/>
          <p:cNvSpPr/>
          <p:nvPr/>
        </p:nvSpPr>
        <p:spPr>
          <a:xfrm>
            <a:off x="236250" y="3395748"/>
            <a:ext cx="1708152" cy="1296590"/>
          </a:xfrm>
          <a:custGeom>
            <a:avLst/>
            <a:gdLst/>
            <a:ahLst/>
            <a:cxnLst/>
            <a:rect l="l" t="t" r="r" b="b"/>
            <a:pathLst>
              <a:path w="27621" h="20966" extrusionOk="0">
                <a:moveTo>
                  <a:pt x="12470" y="732"/>
                </a:moveTo>
                <a:cubicBezTo>
                  <a:pt x="14599" y="732"/>
                  <a:pt x="16245" y="2692"/>
                  <a:pt x="17079" y="4584"/>
                </a:cubicBezTo>
                <a:cubicBezTo>
                  <a:pt x="17136" y="4719"/>
                  <a:pt x="17234" y="4774"/>
                  <a:pt x="17338" y="4774"/>
                </a:cubicBezTo>
                <a:cubicBezTo>
                  <a:pt x="17542" y="4774"/>
                  <a:pt x="17769" y="4560"/>
                  <a:pt x="17747" y="4317"/>
                </a:cubicBezTo>
                <a:cubicBezTo>
                  <a:pt x="18958" y="2972"/>
                  <a:pt x="20681" y="1762"/>
                  <a:pt x="22430" y="1762"/>
                </a:cubicBezTo>
                <a:cubicBezTo>
                  <a:pt x="23283" y="1762"/>
                  <a:pt x="24143" y="2049"/>
                  <a:pt x="24952" y="2749"/>
                </a:cubicBezTo>
                <a:cubicBezTo>
                  <a:pt x="27620" y="5084"/>
                  <a:pt x="25119" y="8086"/>
                  <a:pt x="23584" y="10154"/>
                </a:cubicBezTo>
                <a:cubicBezTo>
                  <a:pt x="22150" y="12022"/>
                  <a:pt x="20649" y="13824"/>
                  <a:pt x="19048" y="15492"/>
                </a:cubicBezTo>
                <a:cubicBezTo>
                  <a:pt x="18414" y="16159"/>
                  <a:pt x="16913" y="17026"/>
                  <a:pt x="16546" y="17993"/>
                </a:cubicBezTo>
                <a:cubicBezTo>
                  <a:pt x="14378" y="15291"/>
                  <a:pt x="11776" y="12690"/>
                  <a:pt x="10108" y="9621"/>
                </a:cubicBezTo>
                <a:cubicBezTo>
                  <a:pt x="10108" y="9587"/>
                  <a:pt x="10074" y="9487"/>
                  <a:pt x="10041" y="9454"/>
                </a:cubicBezTo>
                <a:cubicBezTo>
                  <a:pt x="9708" y="8820"/>
                  <a:pt x="9407" y="8153"/>
                  <a:pt x="9140" y="7453"/>
                </a:cubicBezTo>
                <a:cubicBezTo>
                  <a:pt x="8407" y="5184"/>
                  <a:pt x="8573" y="1982"/>
                  <a:pt x="11142" y="981"/>
                </a:cubicBezTo>
                <a:cubicBezTo>
                  <a:pt x="11602" y="809"/>
                  <a:pt x="12045" y="732"/>
                  <a:pt x="12470" y="732"/>
                </a:cubicBezTo>
                <a:close/>
                <a:moveTo>
                  <a:pt x="9441" y="10088"/>
                </a:moveTo>
                <a:cubicBezTo>
                  <a:pt x="9574" y="10288"/>
                  <a:pt x="9708" y="10521"/>
                  <a:pt x="9808" y="10755"/>
                </a:cubicBezTo>
                <a:cubicBezTo>
                  <a:pt x="10541" y="11622"/>
                  <a:pt x="11209" y="12656"/>
                  <a:pt x="11909" y="13657"/>
                </a:cubicBezTo>
                <a:cubicBezTo>
                  <a:pt x="10541" y="15692"/>
                  <a:pt x="9407" y="18027"/>
                  <a:pt x="8607" y="20362"/>
                </a:cubicBezTo>
                <a:cubicBezTo>
                  <a:pt x="6372" y="19661"/>
                  <a:pt x="4204" y="18761"/>
                  <a:pt x="2236" y="17360"/>
                </a:cubicBezTo>
                <a:cubicBezTo>
                  <a:pt x="701" y="16259"/>
                  <a:pt x="1068" y="14424"/>
                  <a:pt x="2636" y="13590"/>
                </a:cubicBezTo>
                <a:cubicBezTo>
                  <a:pt x="3145" y="13302"/>
                  <a:pt x="3697" y="13177"/>
                  <a:pt x="4248" y="13177"/>
                </a:cubicBezTo>
                <a:cubicBezTo>
                  <a:pt x="4781" y="13177"/>
                  <a:pt x="5313" y="13294"/>
                  <a:pt x="5805" y="13490"/>
                </a:cubicBezTo>
                <a:lnTo>
                  <a:pt x="5805" y="13590"/>
                </a:lnTo>
                <a:cubicBezTo>
                  <a:pt x="5842" y="13684"/>
                  <a:pt x="5922" y="13725"/>
                  <a:pt x="6009" y="13725"/>
                </a:cubicBezTo>
                <a:cubicBezTo>
                  <a:pt x="6076" y="13725"/>
                  <a:pt x="6147" y="13701"/>
                  <a:pt x="6205" y="13657"/>
                </a:cubicBezTo>
                <a:cubicBezTo>
                  <a:pt x="6305" y="13657"/>
                  <a:pt x="6472" y="13490"/>
                  <a:pt x="6305" y="13357"/>
                </a:cubicBezTo>
                <a:cubicBezTo>
                  <a:pt x="6272" y="13323"/>
                  <a:pt x="6272" y="13323"/>
                  <a:pt x="6238" y="13323"/>
                </a:cubicBezTo>
                <a:cubicBezTo>
                  <a:pt x="6305" y="11489"/>
                  <a:pt x="7706" y="10255"/>
                  <a:pt x="9441" y="10088"/>
                </a:cubicBezTo>
                <a:close/>
                <a:moveTo>
                  <a:pt x="12405" y="0"/>
                </a:moveTo>
                <a:cubicBezTo>
                  <a:pt x="10464" y="0"/>
                  <a:pt x="8938" y="1351"/>
                  <a:pt x="8307" y="3149"/>
                </a:cubicBezTo>
                <a:cubicBezTo>
                  <a:pt x="7573" y="5284"/>
                  <a:pt x="8173" y="7419"/>
                  <a:pt x="9140" y="9321"/>
                </a:cubicBezTo>
                <a:cubicBezTo>
                  <a:pt x="7406" y="9354"/>
                  <a:pt x="5771" y="11122"/>
                  <a:pt x="5771" y="12923"/>
                </a:cubicBezTo>
                <a:cubicBezTo>
                  <a:pt x="5261" y="12649"/>
                  <a:pt x="4690" y="12521"/>
                  <a:pt x="4117" y="12521"/>
                </a:cubicBezTo>
                <a:cubicBezTo>
                  <a:pt x="2594" y="12521"/>
                  <a:pt x="1052" y="13431"/>
                  <a:pt x="568" y="14958"/>
                </a:cubicBezTo>
                <a:cubicBezTo>
                  <a:pt x="1" y="16759"/>
                  <a:pt x="1435" y="17593"/>
                  <a:pt x="2769" y="18460"/>
                </a:cubicBezTo>
                <a:cubicBezTo>
                  <a:pt x="4571" y="19595"/>
                  <a:pt x="6572" y="20495"/>
                  <a:pt x="8607" y="20962"/>
                </a:cubicBezTo>
                <a:cubicBezTo>
                  <a:pt x="8624" y="20964"/>
                  <a:pt x="8641" y="20965"/>
                  <a:pt x="8657" y="20965"/>
                </a:cubicBezTo>
                <a:cubicBezTo>
                  <a:pt x="8890" y="20965"/>
                  <a:pt x="9003" y="20751"/>
                  <a:pt x="8940" y="20595"/>
                </a:cubicBezTo>
                <a:lnTo>
                  <a:pt x="8974" y="20529"/>
                </a:lnTo>
                <a:cubicBezTo>
                  <a:pt x="10074" y="18360"/>
                  <a:pt x="11142" y="16292"/>
                  <a:pt x="12276" y="14157"/>
                </a:cubicBezTo>
                <a:cubicBezTo>
                  <a:pt x="13544" y="15792"/>
                  <a:pt x="14911" y="17293"/>
                  <a:pt x="16446" y="18594"/>
                </a:cubicBezTo>
                <a:cubicBezTo>
                  <a:pt x="16479" y="18661"/>
                  <a:pt x="16579" y="18761"/>
                  <a:pt x="16646" y="18761"/>
                </a:cubicBezTo>
                <a:lnTo>
                  <a:pt x="16779" y="18761"/>
                </a:lnTo>
                <a:cubicBezTo>
                  <a:pt x="16802" y="18765"/>
                  <a:pt x="16823" y="18767"/>
                  <a:pt x="16845" y="18767"/>
                </a:cubicBezTo>
                <a:cubicBezTo>
                  <a:pt x="16982" y="18767"/>
                  <a:pt x="17097" y="18681"/>
                  <a:pt x="17213" y="18594"/>
                </a:cubicBezTo>
                <a:lnTo>
                  <a:pt x="17280" y="18460"/>
                </a:lnTo>
                <a:cubicBezTo>
                  <a:pt x="17346" y="18360"/>
                  <a:pt x="17313" y="18194"/>
                  <a:pt x="17280" y="18127"/>
                </a:cubicBezTo>
                <a:cubicBezTo>
                  <a:pt x="18914" y="16759"/>
                  <a:pt x="23084" y="11789"/>
                  <a:pt x="23484" y="11289"/>
                </a:cubicBezTo>
                <a:cubicBezTo>
                  <a:pt x="24918" y="9621"/>
                  <a:pt x="27153" y="7286"/>
                  <a:pt x="26886" y="4851"/>
                </a:cubicBezTo>
                <a:cubicBezTo>
                  <a:pt x="26653" y="2983"/>
                  <a:pt x="24985" y="1515"/>
                  <a:pt x="23217" y="1181"/>
                </a:cubicBezTo>
                <a:cubicBezTo>
                  <a:pt x="22938" y="1132"/>
                  <a:pt x="22661" y="1109"/>
                  <a:pt x="22388" y="1109"/>
                </a:cubicBezTo>
                <a:cubicBezTo>
                  <a:pt x="20451" y="1109"/>
                  <a:pt x="18720" y="2296"/>
                  <a:pt x="17580" y="3817"/>
                </a:cubicBezTo>
                <a:cubicBezTo>
                  <a:pt x="16612" y="1915"/>
                  <a:pt x="15045" y="181"/>
                  <a:pt x="12743" y="14"/>
                </a:cubicBezTo>
                <a:cubicBezTo>
                  <a:pt x="12629" y="5"/>
                  <a:pt x="12517" y="0"/>
                  <a:pt x="12405" y="0"/>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7" name="Google Shape;507;p36"/>
          <p:cNvGrpSpPr/>
          <p:nvPr/>
        </p:nvGrpSpPr>
        <p:grpSpPr>
          <a:xfrm>
            <a:off x="7560174" y="232217"/>
            <a:ext cx="1399992" cy="1603064"/>
            <a:chOff x="5731825" y="4473182"/>
            <a:chExt cx="894906" cy="1024649"/>
          </a:xfrm>
        </p:grpSpPr>
        <p:sp>
          <p:nvSpPr>
            <p:cNvPr id="508" name="Google Shape;508;p36"/>
            <p:cNvSpPr/>
            <p:nvPr/>
          </p:nvSpPr>
          <p:spPr>
            <a:xfrm>
              <a:off x="5832430" y="4560965"/>
              <a:ext cx="773932" cy="847479"/>
            </a:xfrm>
            <a:custGeom>
              <a:avLst/>
              <a:gdLst/>
              <a:ahLst/>
              <a:cxnLst/>
              <a:rect l="l" t="t" r="r" b="b"/>
              <a:pathLst>
                <a:path w="8208" h="8988" extrusionOk="0">
                  <a:moveTo>
                    <a:pt x="5717" y="0"/>
                  </a:moveTo>
                  <a:cubicBezTo>
                    <a:pt x="5427" y="0"/>
                    <a:pt x="5149" y="154"/>
                    <a:pt x="5101" y="497"/>
                  </a:cubicBezTo>
                  <a:cubicBezTo>
                    <a:pt x="5008" y="1130"/>
                    <a:pt x="4931" y="1779"/>
                    <a:pt x="4853" y="2429"/>
                  </a:cubicBezTo>
                  <a:cubicBezTo>
                    <a:pt x="4765" y="2396"/>
                    <a:pt x="4672" y="2379"/>
                    <a:pt x="4581" y="2379"/>
                  </a:cubicBezTo>
                  <a:cubicBezTo>
                    <a:pt x="4326" y="2379"/>
                    <a:pt x="4091" y="2519"/>
                    <a:pt x="4034" y="2861"/>
                  </a:cubicBezTo>
                  <a:cubicBezTo>
                    <a:pt x="3880" y="3773"/>
                    <a:pt x="3710" y="4670"/>
                    <a:pt x="3493" y="5551"/>
                  </a:cubicBezTo>
                  <a:cubicBezTo>
                    <a:pt x="3416" y="4747"/>
                    <a:pt x="3401" y="3912"/>
                    <a:pt x="3169" y="3155"/>
                  </a:cubicBezTo>
                  <a:cubicBezTo>
                    <a:pt x="3069" y="2835"/>
                    <a:pt x="2796" y="2680"/>
                    <a:pt x="2519" y="2680"/>
                  </a:cubicBezTo>
                  <a:cubicBezTo>
                    <a:pt x="2408" y="2680"/>
                    <a:pt x="2296" y="2705"/>
                    <a:pt x="2195" y="2753"/>
                  </a:cubicBezTo>
                  <a:lnTo>
                    <a:pt x="2195" y="1733"/>
                  </a:lnTo>
                  <a:cubicBezTo>
                    <a:pt x="2195" y="1312"/>
                    <a:pt x="1821" y="1062"/>
                    <a:pt x="1471" y="1062"/>
                  </a:cubicBezTo>
                  <a:cubicBezTo>
                    <a:pt x="1255" y="1062"/>
                    <a:pt x="1049" y="1156"/>
                    <a:pt x="943" y="1362"/>
                  </a:cubicBezTo>
                  <a:cubicBezTo>
                    <a:pt x="870" y="1339"/>
                    <a:pt x="792" y="1327"/>
                    <a:pt x="713" y="1327"/>
                  </a:cubicBezTo>
                  <a:cubicBezTo>
                    <a:pt x="376" y="1327"/>
                    <a:pt x="31" y="1542"/>
                    <a:pt x="31" y="1980"/>
                  </a:cubicBezTo>
                  <a:cubicBezTo>
                    <a:pt x="16" y="2908"/>
                    <a:pt x="0" y="3820"/>
                    <a:pt x="0" y="4747"/>
                  </a:cubicBezTo>
                  <a:cubicBezTo>
                    <a:pt x="0" y="5141"/>
                    <a:pt x="369" y="5424"/>
                    <a:pt x="736" y="5424"/>
                  </a:cubicBezTo>
                  <a:cubicBezTo>
                    <a:pt x="800" y="5424"/>
                    <a:pt x="865" y="5415"/>
                    <a:pt x="928" y="5396"/>
                  </a:cubicBezTo>
                  <a:cubicBezTo>
                    <a:pt x="1020" y="5844"/>
                    <a:pt x="1252" y="6215"/>
                    <a:pt x="1654" y="6493"/>
                  </a:cubicBezTo>
                  <a:cubicBezTo>
                    <a:pt x="1773" y="6573"/>
                    <a:pt x="1893" y="6608"/>
                    <a:pt x="2008" y="6608"/>
                  </a:cubicBezTo>
                  <a:cubicBezTo>
                    <a:pt x="2116" y="6608"/>
                    <a:pt x="2221" y="6577"/>
                    <a:pt x="2319" y="6524"/>
                  </a:cubicBezTo>
                  <a:cubicBezTo>
                    <a:pt x="2411" y="7112"/>
                    <a:pt x="2597" y="7715"/>
                    <a:pt x="2968" y="8255"/>
                  </a:cubicBezTo>
                  <a:cubicBezTo>
                    <a:pt x="3126" y="8462"/>
                    <a:pt x="3352" y="8574"/>
                    <a:pt x="3569" y="8574"/>
                  </a:cubicBezTo>
                  <a:cubicBezTo>
                    <a:pt x="3627" y="8574"/>
                    <a:pt x="3685" y="8566"/>
                    <a:pt x="3741" y="8549"/>
                  </a:cubicBezTo>
                  <a:lnTo>
                    <a:pt x="3803" y="8657"/>
                  </a:lnTo>
                  <a:cubicBezTo>
                    <a:pt x="3943" y="8884"/>
                    <a:pt x="4155" y="8987"/>
                    <a:pt x="4368" y="8987"/>
                  </a:cubicBezTo>
                  <a:cubicBezTo>
                    <a:pt x="4646" y="8987"/>
                    <a:pt x="4925" y="8810"/>
                    <a:pt x="5039" y="8503"/>
                  </a:cubicBezTo>
                  <a:cubicBezTo>
                    <a:pt x="5178" y="8116"/>
                    <a:pt x="5302" y="7761"/>
                    <a:pt x="5410" y="7374"/>
                  </a:cubicBezTo>
                  <a:cubicBezTo>
                    <a:pt x="5420" y="7375"/>
                    <a:pt x="5429" y="7375"/>
                    <a:pt x="5439" y="7375"/>
                  </a:cubicBezTo>
                  <a:cubicBezTo>
                    <a:pt x="5738" y="7375"/>
                    <a:pt x="6032" y="7149"/>
                    <a:pt x="6136" y="6864"/>
                  </a:cubicBezTo>
                  <a:cubicBezTo>
                    <a:pt x="6291" y="6416"/>
                    <a:pt x="6445" y="5999"/>
                    <a:pt x="6600" y="5551"/>
                  </a:cubicBezTo>
                  <a:cubicBezTo>
                    <a:pt x="6690" y="5587"/>
                    <a:pt x="6787" y="5604"/>
                    <a:pt x="6884" y="5604"/>
                  </a:cubicBezTo>
                  <a:cubicBezTo>
                    <a:pt x="7119" y="5604"/>
                    <a:pt x="7354" y="5500"/>
                    <a:pt x="7496" y="5303"/>
                  </a:cubicBezTo>
                  <a:cubicBezTo>
                    <a:pt x="7836" y="4732"/>
                    <a:pt x="8053" y="4160"/>
                    <a:pt x="8146" y="3495"/>
                  </a:cubicBezTo>
                  <a:cubicBezTo>
                    <a:pt x="8207" y="3124"/>
                    <a:pt x="8037" y="2861"/>
                    <a:pt x="7806" y="2738"/>
                  </a:cubicBezTo>
                  <a:cubicBezTo>
                    <a:pt x="7821" y="2599"/>
                    <a:pt x="7821" y="2475"/>
                    <a:pt x="7836" y="2351"/>
                  </a:cubicBezTo>
                  <a:cubicBezTo>
                    <a:pt x="7883" y="1779"/>
                    <a:pt x="7790" y="1424"/>
                    <a:pt x="7326" y="1069"/>
                  </a:cubicBezTo>
                  <a:cubicBezTo>
                    <a:pt x="7229" y="1000"/>
                    <a:pt x="7115" y="969"/>
                    <a:pt x="7000" y="969"/>
                  </a:cubicBezTo>
                  <a:cubicBezTo>
                    <a:pt x="6751" y="969"/>
                    <a:pt x="6495" y="1114"/>
                    <a:pt x="6368" y="1347"/>
                  </a:cubicBezTo>
                  <a:cubicBezTo>
                    <a:pt x="6399" y="1115"/>
                    <a:pt x="6415" y="898"/>
                    <a:pt x="6430" y="667"/>
                  </a:cubicBezTo>
                  <a:cubicBezTo>
                    <a:pt x="6464" y="245"/>
                    <a:pt x="6081" y="0"/>
                    <a:pt x="57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6"/>
            <p:cNvSpPr/>
            <p:nvPr/>
          </p:nvSpPr>
          <p:spPr>
            <a:xfrm>
              <a:off x="5731825" y="4473182"/>
              <a:ext cx="894906" cy="1024649"/>
            </a:xfrm>
            <a:custGeom>
              <a:avLst/>
              <a:gdLst/>
              <a:ahLst/>
              <a:cxnLst/>
              <a:rect l="l" t="t" r="r" b="b"/>
              <a:pathLst>
                <a:path w="9491" h="10867" extrusionOk="0">
                  <a:moveTo>
                    <a:pt x="6926" y="528"/>
                  </a:moveTo>
                  <a:cubicBezTo>
                    <a:pt x="8293" y="528"/>
                    <a:pt x="8615" y="2778"/>
                    <a:pt x="8455" y="3870"/>
                  </a:cubicBezTo>
                  <a:cubicBezTo>
                    <a:pt x="8138" y="6123"/>
                    <a:pt x="7154" y="8243"/>
                    <a:pt x="6012" y="10186"/>
                  </a:cubicBezTo>
                  <a:lnTo>
                    <a:pt x="6012" y="10186"/>
                  </a:lnTo>
                  <a:cubicBezTo>
                    <a:pt x="4203" y="8572"/>
                    <a:pt x="2346" y="6754"/>
                    <a:pt x="1237" y="4612"/>
                  </a:cubicBezTo>
                  <a:cubicBezTo>
                    <a:pt x="944" y="4055"/>
                    <a:pt x="758" y="3452"/>
                    <a:pt x="743" y="2819"/>
                  </a:cubicBezTo>
                  <a:cubicBezTo>
                    <a:pt x="707" y="2061"/>
                    <a:pt x="1214" y="1368"/>
                    <a:pt x="1885" y="1368"/>
                  </a:cubicBezTo>
                  <a:cubicBezTo>
                    <a:pt x="2076" y="1368"/>
                    <a:pt x="2280" y="1425"/>
                    <a:pt x="2489" y="1551"/>
                  </a:cubicBezTo>
                  <a:cubicBezTo>
                    <a:pt x="3509" y="2170"/>
                    <a:pt x="3942" y="3282"/>
                    <a:pt x="4390" y="4318"/>
                  </a:cubicBezTo>
                  <a:cubicBezTo>
                    <a:pt x="4430" y="4421"/>
                    <a:pt x="4515" y="4465"/>
                    <a:pt x="4606" y="4465"/>
                  </a:cubicBezTo>
                  <a:cubicBezTo>
                    <a:pt x="4760" y="4465"/>
                    <a:pt x="4931" y="4338"/>
                    <a:pt x="4931" y="4163"/>
                  </a:cubicBezTo>
                  <a:cubicBezTo>
                    <a:pt x="4931" y="2989"/>
                    <a:pt x="4931" y="1319"/>
                    <a:pt x="6183" y="717"/>
                  </a:cubicBezTo>
                  <a:cubicBezTo>
                    <a:pt x="6460" y="586"/>
                    <a:pt x="6706" y="528"/>
                    <a:pt x="6926" y="528"/>
                  </a:cubicBezTo>
                  <a:close/>
                  <a:moveTo>
                    <a:pt x="6788" y="1"/>
                  </a:moveTo>
                  <a:cubicBezTo>
                    <a:pt x="6450" y="1"/>
                    <a:pt x="6107" y="90"/>
                    <a:pt x="5781" y="284"/>
                  </a:cubicBezTo>
                  <a:cubicBezTo>
                    <a:pt x="4819" y="859"/>
                    <a:pt x="4498" y="1878"/>
                    <a:pt x="4393" y="2920"/>
                  </a:cubicBezTo>
                  <a:lnTo>
                    <a:pt x="4393" y="2920"/>
                  </a:lnTo>
                  <a:cubicBezTo>
                    <a:pt x="3958" y="2051"/>
                    <a:pt x="3407" y="1247"/>
                    <a:pt x="2474" y="840"/>
                  </a:cubicBezTo>
                  <a:cubicBezTo>
                    <a:pt x="2271" y="752"/>
                    <a:pt x="2067" y="711"/>
                    <a:pt x="1870" y="711"/>
                  </a:cubicBezTo>
                  <a:cubicBezTo>
                    <a:pt x="999" y="711"/>
                    <a:pt x="244" y="1497"/>
                    <a:pt x="155" y="2417"/>
                  </a:cubicBezTo>
                  <a:cubicBezTo>
                    <a:pt x="1" y="3947"/>
                    <a:pt x="990" y="5338"/>
                    <a:pt x="1840" y="6482"/>
                  </a:cubicBezTo>
                  <a:cubicBezTo>
                    <a:pt x="3015" y="8089"/>
                    <a:pt x="4390" y="9480"/>
                    <a:pt x="5874" y="10763"/>
                  </a:cubicBezTo>
                  <a:cubicBezTo>
                    <a:pt x="5936" y="10836"/>
                    <a:pt x="6009" y="10866"/>
                    <a:pt x="6079" y="10866"/>
                  </a:cubicBezTo>
                  <a:cubicBezTo>
                    <a:pt x="6188" y="10866"/>
                    <a:pt x="6290" y="10795"/>
                    <a:pt x="6335" y="10701"/>
                  </a:cubicBezTo>
                  <a:lnTo>
                    <a:pt x="6335" y="10701"/>
                  </a:lnTo>
                  <a:cubicBezTo>
                    <a:pt x="6371" y="10677"/>
                    <a:pt x="6404" y="10641"/>
                    <a:pt x="6431" y="10593"/>
                  </a:cubicBezTo>
                  <a:cubicBezTo>
                    <a:pt x="7358" y="9032"/>
                    <a:pt x="8177" y="7378"/>
                    <a:pt x="8672" y="5616"/>
                  </a:cubicBezTo>
                  <a:cubicBezTo>
                    <a:pt x="9058" y="4225"/>
                    <a:pt x="9491" y="2432"/>
                    <a:pt x="8656" y="1103"/>
                  </a:cubicBezTo>
                  <a:cubicBezTo>
                    <a:pt x="8232" y="425"/>
                    <a:pt x="7525" y="1"/>
                    <a:pt x="6788" y="1"/>
                  </a:cubicBezTo>
                  <a:close/>
                </a:path>
              </a:pathLst>
            </a:custGeom>
            <a:solidFill>
              <a:srgbClr val="272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0" name="Google Shape;510;p36"/>
          <p:cNvSpPr txBox="1">
            <a:spLocks noGrp="1"/>
          </p:cNvSpPr>
          <p:nvPr>
            <p:ph type="subTitle" idx="2"/>
          </p:nvPr>
        </p:nvSpPr>
        <p:spPr>
          <a:xfrm>
            <a:off x="3021600" y="1759727"/>
            <a:ext cx="3100800" cy="38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r>
              <a:rPr lang="en-US" smtClean="0"/>
              <a:t>Click to edit Master subtitle style</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ext 3">
  <p:cSld name="Title and text 3">
    <p:bg>
      <p:bgPr>
        <a:solidFill>
          <a:schemeClr val="lt1"/>
        </a:solidFill>
        <a:effectLst/>
      </p:bgPr>
    </p:bg>
    <p:spTree>
      <p:nvGrpSpPr>
        <p:cNvPr id="1" name="Shape 511"/>
        <p:cNvGrpSpPr/>
        <p:nvPr/>
      </p:nvGrpSpPr>
      <p:grpSpPr>
        <a:xfrm>
          <a:off x="0" y="0"/>
          <a:ext cx="0" cy="0"/>
          <a:chOff x="0" y="0"/>
          <a:chExt cx="0" cy="0"/>
        </a:xfrm>
      </p:grpSpPr>
      <p:sp>
        <p:nvSpPr>
          <p:cNvPr id="512" name="Google Shape;512;p37"/>
          <p:cNvSpPr txBox="1">
            <a:spLocks noGrp="1"/>
          </p:cNvSpPr>
          <p:nvPr>
            <p:ph type="body" idx="1"/>
          </p:nvPr>
        </p:nvSpPr>
        <p:spPr>
          <a:xfrm>
            <a:off x="713225" y="1348475"/>
            <a:ext cx="7717500" cy="3255300"/>
          </a:xfrm>
          <a:prstGeom prst="rect">
            <a:avLst/>
          </a:prstGeom>
        </p:spPr>
        <p:txBody>
          <a:bodyPr spcFirstLastPara="1" wrap="square" lIns="91425" tIns="91425" rIns="91425" bIns="91425" anchor="t" anchorCtr="0">
            <a:noAutofit/>
          </a:bodyPr>
          <a:lstStyle>
            <a:lvl1pPr marL="457200" lvl="0" indent="-336550" rtl="0">
              <a:lnSpc>
                <a:spcPct val="100000"/>
              </a:lnSpc>
              <a:spcBef>
                <a:spcPts val="0"/>
              </a:spcBef>
              <a:spcAft>
                <a:spcPts val="0"/>
              </a:spcAft>
              <a:buSzPts val="1700"/>
              <a:buFont typeface="Barlow"/>
              <a:buChar char="●"/>
              <a:defRPr sz="1400">
                <a:latin typeface="Barlow"/>
                <a:ea typeface="Barlow"/>
                <a:cs typeface="Barlow"/>
                <a:sym typeface="Barlow"/>
              </a:defRPr>
            </a:lvl1pPr>
            <a:lvl2pPr marL="914400" lvl="1" indent="-317500" rtl="0">
              <a:lnSpc>
                <a:spcPct val="100000"/>
              </a:lnSpc>
              <a:spcBef>
                <a:spcPts val="1600"/>
              </a:spcBef>
              <a:spcAft>
                <a:spcPts val="0"/>
              </a:spcAft>
              <a:buSzPts val="1400"/>
              <a:buChar char="○"/>
              <a:defRPr sz="1100">
                <a:latin typeface="Barlow"/>
                <a:ea typeface="Barlow"/>
                <a:cs typeface="Barlow"/>
                <a:sym typeface="Barlow"/>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pPr lvl="0"/>
            <a:r>
              <a:rPr lang="en-US" smtClean="0"/>
              <a:t>Click to edit Master text styles</a:t>
            </a:r>
          </a:p>
        </p:txBody>
      </p:sp>
      <p:sp>
        <p:nvSpPr>
          <p:cNvPr id="513" name="Google Shape;513;p37"/>
          <p:cNvSpPr txBox="1">
            <a:spLocks noGrp="1"/>
          </p:cNvSpPr>
          <p:nvPr>
            <p:ph type="title"/>
          </p:nvPr>
        </p:nvSpPr>
        <p:spPr>
          <a:xfrm>
            <a:off x="1974300" y="6069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sp>
        <p:nvSpPr>
          <p:cNvPr id="514" name="Google Shape;514;p37"/>
          <p:cNvSpPr/>
          <p:nvPr/>
        </p:nvSpPr>
        <p:spPr>
          <a:xfrm>
            <a:off x="7578700" y="234200"/>
            <a:ext cx="972600" cy="9726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p:cNvSpPr/>
          <p:nvPr/>
        </p:nvSpPr>
        <p:spPr>
          <a:xfrm>
            <a:off x="8291250" y="4366663"/>
            <a:ext cx="526820" cy="541630"/>
          </a:xfrm>
          <a:custGeom>
            <a:avLst/>
            <a:gdLst/>
            <a:ahLst/>
            <a:cxnLst/>
            <a:rect l="l" t="t" r="r" b="b"/>
            <a:pathLst>
              <a:path w="4165" h="4282" extrusionOk="0">
                <a:moveTo>
                  <a:pt x="3241" y="294"/>
                </a:moveTo>
                <a:cubicBezTo>
                  <a:pt x="3377" y="430"/>
                  <a:pt x="3543" y="566"/>
                  <a:pt x="3665" y="717"/>
                </a:cubicBezTo>
                <a:cubicBezTo>
                  <a:pt x="3710" y="793"/>
                  <a:pt x="3604" y="884"/>
                  <a:pt x="3528" y="975"/>
                </a:cubicBezTo>
                <a:cubicBezTo>
                  <a:pt x="3226" y="1338"/>
                  <a:pt x="2938" y="1702"/>
                  <a:pt x="2650" y="2050"/>
                </a:cubicBezTo>
                <a:cubicBezTo>
                  <a:pt x="2620" y="2110"/>
                  <a:pt x="2696" y="2231"/>
                  <a:pt x="2771" y="2307"/>
                </a:cubicBezTo>
                <a:cubicBezTo>
                  <a:pt x="3104" y="2610"/>
                  <a:pt x="3453" y="2928"/>
                  <a:pt x="3786" y="3231"/>
                </a:cubicBezTo>
                <a:cubicBezTo>
                  <a:pt x="3892" y="3306"/>
                  <a:pt x="3861" y="3337"/>
                  <a:pt x="3786" y="3397"/>
                </a:cubicBezTo>
                <a:cubicBezTo>
                  <a:pt x="3619" y="3518"/>
                  <a:pt x="3589" y="3791"/>
                  <a:pt x="3316" y="3791"/>
                </a:cubicBezTo>
                <a:cubicBezTo>
                  <a:pt x="3165" y="3745"/>
                  <a:pt x="3029" y="3715"/>
                  <a:pt x="2908" y="3488"/>
                </a:cubicBezTo>
                <a:cubicBezTo>
                  <a:pt x="2756" y="3155"/>
                  <a:pt x="2408" y="2943"/>
                  <a:pt x="2090" y="2731"/>
                </a:cubicBezTo>
                <a:cubicBezTo>
                  <a:pt x="2074" y="2721"/>
                  <a:pt x="2057" y="2717"/>
                  <a:pt x="2041" y="2717"/>
                </a:cubicBezTo>
                <a:cubicBezTo>
                  <a:pt x="1983" y="2717"/>
                  <a:pt x="1929" y="2771"/>
                  <a:pt x="1893" y="2807"/>
                </a:cubicBezTo>
                <a:cubicBezTo>
                  <a:pt x="1621" y="3231"/>
                  <a:pt x="1136" y="3518"/>
                  <a:pt x="939" y="3988"/>
                </a:cubicBezTo>
                <a:cubicBezTo>
                  <a:pt x="911" y="4026"/>
                  <a:pt x="877" y="4058"/>
                  <a:pt x="836" y="4058"/>
                </a:cubicBezTo>
                <a:cubicBezTo>
                  <a:pt x="812" y="4058"/>
                  <a:pt x="786" y="4046"/>
                  <a:pt x="758" y="4018"/>
                </a:cubicBezTo>
                <a:cubicBezTo>
                  <a:pt x="606" y="3897"/>
                  <a:pt x="455" y="3761"/>
                  <a:pt x="334" y="3609"/>
                </a:cubicBezTo>
                <a:cubicBezTo>
                  <a:pt x="213" y="3473"/>
                  <a:pt x="364" y="3321"/>
                  <a:pt x="425" y="3291"/>
                </a:cubicBezTo>
                <a:cubicBezTo>
                  <a:pt x="652" y="3140"/>
                  <a:pt x="652" y="2837"/>
                  <a:pt x="879" y="2701"/>
                </a:cubicBezTo>
                <a:cubicBezTo>
                  <a:pt x="1030" y="2610"/>
                  <a:pt x="1045" y="2413"/>
                  <a:pt x="1197" y="2322"/>
                </a:cubicBezTo>
                <a:cubicBezTo>
                  <a:pt x="1394" y="2201"/>
                  <a:pt x="1333" y="2004"/>
                  <a:pt x="1212" y="1898"/>
                </a:cubicBezTo>
                <a:cubicBezTo>
                  <a:pt x="939" y="1671"/>
                  <a:pt x="803" y="1323"/>
                  <a:pt x="425" y="1202"/>
                </a:cubicBezTo>
                <a:cubicBezTo>
                  <a:pt x="334" y="1187"/>
                  <a:pt x="258" y="960"/>
                  <a:pt x="425" y="839"/>
                </a:cubicBezTo>
                <a:cubicBezTo>
                  <a:pt x="515" y="793"/>
                  <a:pt x="606" y="733"/>
                  <a:pt x="667" y="611"/>
                </a:cubicBezTo>
                <a:cubicBezTo>
                  <a:pt x="710" y="540"/>
                  <a:pt x="739" y="428"/>
                  <a:pt x="818" y="428"/>
                </a:cubicBezTo>
                <a:cubicBezTo>
                  <a:pt x="823" y="428"/>
                  <a:pt x="828" y="429"/>
                  <a:pt x="833" y="430"/>
                </a:cubicBezTo>
                <a:cubicBezTo>
                  <a:pt x="909" y="445"/>
                  <a:pt x="985" y="566"/>
                  <a:pt x="1030" y="657"/>
                </a:cubicBezTo>
                <a:cubicBezTo>
                  <a:pt x="1242" y="1035"/>
                  <a:pt x="1575" y="1293"/>
                  <a:pt x="1878" y="1565"/>
                </a:cubicBezTo>
                <a:cubicBezTo>
                  <a:pt x="1903" y="1585"/>
                  <a:pt x="1928" y="1593"/>
                  <a:pt x="1953" y="1593"/>
                </a:cubicBezTo>
                <a:cubicBezTo>
                  <a:pt x="2061" y="1593"/>
                  <a:pt x="2159" y="1430"/>
                  <a:pt x="2196" y="1368"/>
                </a:cubicBezTo>
                <a:cubicBezTo>
                  <a:pt x="2499" y="990"/>
                  <a:pt x="2862" y="672"/>
                  <a:pt x="3210" y="339"/>
                </a:cubicBezTo>
                <a:lnTo>
                  <a:pt x="3241" y="294"/>
                </a:lnTo>
                <a:close/>
                <a:moveTo>
                  <a:pt x="3312" y="0"/>
                </a:moveTo>
                <a:cubicBezTo>
                  <a:pt x="3240" y="0"/>
                  <a:pt x="3166" y="42"/>
                  <a:pt x="3104" y="97"/>
                </a:cubicBezTo>
                <a:cubicBezTo>
                  <a:pt x="2786" y="400"/>
                  <a:pt x="2469" y="733"/>
                  <a:pt x="2196" y="1096"/>
                </a:cubicBezTo>
                <a:cubicBezTo>
                  <a:pt x="2119" y="1207"/>
                  <a:pt x="2036" y="1258"/>
                  <a:pt x="1954" y="1258"/>
                </a:cubicBezTo>
                <a:cubicBezTo>
                  <a:pt x="1858" y="1258"/>
                  <a:pt x="1763" y="1188"/>
                  <a:pt x="1681" y="1066"/>
                </a:cubicBezTo>
                <a:cubicBezTo>
                  <a:pt x="1560" y="854"/>
                  <a:pt x="1424" y="672"/>
                  <a:pt x="1288" y="475"/>
                </a:cubicBezTo>
                <a:cubicBezTo>
                  <a:pt x="1178" y="311"/>
                  <a:pt x="1041" y="223"/>
                  <a:pt x="909" y="223"/>
                </a:cubicBezTo>
                <a:cubicBezTo>
                  <a:pt x="823" y="223"/>
                  <a:pt x="739" y="261"/>
                  <a:pt x="667" y="339"/>
                </a:cubicBezTo>
                <a:cubicBezTo>
                  <a:pt x="531" y="460"/>
                  <a:pt x="425" y="581"/>
                  <a:pt x="334" y="733"/>
                </a:cubicBezTo>
                <a:cubicBezTo>
                  <a:pt x="198" y="945"/>
                  <a:pt x="1" y="1141"/>
                  <a:pt x="349" y="1399"/>
                </a:cubicBezTo>
                <a:cubicBezTo>
                  <a:pt x="606" y="1580"/>
                  <a:pt x="803" y="1868"/>
                  <a:pt x="1045" y="2095"/>
                </a:cubicBezTo>
                <a:cubicBezTo>
                  <a:pt x="1136" y="2171"/>
                  <a:pt x="1136" y="2156"/>
                  <a:pt x="1061" y="2247"/>
                </a:cubicBezTo>
                <a:cubicBezTo>
                  <a:pt x="803" y="2565"/>
                  <a:pt x="531" y="2867"/>
                  <a:pt x="304" y="3216"/>
                </a:cubicBezTo>
                <a:cubicBezTo>
                  <a:pt x="228" y="3321"/>
                  <a:pt x="61" y="3443"/>
                  <a:pt x="76" y="3624"/>
                </a:cubicBezTo>
                <a:cubicBezTo>
                  <a:pt x="31" y="3791"/>
                  <a:pt x="152" y="3851"/>
                  <a:pt x="213" y="3942"/>
                </a:cubicBezTo>
                <a:cubicBezTo>
                  <a:pt x="472" y="4164"/>
                  <a:pt x="608" y="4281"/>
                  <a:pt x="730" y="4281"/>
                </a:cubicBezTo>
                <a:cubicBezTo>
                  <a:pt x="859" y="4281"/>
                  <a:pt x="972" y="4153"/>
                  <a:pt x="1197" y="3882"/>
                </a:cubicBezTo>
                <a:cubicBezTo>
                  <a:pt x="1439" y="3579"/>
                  <a:pt x="1833" y="3427"/>
                  <a:pt x="1984" y="3034"/>
                </a:cubicBezTo>
                <a:cubicBezTo>
                  <a:pt x="2009" y="3008"/>
                  <a:pt x="2030" y="2988"/>
                  <a:pt x="2054" y="2988"/>
                </a:cubicBezTo>
                <a:cubicBezTo>
                  <a:pt x="2073" y="2988"/>
                  <a:pt x="2094" y="3001"/>
                  <a:pt x="2120" y="3034"/>
                </a:cubicBezTo>
                <a:cubicBezTo>
                  <a:pt x="2423" y="3458"/>
                  <a:pt x="2817" y="3761"/>
                  <a:pt x="3195" y="4094"/>
                </a:cubicBezTo>
                <a:cubicBezTo>
                  <a:pt x="3236" y="4134"/>
                  <a:pt x="3310" y="4188"/>
                  <a:pt x="3363" y="4188"/>
                </a:cubicBezTo>
                <a:cubicBezTo>
                  <a:pt x="3390" y="4188"/>
                  <a:pt x="3412" y="4174"/>
                  <a:pt x="3422" y="4139"/>
                </a:cubicBezTo>
                <a:cubicBezTo>
                  <a:pt x="3498" y="3988"/>
                  <a:pt x="3634" y="3927"/>
                  <a:pt x="3755" y="3851"/>
                </a:cubicBezTo>
                <a:cubicBezTo>
                  <a:pt x="4134" y="3564"/>
                  <a:pt x="4164" y="3306"/>
                  <a:pt x="3831" y="2988"/>
                </a:cubicBezTo>
                <a:cubicBezTo>
                  <a:pt x="3543" y="2731"/>
                  <a:pt x="3256" y="2504"/>
                  <a:pt x="2968" y="2262"/>
                </a:cubicBezTo>
                <a:cubicBezTo>
                  <a:pt x="2817" y="2125"/>
                  <a:pt x="2847" y="1944"/>
                  <a:pt x="2998" y="1898"/>
                </a:cubicBezTo>
                <a:cubicBezTo>
                  <a:pt x="3150" y="1868"/>
                  <a:pt x="3180" y="1777"/>
                  <a:pt x="3195" y="1671"/>
                </a:cubicBezTo>
                <a:cubicBezTo>
                  <a:pt x="3241" y="1535"/>
                  <a:pt x="3362" y="1414"/>
                  <a:pt x="3407" y="1399"/>
                </a:cubicBezTo>
                <a:cubicBezTo>
                  <a:pt x="3649" y="1293"/>
                  <a:pt x="3710" y="1035"/>
                  <a:pt x="3861" y="884"/>
                </a:cubicBezTo>
                <a:cubicBezTo>
                  <a:pt x="4058" y="717"/>
                  <a:pt x="3922" y="505"/>
                  <a:pt x="3771" y="400"/>
                </a:cubicBezTo>
                <a:cubicBezTo>
                  <a:pt x="3649" y="339"/>
                  <a:pt x="3559" y="233"/>
                  <a:pt x="3498" y="142"/>
                </a:cubicBezTo>
                <a:cubicBezTo>
                  <a:pt x="3446" y="39"/>
                  <a:pt x="3380" y="0"/>
                  <a:pt x="3312" y="0"/>
                </a:cubicBezTo>
                <a:close/>
              </a:path>
            </a:pathLst>
          </a:custGeom>
          <a:solidFill>
            <a:srgbClr val="222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6" name="Google Shape;516;p37"/>
          <p:cNvGrpSpPr/>
          <p:nvPr/>
        </p:nvGrpSpPr>
        <p:grpSpPr>
          <a:xfrm>
            <a:off x="161087" y="375850"/>
            <a:ext cx="1051685" cy="885376"/>
            <a:chOff x="284887" y="816125"/>
            <a:chExt cx="1051685" cy="885376"/>
          </a:xfrm>
        </p:grpSpPr>
        <p:sp>
          <p:nvSpPr>
            <p:cNvPr id="517" name="Google Shape;517;p37"/>
            <p:cNvSpPr/>
            <p:nvPr/>
          </p:nvSpPr>
          <p:spPr>
            <a:xfrm>
              <a:off x="575067" y="952593"/>
              <a:ext cx="471302" cy="504335"/>
            </a:xfrm>
            <a:custGeom>
              <a:avLst/>
              <a:gdLst/>
              <a:ahLst/>
              <a:cxnLst/>
              <a:rect l="l" t="t" r="r" b="b"/>
              <a:pathLst>
                <a:path w="3154" h="3375" extrusionOk="0">
                  <a:moveTo>
                    <a:pt x="1700" y="0"/>
                  </a:moveTo>
                  <a:cubicBezTo>
                    <a:pt x="1428" y="0"/>
                    <a:pt x="1165" y="138"/>
                    <a:pt x="1083" y="413"/>
                  </a:cubicBezTo>
                  <a:cubicBezTo>
                    <a:pt x="928" y="521"/>
                    <a:pt x="805" y="675"/>
                    <a:pt x="774" y="923"/>
                  </a:cubicBezTo>
                  <a:cubicBezTo>
                    <a:pt x="774" y="984"/>
                    <a:pt x="758" y="1046"/>
                    <a:pt x="758" y="1108"/>
                  </a:cubicBezTo>
                  <a:cubicBezTo>
                    <a:pt x="372" y="1154"/>
                    <a:pt x="1" y="1464"/>
                    <a:pt x="202" y="1912"/>
                  </a:cubicBezTo>
                  <a:cubicBezTo>
                    <a:pt x="279" y="2113"/>
                    <a:pt x="356" y="2314"/>
                    <a:pt x="341" y="2530"/>
                  </a:cubicBezTo>
                  <a:cubicBezTo>
                    <a:pt x="295" y="2855"/>
                    <a:pt x="387" y="3195"/>
                    <a:pt x="727" y="3318"/>
                  </a:cubicBezTo>
                  <a:cubicBezTo>
                    <a:pt x="811" y="3355"/>
                    <a:pt x="907" y="3374"/>
                    <a:pt x="1005" y="3374"/>
                  </a:cubicBezTo>
                  <a:cubicBezTo>
                    <a:pt x="1233" y="3374"/>
                    <a:pt x="1469" y="3272"/>
                    <a:pt x="1577" y="3056"/>
                  </a:cubicBezTo>
                  <a:cubicBezTo>
                    <a:pt x="1608" y="2978"/>
                    <a:pt x="1655" y="2901"/>
                    <a:pt x="1670" y="2824"/>
                  </a:cubicBezTo>
                  <a:lnTo>
                    <a:pt x="2072" y="2994"/>
                  </a:lnTo>
                  <a:cubicBezTo>
                    <a:pt x="2192" y="3047"/>
                    <a:pt x="2320" y="3077"/>
                    <a:pt x="2445" y="3077"/>
                  </a:cubicBezTo>
                  <a:cubicBezTo>
                    <a:pt x="2610" y="3077"/>
                    <a:pt x="2768" y="3024"/>
                    <a:pt x="2891" y="2901"/>
                  </a:cubicBezTo>
                  <a:cubicBezTo>
                    <a:pt x="3077" y="2731"/>
                    <a:pt x="3154" y="2345"/>
                    <a:pt x="2984" y="2113"/>
                  </a:cubicBezTo>
                  <a:cubicBezTo>
                    <a:pt x="2659" y="1665"/>
                    <a:pt x="2458" y="1201"/>
                    <a:pt x="2427" y="644"/>
                  </a:cubicBezTo>
                  <a:cubicBezTo>
                    <a:pt x="2393" y="215"/>
                    <a:pt x="2039" y="0"/>
                    <a:pt x="1700" y="0"/>
                  </a:cubicBezTo>
                  <a:close/>
                </a:path>
              </a:pathLst>
            </a:custGeom>
            <a:solidFill>
              <a:srgbClr val="88F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7"/>
            <p:cNvSpPr/>
            <p:nvPr/>
          </p:nvSpPr>
          <p:spPr>
            <a:xfrm>
              <a:off x="284887" y="816125"/>
              <a:ext cx="1051685" cy="885376"/>
            </a:xfrm>
            <a:custGeom>
              <a:avLst/>
              <a:gdLst/>
              <a:ahLst/>
              <a:cxnLst/>
              <a:rect l="l" t="t" r="r" b="b"/>
              <a:pathLst>
                <a:path w="9908" h="8341" extrusionOk="0">
                  <a:moveTo>
                    <a:pt x="5161" y="0"/>
                  </a:moveTo>
                  <a:cubicBezTo>
                    <a:pt x="5111" y="0"/>
                    <a:pt x="5058" y="15"/>
                    <a:pt x="5004" y="47"/>
                  </a:cubicBezTo>
                  <a:cubicBezTo>
                    <a:pt x="4104" y="814"/>
                    <a:pt x="3436" y="1849"/>
                    <a:pt x="3270" y="3016"/>
                  </a:cubicBezTo>
                  <a:cubicBezTo>
                    <a:pt x="2725" y="2919"/>
                    <a:pt x="2170" y="2867"/>
                    <a:pt x="1603" y="2867"/>
                  </a:cubicBezTo>
                  <a:cubicBezTo>
                    <a:pt x="1197" y="2867"/>
                    <a:pt x="785" y="2894"/>
                    <a:pt x="368" y="2949"/>
                  </a:cubicBezTo>
                  <a:cubicBezTo>
                    <a:pt x="201" y="2949"/>
                    <a:pt x="1" y="3250"/>
                    <a:pt x="201" y="3350"/>
                  </a:cubicBezTo>
                  <a:cubicBezTo>
                    <a:pt x="901" y="3950"/>
                    <a:pt x="1769" y="4517"/>
                    <a:pt x="2669" y="4817"/>
                  </a:cubicBezTo>
                  <a:cubicBezTo>
                    <a:pt x="1835" y="5651"/>
                    <a:pt x="1402" y="6952"/>
                    <a:pt x="1335" y="8086"/>
                  </a:cubicBezTo>
                  <a:cubicBezTo>
                    <a:pt x="1335" y="8231"/>
                    <a:pt x="1456" y="8340"/>
                    <a:pt x="1574" y="8340"/>
                  </a:cubicBezTo>
                  <a:cubicBezTo>
                    <a:pt x="1619" y="8340"/>
                    <a:pt x="1665" y="8324"/>
                    <a:pt x="1702" y="8287"/>
                  </a:cubicBezTo>
                  <a:cubicBezTo>
                    <a:pt x="2836" y="7619"/>
                    <a:pt x="4003" y="6785"/>
                    <a:pt x="4837" y="5685"/>
                  </a:cubicBezTo>
                  <a:cubicBezTo>
                    <a:pt x="5738" y="6452"/>
                    <a:pt x="6705" y="7119"/>
                    <a:pt x="7739" y="7686"/>
                  </a:cubicBezTo>
                  <a:cubicBezTo>
                    <a:pt x="7785" y="7716"/>
                    <a:pt x="7831" y="7729"/>
                    <a:pt x="7876" y="7729"/>
                  </a:cubicBezTo>
                  <a:cubicBezTo>
                    <a:pt x="8030" y="7729"/>
                    <a:pt x="8158" y="7574"/>
                    <a:pt x="8106" y="7419"/>
                  </a:cubicBezTo>
                  <a:cubicBezTo>
                    <a:pt x="7940" y="6485"/>
                    <a:pt x="7606" y="5618"/>
                    <a:pt x="7172" y="4784"/>
                  </a:cubicBezTo>
                  <a:lnTo>
                    <a:pt x="7106" y="4751"/>
                  </a:lnTo>
                  <a:lnTo>
                    <a:pt x="7172" y="4751"/>
                  </a:lnTo>
                  <a:cubicBezTo>
                    <a:pt x="8173" y="4117"/>
                    <a:pt x="8940" y="3416"/>
                    <a:pt x="9741" y="2749"/>
                  </a:cubicBezTo>
                  <a:cubicBezTo>
                    <a:pt x="9908" y="2616"/>
                    <a:pt x="9774" y="2282"/>
                    <a:pt x="9541" y="2282"/>
                  </a:cubicBezTo>
                  <a:cubicBezTo>
                    <a:pt x="8607" y="2349"/>
                    <a:pt x="7739" y="2416"/>
                    <a:pt x="6805" y="2482"/>
                  </a:cubicBezTo>
                  <a:cubicBezTo>
                    <a:pt x="6472" y="2516"/>
                    <a:pt x="6472" y="3016"/>
                    <a:pt x="6805" y="3016"/>
                  </a:cubicBezTo>
                  <a:cubicBezTo>
                    <a:pt x="7439" y="2983"/>
                    <a:pt x="8106" y="2949"/>
                    <a:pt x="8740" y="2916"/>
                  </a:cubicBezTo>
                  <a:lnTo>
                    <a:pt x="8740" y="2916"/>
                  </a:lnTo>
                  <a:cubicBezTo>
                    <a:pt x="8140" y="3383"/>
                    <a:pt x="7573" y="3950"/>
                    <a:pt x="7039" y="4484"/>
                  </a:cubicBezTo>
                  <a:cubicBezTo>
                    <a:pt x="7006" y="4517"/>
                    <a:pt x="7006" y="4617"/>
                    <a:pt x="7006" y="4684"/>
                  </a:cubicBezTo>
                  <a:cubicBezTo>
                    <a:pt x="6805" y="4684"/>
                    <a:pt x="6639" y="4917"/>
                    <a:pt x="6739" y="5118"/>
                  </a:cubicBezTo>
                  <a:cubicBezTo>
                    <a:pt x="7072" y="5685"/>
                    <a:pt x="7339" y="6318"/>
                    <a:pt x="7506" y="6986"/>
                  </a:cubicBezTo>
                  <a:cubicBezTo>
                    <a:pt x="6672" y="6485"/>
                    <a:pt x="5871" y="5985"/>
                    <a:pt x="5071" y="5451"/>
                  </a:cubicBezTo>
                  <a:cubicBezTo>
                    <a:pt x="5038" y="5434"/>
                    <a:pt x="4996" y="5426"/>
                    <a:pt x="4958" y="5426"/>
                  </a:cubicBezTo>
                  <a:cubicBezTo>
                    <a:pt x="4921" y="5426"/>
                    <a:pt x="4887" y="5434"/>
                    <a:pt x="4871" y="5451"/>
                  </a:cubicBezTo>
                  <a:cubicBezTo>
                    <a:pt x="4813" y="5393"/>
                    <a:pt x="4754" y="5357"/>
                    <a:pt x="4690" y="5357"/>
                  </a:cubicBezTo>
                  <a:cubicBezTo>
                    <a:pt x="4643" y="5357"/>
                    <a:pt x="4593" y="5376"/>
                    <a:pt x="4537" y="5418"/>
                  </a:cubicBezTo>
                  <a:cubicBezTo>
                    <a:pt x="3703" y="6152"/>
                    <a:pt x="2903" y="6919"/>
                    <a:pt x="1935" y="7553"/>
                  </a:cubicBezTo>
                  <a:cubicBezTo>
                    <a:pt x="2169" y="6619"/>
                    <a:pt x="2602" y="5818"/>
                    <a:pt x="3103" y="4951"/>
                  </a:cubicBezTo>
                  <a:cubicBezTo>
                    <a:pt x="3270" y="4951"/>
                    <a:pt x="3403" y="4717"/>
                    <a:pt x="3270" y="4617"/>
                  </a:cubicBezTo>
                  <a:cubicBezTo>
                    <a:pt x="3320" y="4542"/>
                    <a:pt x="3257" y="4448"/>
                    <a:pt x="3180" y="4448"/>
                  </a:cubicBezTo>
                  <a:cubicBezTo>
                    <a:pt x="3155" y="4448"/>
                    <a:pt x="3128" y="4459"/>
                    <a:pt x="3103" y="4484"/>
                  </a:cubicBezTo>
                  <a:cubicBezTo>
                    <a:pt x="2402" y="4117"/>
                    <a:pt x="1735" y="3817"/>
                    <a:pt x="1068" y="3383"/>
                  </a:cubicBezTo>
                  <a:cubicBezTo>
                    <a:pt x="1349" y="3371"/>
                    <a:pt x="1630" y="3363"/>
                    <a:pt x="1910" y="3363"/>
                  </a:cubicBezTo>
                  <a:cubicBezTo>
                    <a:pt x="2397" y="3363"/>
                    <a:pt x="2883" y="3386"/>
                    <a:pt x="3370" y="3450"/>
                  </a:cubicBezTo>
                  <a:cubicBezTo>
                    <a:pt x="3503" y="3450"/>
                    <a:pt x="3536" y="3350"/>
                    <a:pt x="3536" y="3216"/>
                  </a:cubicBezTo>
                  <a:cubicBezTo>
                    <a:pt x="3570" y="3216"/>
                    <a:pt x="3570" y="3183"/>
                    <a:pt x="3603" y="3149"/>
                  </a:cubicBezTo>
                  <a:cubicBezTo>
                    <a:pt x="3937" y="2215"/>
                    <a:pt x="4404" y="1382"/>
                    <a:pt x="5071" y="681"/>
                  </a:cubicBezTo>
                  <a:cubicBezTo>
                    <a:pt x="5371" y="1482"/>
                    <a:pt x="5705" y="2282"/>
                    <a:pt x="6038" y="3049"/>
                  </a:cubicBezTo>
                  <a:cubicBezTo>
                    <a:pt x="6085" y="3143"/>
                    <a:pt x="6164" y="3183"/>
                    <a:pt x="6245" y="3183"/>
                  </a:cubicBezTo>
                  <a:cubicBezTo>
                    <a:pt x="6395" y="3183"/>
                    <a:pt x="6549" y="3044"/>
                    <a:pt x="6505" y="2849"/>
                  </a:cubicBezTo>
                  <a:cubicBezTo>
                    <a:pt x="6172" y="1949"/>
                    <a:pt x="5771" y="1048"/>
                    <a:pt x="5404" y="181"/>
                  </a:cubicBezTo>
                  <a:cubicBezTo>
                    <a:pt x="5359" y="67"/>
                    <a:pt x="5268" y="0"/>
                    <a:pt x="516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ext 4">
  <p:cSld name="Title and text 4">
    <p:bg>
      <p:bgPr>
        <a:solidFill>
          <a:schemeClr val="lt1"/>
        </a:solidFill>
        <a:effectLst/>
      </p:bgPr>
    </p:bg>
    <p:spTree>
      <p:nvGrpSpPr>
        <p:cNvPr id="1" name="Shape 519"/>
        <p:cNvGrpSpPr/>
        <p:nvPr/>
      </p:nvGrpSpPr>
      <p:grpSpPr>
        <a:xfrm>
          <a:off x="0" y="0"/>
          <a:ext cx="0" cy="0"/>
          <a:chOff x="0" y="0"/>
          <a:chExt cx="0" cy="0"/>
        </a:xfrm>
      </p:grpSpPr>
      <p:sp>
        <p:nvSpPr>
          <p:cNvPr id="520" name="Google Shape;520;p38"/>
          <p:cNvSpPr txBox="1">
            <a:spLocks noGrp="1"/>
          </p:cNvSpPr>
          <p:nvPr>
            <p:ph type="body" idx="1"/>
          </p:nvPr>
        </p:nvSpPr>
        <p:spPr>
          <a:xfrm>
            <a:off x="713225" y="1348475"/>
            <a:ext cx="7717500" cy="3255300"/>
          </a:xfrm>
          <a:prstGeom prst="rect">
            <a:avLst/>
          </a:prstGeom>
        </p:spPr>
        <p:txBody>
          <a:bodyPr spcFirstLastPara="1" wrap="square" lIns="91425" tIns="91425" rIns="91425" bIns="91425" anchor="t" anchorCtr="0">
            <a:noAutofit/>
          </a:bodyPr>
          <a:lstStyle>
            <a:lvl1pPr marL="457200" lvl="0" indent="-336550" rtl="0">
              <a:lnSpc>
                <a:spcPct val="100000"/>
              </a:lnSpc>
              <a:spcBef>
                <a:spcPts val="0"/>
              </a:spcBef>
              <a:spcAft>
                <a:spcPts val="0"/>
              </a:spcAft>
              <a:buSzPts val="1700"/>
              <a:buFont typeface="Barlow"/>
              <a:buChar char="●"/>
              <a:defRPr sz="1400">
                <a:latin typeface="Barlow"/>
                <a:ea typeface="Barlow"/>
                <a:cs typeface="Barlow"/>
                <a:sym typeface="Barlow"/>
              </a:defRPr>
            </a:lvl1pPr>
            <a:lvl2pPr marL="914400" lvl="1" indent="-317500" rtl="0">
              <a:lnSpc>
                <a:spcPct val="100000"/>
              </a:lnSpc>
              <a:spcBef>
                <a:spcPts val="1600"/>
              </a:spcBef>
              <a:spcAft>
                <a:spcPts val="0"/>
              </a:spcAft>
              <a:buSzPts val="1400"/>
              <a:buChar char="○"/>
              <a:defRPr sz="1100">
                <a:latin typeface="Barlow"/>
                <a:ea typeface="Barlow"/>
                <a:cs typeface="Barlow"/>
                <a:sym typeface="Barlow"/>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pPr lvl="0"/>
            <a:r>
              <a:rPr lang="en-US" smtClean="0"/>
              <a:t>Click to edit Master text styles</a:t>
            </a:r>
          </a:p>
        </p:txBody>
      </p:sp>
      <p:sp>
        <p:nvSpPr>
          <p:cNvPr id="521" name="Google Shape;521;p38"/>
          <p:cNvSpPr txBox="1">
            <a:spLocks noGrp="1"/>
          </p:cNvSpPr>
          <p:nvPr>
            <p:ph type="title"/>
          </p:nvPr>
        </p:nvSpPr>
        <p:spPr>
          <a:xfrm>
            <a:off x="1974300" y="6069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smtClean="0"/>
              <a:t>Click to edit Master title style</a:t>
            </a:r>
            <a:endParaRPr/>
          </a:p>
        </p:txBody>
      </p:sp>
      <p:grpSp>
        <p:nvGrpSpPr>
          <p:cNvPr id="522" name="Google Shape;522;p38"/>
          <p:cNvGrpSpPr/>
          <p:nvPr/>
        </p:nvGrpSpPr>
        <p:grpSpPr>
          <a:xfrm>
            <a:off x="147896" y="4372853"/>
            <a:ext cx="1059557" cy="690926"/>
            <a:chOff x="-306504" y="4276178"/>
            <a:chExt cx="1059557" cy="690926"/>
          </a:xfrm>
        </p:grpSpPr>
        <p:sp>
          <p:nvSpPr>
            <p:cNvPr id="523" name="Google Shape;523;p38"/>
            <p:cNvSpPr/>
            <p:nvPr/>
          </p:nvSpPr>
          <p:spPr>
            <a:xfrm>
              <a:off x="-140162" y="4531505"/>
              <a:ext cx="713657" cy="351893"/>
            </a:xfrm>
            <a:custGeom>
              <a:avLst/>
              <a:gdLst/>
              <a:ahLst/>
              <a:cxnLst/>
              <a:rect l="l" t="t" r="r" b="b"/>
              <a:pathLst>
                <a:path w="35523" h="17518" extrusionOk="0">
                  <a:moveTo>
                    <a:pt x="3774" y="10775"/>
                  </a:moveTo>
                  <a:cubicBezTo>
                    <a:pt x="2619" y="10198"/>
                    <a:pt x="353" y="8285"/>
                    <a:pt x="100" y="9551"/>
                  </a:cubicBezTo>
                  <a:cubicBezTo>
                    <a:pt x="-700" y="13554"/>
                    <a:pt x="6631" y="19346"/>
                    <a:pt x="9897" y="16898"/>
                  </a:cubicBezTo>
                  <a:cubicBezTo>
                    <a:pt x="14519" y="13434"/>
                    <a:pt x="9580" y="3364"/>
                    <a:pt x="14387" y="162"/>
                  </a:cubicBezTo>
                  <a:cubicBezTo>
                    <a:pt x="15361" y="-487"/>
                    <a:pt x="16028" y="1919"/>
                    <a:pt x="16428" y="3019"/>
                  </a:cubicBezTo>
                  <a:cubicBezTo>
                    <a:pt x="17676" y="6450"/>
                    <a:pt x="17937" y="11459"/>
                    <a:pt x="21327" y="12816"/>
                  </a:cubicBezTo>
                  <a:cubicBezTo>
                    <a:pt x="23352" y="13627"/>
                    <a:pt x="26043" y="14435"/>
                    <a:pt x="27858" y="13225"/>
                  </a:cubicBezTo>
                  <a:cubicBezTo>
                    <a:pt x="30136" y="11706"/>
                    <a:pt x="34340" y="6953"/>
                    <a:pt x="35206" y="9551"/>
                  </a:cubicBezTo>
                  <a:cubicBezTo>
                    <a:pt x="37745" y="17172"/>
                    <a:pt x="18742" y="7827"/>
                    <a:pt x="11122" y="10367"/>
                  </a:cubicBezTo>
                </a:path>
              </a:pathLst>
            </a:custGeom>
            <a:noFill/>
            <a:ln w="228600" cap="flat" cmpd="sng">
              <a:solidFill>
                <a:srgbClr val="88F175"/>
              </a:solidFill>
              <a:prstDash val="solid"/>
              <a:round/>
              <a:headEnd type="none" w="med" len="med"/>
              <a:tailEnd type="none" w="med" len="med"/>
            </a:ln>
          </p:spPr>
        </p:sp>
        <p:sp>
          <p:nvSpPr>
            <p:cNvPr id="524" name="Google Shape;524;p38"/>
            <p:cNvSpPr/>
            <p:nvPr/>
          </p:nvSpPr>
          <p:spPr>
            <a:xfrm>
              <a:off x="-306504" y="4276178"/>
              <a:ext cx="1059557" cy="690926"/>
            </a:xfrm>
            <a:custGeom>
              <a:avLst/>
              <a:gdLst/>
              <a:ahLst/>
              <a:cxnLst/>
              <a:rect l="l" t="t" r="r" b="b"/>
              <a:pathLst>
                <a:path w="10141" h="6613" extrusionOk="0">
                  <a:moveTo>
                    <a:pt x="4689" y="581"/>
                  </a:moveTo>
                  <a:cubicBezTo>
                    <a:pt x="5301" y="581"/>
                    <a:pt x="5834" y="1062"/>
                    <a:pt x="6038" y="1698"/>
                  </a:cubicBezTo>
                  <a:cubicBezTo>
                    <a:pt x="6305" y="2398"/>
                    <a:pt x="6171" y="3199"/>
                    <a:pt x="6104" y="3933"/>
                  </a:cubicBezTo>
                  <a:cubicBezTo>
                    <a:pt x="6071" y="4116"/>
                    <a:pt x="6205" y="4208"/>
                    <a:pt x="6350" y="4208"/>
                  </a:cubicBezTo>
                  <a:cubicBezTo>
                    <a:pt x="6496" y="4208"/>
                    <a:pt x="6655" y="4116"/>
                    <a:pt x="6672" y="3933"/>
                  </a:cubicBezTo>
                  <a:lnTo>
                    <a:pt x="6672" y="3899"/>
                  </a:lnTo>
                  <a:cubicBezTo>
                    <a:pt x="7039" y="3614"/>
                    <a:pt x="7493" y="3440"/>
                    <a:pt x="7944" y="3440"/>
                  </a:cubicBezTo>
                  <a:cubicBezTo>
                    <a:pt x="8230" y="3440"/>
                    <a:pt x="8514" y="3510"/>
                    <a:pt x="8773" y="3666"/>
                  </a:cubicBezTo>
                  <a:cubicBezTo>
                    <a:pt x="9407" y="4133"/>
                    <a:pt x="9474" y="5100"/>
                    <a:pt x="9107" y="5801"/>
                  </a:cubicBezTo>
                  <a:cubicBezTo>
                    <a:pt x="9073" y="5867"/>
                    <a:pt x="9073" y="5934"/>
                    <a:pt x="9073" y="5967"/>
                  </a:cubicBezTo>
                  <a:cubicBezTo>
                    <a:pt x="9007" y="5934"/>
                    <a:pt x="8940" y="5901"/>
                    <a:pt x="8906" y="5901"/>
                  </a:cubicBezTo>
                  <a:cubicBezTo>
                    <a:pt x="7922" y="5838"/>
                    <a:pt x="6928" y="5813"/>
                    <a:pt x="5932" y="5813"/>
                  </a:cubicBezTo>
                  <a:cubicBezTo>
                    <a:pt x="4262" y="5813"/>
                    <a:pt x="2585" y="5884"/>
                    <a:pt x="934" y="5967"/>
                  </a:cubicBezTo>
                  <a:cubicBezTo>
                    <a:pt x="967" y="5934"/>
                    <a:pt x="967" y="5834"/>
                    <a:pt x="934" y="5767"/>
                  </a:cubicBezTo>
                  <a:cubicBezTo>
                    <a:pt x="567" y="5334"/>
                    <a:pt x="567" y="4566"/>
                    <a:pt x="1001" y="4166"/>
                  </a:cubicBezTo>
                  <a:cubicBezTo>
                    <a:pt x="1140" y="4055"/>
                    <a:pt x="1312" y="4006"/>
                    <a:pt x="1489" y="4006"/>
                  </a:cubicBezTo>
                  <a:cubicBezTo>
                    <a:pt x="1952" y="4006"/>
                    <a:pt x="2454" y="4342"/>
                    <a:pt x="2502" y="4800"/>
                  </a:cubicBezTo>
                  <a:cubicBezTo>
                    <a:pt x="2535" y="4983"/>
                    <a:pt x="2694" y="5075"/>
                    <a:pt x="2840" y="5075"/>
                  </a:cubicBezTo>
                  <a:cubicBezTo>
                    <a:pt x="2986" y="5075"/>
                    <a:pt x="3119" y="4983"/>
                    <a:pt x="3102" y="4800"/>
                  </a:cubicBezTo>
                  <a:cubicBezTo>
                    <a:pt x="3102" y="4733"/>
                    <a:pt x="3102" y="4667"/>
                    <a:pt x="3036" y="4633"/>
                  </a:cubicBezTo>
                  <a:lnTo>
                    <a:pt x="3036" y="4566"/>
                  </a:lnTo>
                  <a:cubicBezTo>
                    <a:pt x="3002" y="3232"/>
                    <a:pt x="2669" y="1464"/>
                    <a:pt x="4103" y="730"/>
                  </a:cubicBezTo>
                  <a:cubicBezTo>
                    <a:pt x="4301" y="627"/>
                    <a:pt x="4499" y="581"/>
                    <a:pt x="4689" y="581"/>
                  </a:cubicBezTo>
                  <a:close/>
                  <a:moveTo>
                    <a:pt x="4671" y="1"/>
                  </a:moveTo>
                  <a:cubicBezTo>
                    <a:pt x="4562" y="1"/>
                    <a:pt x="4450" y="10"/>
                    <a:pt x="4337" y="30"/>
                  </a:cubicBezTo>
                  <a:cubicBezTo>
                    <a:pt x="2502" y="363"/>
                    <a:pt x="2268" y="2298"/>
                    <a:pt x="2502" y="3899"/>
                  </a:cubicBezTo>
                  <a:cubicBezTo>
                    <a:pt x="2231" y="3607"/>
                    <a:pt x="1842" y="3433"/>
                    <a:pt x="1442" y="3433"/>
                  </a:cubicBezTo>
                  <a:cubicBezTo>
                    <a:pt x="1202" y="3433"/>
                    <a:pt x="959" y="3495"/>
                    <a:pt x="734" y="3632"/>
                  </a:cubicBezTo>
                  <a:cubicBezTo>
                    <a:pt x="300" y="3899"/>
                    <a:pt x="67" y="4366"/>
                    <a:pt x="67" y="4867"/>
                  </a:cubicBezTo>
                  <a:cubicBezTo>
                    <a:pt x="0" y="5334"/>
                    <a:pt x="234" y="5734"/>
                    <a:pt x="634" y="6034"/>
                  </a:cubicBezTo>
                  <a:cubicBezTo>
                    <a:pt x="434" y="6101"/>
                    <a:pt x="467" y="6401"/>
                    <a:pt x="734" y="6434"/>
                  </a:cubicBezTo>
                  <a:cubicBezTo>
                    <a:pt x="2535" y="6523"/>
                    <a:pt x="4351" y="6612"/>
                    <a:pt x="6172" y="6612"/>
                  </a:cubicBezTo>
                  <a:cubicBezTo>
                    <a:pt x="7083" y="6612"/>
                    <a:pt x="7995" y="6590"/>
                    <a:pt x="8906" y="6535"/>
                  </a:cubicBezTo>
                  <a:cubicBezTo>
                    <a:pt x="9107" y="6535"/>
                    <a:pt x="9173" y="6368"/>
                    <a:pt x="9173" y="6168"/>
                  </a:cubicBezTo>
                  <a:cubicBezTo>
                    <a:pt x="9240" y="6218"/>
                    <a:pt x="9315" y="6251"/>
                    <a:pt x="9390" y="6251"/>
                  </a:cubicBezTo>
                  <a:cubicBezTo>
                    <a:pt x="9465" y="6251"/>
                    <a:pt x="9540" y="6218"/>
                    <a:pt x="9607" y="6134"/>
                  </a:cubicBezTo>
                  <a:cubicBezTo>
                    <a:pt x="10141" y="5134"/>
                    <a:pt x="9907" y="3799"/>
                    <a:pt x="8973" y="3232"/>
                  </a:cubicBezTo>
                  <a:cubicBezTo>
                    <a:pt x="8641" y="3011"/>
                    <a:pt x="8256" y="2902"/>
                    <a:pt x="7873" y="2902"/>
                  </a:cubicBezTo>
                  <a:cubicBezTo>
                    <a:pt x="7447" y="2902"/>
                    <a:pt x="7022" y="3036"/>
                    <a:pt x="6672" y="3299"/>
                  </a:cubicBezTo>
                  <a:cubicBezTo>
                    <a:pt x="6772" y="2432"/>
                    <a:pt x="6738" y="1564"/>
                    <a:pt x="6171" y="797"/>
                  </a:cubicBezTo>
                  <a:cubicBezTo>
                    <a:pt x="5830" y="314"/>
                    <a:pt x="5296" y="1"/>
                    <a:pt x="467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5" name="Google Shape;525;p38"/>
          <p:cNvSpPr/>
          <p:nvPr/>
        </p:nvSpPr>
        <p:spPr>
          <a:xfrm rot="-1992394">
            <a:off x="7341065" y="678101"/>
            <a:ext cx="1848048" cy="386252"/>
          </a:xfrm>
          <a:custGeom>
            <a:avLst/>
            <a:gdLst/>
            <a:ahLst/>
            <a:cxnLst/>
            <a:rect l="l" t="t" r="r" b="b"/>
            <a:pathLst>
              <a:path w="72552" h="15165" extrusionOk="0">
                <a:moveTo>
                  <a:pt x="5871" y="4222"/>
                </a:moveTo>
                <a:cubicBezTo>
                  <a:pt x="5938" y="4356"/>
                  <a:pt x="6004" y="4456"/>
                  <a:pt x="6038" y="4556"/>
                </a:cubicBezTo>
                <a:lnTo>
                  <a:pt x="5904" y="4556"/>
                </a:lnTo>
                <a:cubicBezTo>
                  <a:pt x="5904" y="4456"/>
                  <a:pt x="5838" y="4356"/>
                  <a:pt x="5704" y="4322"/>
                </a:cubicBezTo>
                <a:lnTo>
                  <a:pt x="5671" y="4322"/>
                </a:lnTo>
                <a:cubicBezTo>
                  <a:pt x="5704" y="4289"/>
                  <a:pt x="5804" y="4222"/>
                  <a:pt x="5871" y="4222"/>
                </a:cubicBezTo>
                <a:close/>
                <a:moveTo>
                  <a:pt x="1435" y="6324"/>
                </a:moveTo>
                <a:cubicBezTo>
                  <a:pt x="1468" y="6324"/>
                  <a:pt x="1468" y="6357"/>
                  <a:pt x="1501" y="6357"/>
                </a:cubicBezTo>
                <a:cubicBezTo>
                  <a:pt x="1568" y="6357"/>
                  <a:pt x="1635" y="6390"/>
                  <a:pt x="1701" y="6390"/>
                </a:cubicBezTo>
                <a:cubicBezTo>
                  <a:pt x="1768" y="6491"/>
                  <a:pt x="1801" y="6557"/>
                  <a:pt x="1902" y="6624"/>
                </a:cubicBezTo>
                <a:cubicBezTo>
                  <a:pt x="2002" y="6624"/>
                  <a:pt x="2068" y="6657"/>
                  <a:pt x="2168" y="6657"/>
                </a:cubicBezTo>
                <a:cubicBezTo>
                  <a:pt x="2268" y="6791"/>
                  <a:pt x="2335" y="6891"/>
                  <a:pt x="2469" y="6991"/>
                </a:cubicBezTo>
                <a:cubicBezTo>
                  <a:pt x="2102" y="6791"/>
                  <a:pt x="1668" y="6624"/>
                  <a:pt x="1268" y="6390"/>
                </a:cubicBezTo>
                <a:cubicBezTo>
                  <a:pt x="1301" y="6357"/>
                  <a:pt x="1368" y="6357"/>
                  <a:pt x="1435" y="6324"/>
                </a:cubicBezTo>
                <a:close/>
                <a:moveTo>
                  <a:pt x="7539" y="5156"/>
                </a:moveTo>
                <a:cubicBezTo>
                  <a:pt x="8039" y="5823"/>
                  <a:pt x="8106" y="6691"/>
                  <a:pt x="7706" y="7458"/>
                </a:cubicBezTo>
                <a:cubicBezTo>
                  <a:pt x="7939" y="6824"/>
                  <a:pt x="7872" y="6057"/>
                  <a:pt x="7506" y="5490"/>
                </a:cubicBezTo>
                <a:cubicBezTo>
                  <a:pt x="7506" y="5356"/>
                  <a:pt x="7539" y="5290"/>
                  <a:pt x="7539" y="5156"/>
                </a:cubicBezTo>
                <a:close/>
                <a:moveTo>
                  <a:pt x="5304" y="7858"/>
                </a:moveTo>
                <a:cubicBezTo>
                  <a:pt x="5337" y="7892"/>
                  <a:pt x="5371" y="7892"/>
                  <a:pt x="5437" y="7958"/>
                </a:cubicBezTo>
                <a:cubicBezTo>
                  <a:pt x="5471" y="7958"/>
                  <a:pt x="5471" y="7992"/>
                  <a:pt x="5504" y="7992"/>
                </a:cubicBezTo>
                <a:cubicBezTo>
                  <a:pt x="5638" y="8125"/>
                  <a:pt x="5804" y="8158"/>
                  <a:pt x="5971" y="8192"/>
                </a:cubicBezTo>
                <a:cubicBezTo>
                  <a:pt x="6138" y="8359"/>
                  <a:pt x="6338" y="8492"/>
                  <a:pt x="6538" y="8525"/>
                </a:cubicBezTo>
                <a:cubicBezTo>
                  <a:pt x="6438" y="8559"/>
                  <a:pt x="6338" y="8659"/>
                  <a:pt x="6271" y="8692"/>
                </a:cubicBezTo>
                <a:cubicBezTo>
                  <a:pt x="6171" y="8659"/>
                  <a:pt x="6138" y="8625"/>
                  <a:pt x="6038" y="8625"/>
                </a:cubicBezTo>
                <a:cubicBezTo>
                  <a:pt x="6099" y="8473"/>
                  <a:pt x="5993" y="8321"/>
                  <a:pt x="5822" y="8321"/>
                </a:cubicBezTo>
                <a:cubicBezTo>
                  <a:pt x="5805" y="8321"/>
                  <a:pt x="5788" y="8322"/>
                  <a:pt x="5771" y="8325"/>
                </a:cubicBezTo>
                <a:cubicBezTo>
                  <a:pt x="5671" y="8325"/>
                  <a:pt x="5638" y="8359"/>
                  <a:pt x="5537" y="8392"/>
                </a:cubicBezTo>
                <a:cubicBezTo>
                  <a:pt x="5304" y="8292"/>
                  <a:pt x="5037" y="8192"/>
                  <a:pt x="4837" y="8058"/>
                </a:cubicBezTo>
                <a:cubicBezTo>
                  <a:pt x="4970" y="8025"/>
                  <a:pt x="5137" y="7958"/>
                  <a:pt x="5304" y="7858"/>
                </a:cubicBezTo>
                <a:close/>
                <a:moveTo>
                  <a:pt x="18947" y="5123"/>
                </a:moveTo>
                <a:cubicBezTo>
                  <a:pt x="28455" y="6408"/>
                  <a:pt x="38082" y="6921"/>
                  <a:pt x="47675" y="6921"/>
                </a:cubicBezTo>
                <a:cubicBezTo>
                  <a:pt x="50534" y="6921"/>
                  <a:pt x="53391" y="6875"/>
                  <a:pt x="56240" y="6791"/>
                </a:cubicBezTo>
                <a:cubicBezTo>
                  <a:pt x="56374" y="6791"/>
                  <a:pt x="56474" y="6724"/>
                  <a:pt x="56507" y="6657"/>
                </a:cubicBezTo>
                <a:cubicBezTo>
                  <a:pt x="56541" y="7158"/>
                  <a:pt x="56574" y="7658"/>
                  <a:pt x="56574" y="8158"/>
                </a:cubicBezTo>
                <a:lnTo>
                  <a:pt x="56574" y="9559"/>
                </a:lnTo>
                <a:cubicBezTo>
                  <a:pt x="56541" y="9526"/>
                  <a:pt x="56507" y="9526"/>
                  <a:pt x="56407" y="9526"/>
                </a:cubicBezTo>
                <a:cubicBezTo>
                  <a:pt x="44573" y="9078"/>
                  <a:pt x="32708" y="8354"/>
                  <a:pt x="20871" y="8354"/>
                </a:cubicBezTo>
                <a:cubicBezTo>
                  <a:pt x="20363" y="8354"/>
                  <a:pt x="19855" y="8356"/>
                  <a:pt x="19347" y="8359"/>
                </a:cubicBezTo>
                <a:cubicBezTo>
                  <a:pt x="19014" y="7658"/>
                  <a:pt x="18380" y="7091"/>
                  <a:pt x="17679" y="6691"/>
                </a:cubicBezTo>
                <a:cubicBezTo>
                  <a:pt x="18513" y="6457"/>
                  <a:pt x="18847" y="5823"/>
                  <a:pt x="18947" y="5123"/>
                </a:cubicBezTo>
                <a:close/>
                <a:moveTo>
                  <a:pt x="16379" y="1087"/>
                </a:moveTo>
                <a:cubicBezTo>
                  <a:pt x="26812" y="1604"/>
                  <a:pt x="37334" y="1899"/>
                  <a:pt x="47817" y="1899"/>
                </a:cubicBezTo>
                <a:cubicBezTo>
                  <a:pt x="50172" y="1899"/>
                  <a:pt x="52524" y="1884"/>
                  <a:pt x="54873" y="1854"/>
                </a:cubicBezTo>
                <a:lnTo>
                  <a:pt x="54873" y="1854"/>
                </a:lnTo>
                <a:cubicBezTo>
                  <a:pt x="54806" y="1921"/>
                  <a:pt x="54739" y="2087"/>
                  <a:pt x="54839" y="2221"/>
                </a:cubicBezTo>
                <a:cubicBezTo>
                  <a:pt x="55707" y="3422"/>
                  <a:pt x="56207" y="4723"/>
                  <a:pt x="56407" y="6090"/>
                </a:cubicBezTo>
                <a:cubicBezTo>
                  <a:pt x="56374" y="6057"/>
                  <a:pt x="56307" y="6057"/>
                  <a:pt x="56240" y="6057"/>
                </a:cubicBezTo>
                <a:cubicBezTo>
                  <a:pt x="53885" y="6126"/>
                  <a:pt x="51535" y="6158"/>
                  <a:pt x="49188" y="6158"/>
                </a:cubicBezTo>
                <a:cubicBezTo>
                  <a:pt x="39070" y="6158"/>
                  <a:pt x="29020" y="5556"/>
                  <a:pt x="18947" y="4689"/>
                </a:cubicBezTo>
                <a:cubicBezTo>
                  <a:pt x="18834" y="3165"/>
                  <a:pt x="17622" y="1401"/>
                  <a:pt x="16524" y="1401"/>
                </a:cubicBezTo>
                <a:cubicBezTo>
                  <a:pt x="16325" y="1401"/>
                  <a:pt x="16129" y="1459"/>
                  <a:pt x="15945" y="1587"/>
                </a:cubicBezTo>
                <a:cubicBezTo>
                  <a:pt x="15778" y="1720"/>
                  <a:pt x="15711" y="1921"/>
                  <a:pt x="15845" y="2087"/>
                </a:cubicBezTo>
                <a:cubicBezTo>
                  <a:pt x="15878" y="2154"/>
                  <a:pt x="15945" y="2154"/>
                  <a:pt x="15945" y="2187"/>
                </a:cubicBezTo>
                <a:cubicBezTo>
                  <a:pt x="15987" y="2244"/>
                  <a:pt x="16041" y="2264"/>
                  <a:pt x="16100" y="2264"/>
                </a:cubicBezTo>
                <a:cubicBezTo>
                  <a:pt x="16180" y="2264"/>
                  <a:pt x="16268" y="2226"/>
                  <a:pt x="16345" y="2187"/>
                </a:cubicBezTo>
                <a:cubicBezTo>
                  <a:pt x="16612" y="2521"/>
                  <a:pt x="16979" y="2721"/>
                  <a:pt x="17479" y="2821"/>
                </a:cubicBezTo>
                <a:cubicBezTo>
                  <a:pt x="18180" y="3388"/>
                  <a:pt x="18347" y="4022"/>
                  <a:pt x="17980" y="4689"/>
                </a:cubicBezTo>
                <a:cubicBezTo>
                  <a:pt x="17713" y="5156"/>
                  <a:pt x="17212" y="5657"/>
                  <a:pt x="16445" y="6157"/>
                </a:cubicBezTo>
                <a:cubicBezTo>
                  <a:pt x="16045" y="6157"/>
                  <a:pt x="16012" y="6691"/>
                  <a:pt x="16345" y="6757"/>
                </a:cubicBezTo>
                <a:cubicBezTo>
                  <a:pt x="17146" y="7024"/>
                  <a:pt x="18013" y="7391"/>
                  <a:pt x="18447" y="8158"/>
                </a:cubicBezTo>
                <a:cubicBezTo>
                  <a:pt x="18480" y="8225"/>
                  <a:pt x="18513" y="8325"/>
                  <a:pt x="18547" y="8425"/>
                </a:cubicBezTo>
                <a:cubicBezTo>
                  <a:pt x="18547" y="8525"/>
                  <a:pt x="18547" y="8592"/>
                  <a:pt x="18647" y="8659"/>
                </a:cubicBezTo>
                <a:cubicBezTo>
                  <a:pt x="19131" y="10014"/>
                  <a:pt x="18585" y="11901"/>
                  <a:pt x="16856" y="11901"/>
                </a:cubicBezTo>
                <a:cubicBezTo>
                  <a:pt x="16799" y="11901"/>
                  <a:pt x="16739" y="11899"/>
                  <a:pt x="16679" y="11894"/>
                </a:cubicBezTo>
                <a:cubicBezTo>
                  <a:pt x="16545" y="11894"/>
                  <a:pt x="16479" y="12061"/>
                  <a:pt x="16545" y="12195"/>
                </a:cubicBezTo>
                <a:cubicBezTo>
                  <a:pt x="15945" y="12128"/>
                  <a:pt x="15344" y="12028"/>
                  <a:pt x="14777" y="11961"/>
                </a:cubicBezTo>
                <a:cubicBezTo>
                  <a:pt x="14777" y="11894"/>
                  <a:pt x="14711" y="11861"/>
                  <a:pt x="14677" y="11861"/>
                </a:cubicBezTo>
                <a:cubicBezTo>
                  <a:pt x="12609" y="10960"/>
                  <a:pt x="10341" y="10360"/>
                  <a:pt x="8206" y="9526"/>
                </a:cubicBezTo>
                <a:cubicBezTo>
                  <a:pt x="7739" y="9359"/>
                  <a:pt x="7339" y="9192"/>
                  <a:pt x="6872" y="8992"/>
                </a:cubicBezTo>
                <a:cubicBezTo>
                  <a:pt x="9173" y="8158"/>
                  <a:pt x="9040" y="4823"/>
                  <a:pt x="6805" y="3855"/>
                </a:cubicBezTo>
                <a:cubicBezTo>
                  <a:pt x="9807" y="2721"/>
                  <a:pt x="12943" y="1887"/>
                  <a:pt x="16145" y="1420"/>
                </a:cubicBezTo>
                <a:cubicBezTo>
                  <a:pt x="16345" y="1387"/>
                  <a:pt x="16379" y="1253"/>
                  <a:pt x="16379" y="1087"/>
                </a:cubicBezTo>
                <a:close/>
                <a:moveTo>
                  <a:pt x="62511" y="1887"/>
                </a:moveTo>
                <a:lnTo>
                  <a:pt x="62511" y="1887"/>
                </a:lnTo>
                <a:cubicBezTo>
                  <a:pt x="65480" y="2454"/>
                  <a:pt x="68816" y="3055"/>
                  <a:pt x="70484" y="5857"/>
                </a:cubicBezTo>
                <a:cubicBezTo>
                  <a:pt x="71685" y="7892"/>
                  <a:pt x="71251" y="10160"/>
                  <a:pt x="69483" y="11694"/>
                </a:cubicBezTo>
                <a:cubicBezTo>
                  <a:pt x="67990" y="12965"/>
                  <a:pt x="66164" y="13298"/>
                  <a:pt x="64293" y="13298"/>
                </a:cubicBezTo>
                <a:cubicBezTo>
                  <a:pt x="64200" y="13298"/>
                  <a:pt x="64106" y="13297"/>
                  <a:pt x="64013" y="13295"/>
                </a:cubicBezTo>
                <a:cubicBezTo>
                  <a:pt x="65013" y="11494"/>
                  <a:pt x="64580" y="8559"/>
                  <a:pt x="64346" y="6724"/>
                </a:cubicBezTo>
                <a:cubicBezTo>
                  <a:pt x="64079" y="5056"/>
                  <a:pt x="63546" y="3288"/>
                  <a:pt x="62511" y="1887"/>
                </a:cubicBezTo>
                <a:close/>
                <a:moveTo>
                  <a:pt x="19514" y="8826"/>
                </a:moveTo>
                <a:cubicBezTo>
                  <a:pt x="31323" y="9726"/>
                  <a:pt x="43198" y="9860"/>
                  <a:pt x="55039" y="10227"/>
                </a:cubicBezTo>
                <a:cubicBezTo>
                  <a:pt x="55073" y="10327"/>
                  <a:pt x="55173" y="10360"/>
                  <a:pt x="55306" y="10360"/>
                </a:cubicBezTo>
                <a:cubicBezTo>
                  <a:pt x="55673" y="10327"/>
                  <a:pt x="56007" y="10327"/>
                  <a:pt x="56374" y="10293"/>
                </a:cubicBezTo>
                <a:cubicBezTo>
                  <a:pt x="56407" y="10293"/>
                  <a:pt x="56474" y="10293"/>
                  <a:pt x="56507" y="10227"/>
                </a:cubicBezTo>
                <a:lnTo>
                  <a:pt x="56507" y="10227"/>
                </a:lnTo>
                <a:cubicBezTo>
                  <a:pt x="56474" y="11561"/>
                  <a:pt x="56207" y="12995"/>
                  <a:pt x="55373" y="13729"/>
                </a:cubicBezTo>
                <a:cubicBezTo>
                  <a:pt x="55340" y="13729"/>
                  <a:pt x="55306" y="13696"/>
                  <a:pt x="55306" y="13696"/>
                </a:cubicBezTo>
                <a:cubicBezTo>
                  <a:pt x="48535" y="13395"/>
                  <a:pt x="41730" y="13162"/>
                  <a:pt x="34892" y="12895"/>
                </a:cubicBezTo>
                <a:lnTo>
                  <a:pt x="24885" y="12528"/>
                </a:lnTo>
                <a:cubicBezTo>
                  <a:pt x="22383" y="12461"/>
                  <a:pt x="19781" y="12495"/>
                  <a:pt x="17279" y="12295"/>
                </a:cubicBezTo>
                <a:cubicBezTo>
                  <a:pt x="18480" y="12195"/>
                  <a:pt x="19481" y="11327"/>
                  <a:pt x="19648" y="10060"/>
                </a:cubicBezTo>
                <a:cubicBezTo>
                  <a:pt x="19714" y="9593"/>
                  <a:pt x="19648" y="9192"/>
                  <a:pt x="19514" y="8826"/>
                </a:cubicBezTo>
                <a:close/>
                <a:moveTo>
                  <a:pt x="59165" y="527"/>
                </a:moveTo>
                <a:cubicBezTo>
                  <a:pt x="60825" y="527"/>
                  <a:pt x="62284" y="2754"/>
                  <a:pt x="62845" y="3989"/>
                </a:cubicBezTo>
                <a:cubicBezTo>
                  <a:pt x="63379" y="5290"/>
                  <a:pt x="63646" y="6657"/>
                  <a:pt x="63746" y="8058"/>
                </a:cubicBezTo>
                <a:cubicBezTo>
                  <a:pt x="63846" y="9059"/>
                  <a:pt x="63879" y="10160"/>
                  <a:pt x="63812" y="11194"/>
                </a:cubicBezTo>
                <a:cubicBezTo>
                  <a:pt x="63601" y="13472"/>
                  <a:pt x="62042" y="14194"/>
                  <a:pt x="60240" y="14194"/>
                </a:cubicBezTo>
                <a:cubicBezTo>
                  <a:pt x="59773" y="14194"/>
                  <a:pt x="59290" y="14145"/>
                  <a:pt x="58809" y="14063"/>
                </a:cubicBezTo>
                <a:cubicBezTo>
                  <a:pt x="58976" y="13963"/>
                  <a:pt x="59076" y="13796"/>
                  <a:pt x="59209" y="13629"/>
                </a:cubicBezTo>
                <a:cubicBezTo>
                  <a:pt x="60643" y="11828"/>
                  <a:pt x="60643" y="9192"/>
                  <a:pt x="60510" y="7024"/>
                </a:cubicBezTo>
                <a:cubicBezTo>
                  <a:pt x="60410" y="5023"/>
                  <a:pt x="60210" y="2454"/>
                  <a:pt x="58575" y="1020"/>
                </a:cubicBezTo>
                <a:lnTo>
                  <a:pt x="58208" y="786"/>
                </a:lnTo>
                <a:cubicBezTo>
                  <a:pt x="58531" y="607"/>
                  <a:pt x="58852" y="527"/>
                  <a:pt x="59165" y="527"/>
                </a:cubicBezTo>
                <a:close/>
                <a:moveTo>
                  <a:pt x="56407" y="748"/>
                </a:moveTo>
                <a:cubicBezTo>
                  <a:pt x="56756" y="748"/>
                  <a:pt x="57093" y="847"/>
                  <a:pt x="57408" y="1020"/>
                </a:cubicBezTo>
                <a:cubicBezTo>
                  <a:pt x="57408" y="1053"/>
                  <a:pt x="57374" y="1053"/>
                  <a:pt x="57374" y="1120"/>
                </a:cubicBezTo>
                <a:cubicBezTo>
                  <a:pt x="57275" y="1244"/>
                  <a:pt x="57398" y="1369"/>
                  <a:pt x="57522" y="1369"/>
                </a:cubicBezTo>
                <a:cubicBezTo>
                  <a:pt x="57565" y="1369"/>
                  <a:pt x="57607" y="1354"/>
                  <a:pt x="57641" y="1320"/>
                </a:cubicBezTo>
                <a:cubicBezTo>
                  <a:pt x="57675" y="1287"/>
                  <a:pt x="57708" y="1287"/>
                  <a:pt x="57708" y="1220"/>
                </a:cubicBezTo>
                <a:cubicBezTo>
                  <a:pt x="58575" y="1821"/>
                  <a:pt x="59242" y="2888"/>
                  <a:pt x="59509" y="3855"/>
                </a:cubicBezTo>
                <a:cubicBezTo>
                  <a:pt x="59876" y="5223"/>
                  <a:pt x="59910" y="6724"/>
                  <a:pt x="59910" y="8125"/>
                </a:cubicBezTo>
                <a:cubicBezTo>
                  <a:pt x="59970" y="10482"/>
                  <a:pt x="59100" y="14535"/>
                  <a:pt x="56309" y="14535"/>
                </a:cubicBezTo>
                <a:cubicBezTo>
                  <a:pt x="56018" y="14535"/>
                  <a:pt x="55707" y="14491"/>
                  <a:pt x="55373" y="14396"/>
                </a:cubicBezTo>
                <a:cubicBezTo>
                  <a:pt x="55540" y="14396"/>
                  <a:pt x="55640" y="14329"/>
                  <a:pt x="55673" y="14196"/>
                </a:cubicBezTo>
                <a:cubicBezTo>
                  <a:pt x="57141" y="13229"/>
                  <a:pt x="57141" y="11060"/>
                  <a:pt x="57208" y="9459"/>
                </a:cubicBezTo>
                <a:cubicBezTo>
                  <a:pt x="57341" y="6791"/>
                  <a:pt x="57174" y="3989"/>
                  <a:pt x="55373" y="1854"/>
                </a:cubicBezTo>
                <a:cubicBezTo>
                  <a:pt x="55807" y="1821"/>
                  <a:pt x="55807" y="1153"/>
                  <a:pt x="55340" y="1153"/>
                </a:cubicBezTo>
                <a:lnTo>
                  <a:pt x="55206" y="1153"/>
                </a:lnTo>
                <a:cubicBezTo>
                  <a:pt x="55611" y="872"/>
                  <a:pt x="56016" y="748"/>
                  <a:pt x="56407" y="748"/>
                </a:cubicBezTo>
                <a:close/>
                <a:moveTo>
                  <a:pt x="59248" y="0"/>
                </a:moveTo>
                <a:cubicBezTo>
                  <a:pt x="58746" y="0"/>
                  <a:pt x="58264" y="148"/>
                  <a:pt x="57841" y="486"/>
                </a:cubicBezTo>
                <a:cubicBezTo>
                  <a:pt x="57415" y="298"/>
                  <a:pt x="56965" y="200"/>
                  <a:pt x="56523" y="200"/>
                </a:cubicBezTo>
                <a:cubicBezTo>
                  <a:pt x="55790" y="200"/>
                  <a:pt x="55080" y="471"/>
                  <a:pt x="54539" y="1053"/>
                </a:cubicBezTo>
                <a:cubicBezTo>
                  <a:pt x="44235" y="756"/>
                  <a:pt x="33888" y="634"/>
                  <a:pt x="23567" y="634"/>
                </a:cubicBezTo>
                <a:cubicBezTo>
                  <a:pt x="21158" y="634"/>
                  <a:pt x="18750" y="640"/>
                  <a:pt x="16345" y="653"/>
                </a:cubicBezTo>
                <a:cubicBezTo>
                  <a:pt x="16278" y="653"/>
                  <a:pt x="16212" y="686"/>
                  <a:pt x="16178" y="786"/>
                </a:cubicBezTo>
                <a:cubicBezTo>
                  <a:pt x="16112" y="720"/>
                  <a:pt x="16045" y="720"/>
                  <a:pt x="15945" y="720"/>
                </a:cubicBezTo>
                <a:cubicBezTo>
                  <a:pt x="10374" y="1520"/>
                  <a:pt x="5137" y="3322"/>
                  <a:pt x="234" y="6057"/>
                </a:cubicBezTo>
                <a:cubicBezTo>
                  <a:pt x="34" y="6190"/>
                  <a:pt x="0" y="6557"/>
                  <a:pt x="234" y="6691"/>
                </a:cubicBezTo>
                <a:cubicBezTo>
                  <a:pt x="1835" y="7491"/>
                  <a:pt x="3469" y="8325"/>
                  <a:pt x="5171" y="9126"/>
                </a:cubicBezTo>
                <a:lnTo>
                  <a:pt x="5171" y="9192"/>
                </a:lnTo>
                <a:cubicBezTo>
                  <a:pt x="5204" y="9259"/>
                  <a:pt x="5304" y="9359"/>
                  <a:pt x="5437" y="9359"/>
                </a:cubicBezTo>
                <a:cubicBezTo>
                  <a:pt x="5504" y="9359"/>
                  <a:pt x="5604" y="9326"/>
                  <a:pt x="5704" y="9326"/>
                </a:cubicBezTo>
                <a:cubicBezTo>
                  <a:pt x="8506" y="10560"/>
                  <a:pt x="11375" y="11594"/>
                  <a:pt x="14210" y="12061"/>
                </a:cubicBezTo>
                <a:cubicBezTo>
                  <a:pt x="14210" y="12161"/>
                  <a:pt x="14277" y="12195"/>
                  <a:pt x="14344" y="12228"/>
                </a:cubicBezTo>
                <a:cubicBezTo>
                  <a:pt x="17313" y="13162"/>
                  <a:pt x="20515" y="13029"/>
                  <a:pt x="23617" y="13162"/>
                </a:cubicBezTo>
                <a:cubicBezTo>
                  <a:pt x="27053" y="13262"/>
                  <a:pt x="30522" y="13429"/>
                  <a:pt x="34024" y="13562"/>
                </a:cubicBezTo>
                <a:cubicBezTo>
                  <a:pt x="40829" y="13829"/>
                  <a:pt x="47634" y="14096"/>
                  <a:pt x="54406" y="14363"/>
                </a:cubicBezTo>
                <a:cubicBezTo>
                  <a:pt x="54339" y="14496"/>
                  <a:pt x="54372" y="14696"/>
                  <a:pt x="54539" y="14763"/>
                </a:cubicBezTo>
                <a:cubicBezTo>
                  <a:pt x="55060" y="15037"/>
                  <a:pt x="55608" y="15165"/>
                  <a:pt x="56150" y="15165"/>
                </a:cubicBezTo>
                <a:cubicBezTo>
                  <a:pt x="56928" y="15165"/>
                  <a:pt x="57693" y="14901"/>
                  <a:pt x="58342" y="14430"/>
                </a:cubicBezTo>
                <a:cubicBezTo>
                  <a:pt x="58342" y="14563"/>
                  <a:pt x="58409" y="14696"/>
                  <a:pt x="58575" y="14696"/>
                </a:cubicBezTo>
                <a:cubicBezTo>
                  <a:pt x="59231" y="14817"/>
                  <a:pt x="59961" y="14926"/>
                  <a:pt x="60681" y="14926"/>
                </a:cubicBezTo>
                <a:cubicBezTo>
                  <a:pt x="61756" y="14926"/>
                  <a:pt x="62806" y="14682"/>
                  <a:pt x="63546" y="13862"/>
                </a:cubicBezTo>
                <a:cubicBezTo>
                  <a:pt x="63579" y="13896"/>
                  <a:pt x="63679" y="13929"/>
                  <a:pt x="63746" y="13929"/>
                </a:cubicBezTo>
                <a:cubicBezTo>
                  <a:pt x="63919" y="13938"/>
                  <a:pt x="64095" y="13943"/>
                  <a:pt x="64272" y="13943"/>
                </a:cubicBezTo>
                <a:cubicBezTo>
                  <a:pt x="67968" y="13943"/>
                  <a:pt x="72552" y="11948"/>
                  <a:pt x="71852" y="7525"/>
                </a:cubicBezTo>
                <a:cubicBezTo>
                  <a:pt x="71084" y="2955"/>
                  <a:pt x="65847" y="1787"/>
                  <a:pt x="62011" y="1354"/>
                </a:cubicBezTo>
                <a:cubicBezTo>
                  <a:pt x="61811" y="1153"/>
                  <a:pt x="61544" y="953"/>
                  <a:pt x="61311" y="720"/>
                </a:cubicBezTo>
                <a:cubicBezTo>
                  <a:pt x="60656" y="277"/>
                  <a:pt x="59934" y="0"/>
                  <a:pt x="5924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Slide Number Placeholder 5"/>
          <p:cNvSpPr>
            <a:spLocks noGrp="1"/>
          </p:cNvSpPr>
          <p:nvPr>
            <p:ph type="sldNum" sz="quarter" idx="12"/>
          </p:nvPr>
        </p:nvSpPr>
        <p:spPr>
          <a:xfrm>
            <a:off x="798910" y="4514851"/>
            <a:ext cx="571500" cy="171450"/>
          </a:xfrm>
          <a:prstGeom prst="rect">
            <a:avLst/>
          </a:prstGeom>
        </p:spPr>
        <p:txBody>
          <a:bodyPr/>
          <a:lstStyle/>
          <a:p>
            <a:fld id="{25BA54BD-C84D-46CE-8B72-31BFB26ABA43}" type="slidenum">
              <a:rPr lang="en-US" smtClean="0"/>
              <a:t>‹#›</a:t>
            </a:fld>
            <a:endParaRPr lang="en-US" dirty="0"/>
          </a:p>
        </p:txBody>
      </p:sp>
      <p:sp>
        <p:nvSpPr>
          <p:cNvPr id="5" name="Footer Placeholder 4"/>
          <p:cNvSpPr>
            <a:spLocks noGrp="1"/>
          </p:cNvSpPr>
          <p:nvPr>
            <p:ph type="ftr" sz="quarter" idx="11"/>
          </p:nvPr>
        </p:nvSpPr>
        <p:spPr>
          <a:xfrm>
            <a:off x="1484710" y="4514851"/>
            <a:ext cx="4457700" cy="171450"/>
          </a:xfrm>
          <a:prstGeom prst="rect">
            <a:avLst/>
          </a:prstGeom>
        </p:spPr>
        <p:txBody>
          <a:bodyPr/>
          <a:lstStyle/>
          <a:p>
            <a:endParaRPr lang="en-US" dirty="0"/>
          </a:p>
        </p:txBody>
      </p:sp>
      <p:sp>
        <p:nvSpPr>
          <p:cNvPr id="4" name="Date Placeholder 3"/>
          <p:cNvSpPr>
            <a:spLocks noGrp="1"/>
          </p:cNvSpPr>
          <p:nvPr>
            <p:ph type="dt" sz="half" idx="10"/>
          </p:nvPr>
        </p:nvSpPr>
        <p:spPr>
          <a:xfrm>
            <a:off x="6056708" y="4514851"/>
            <a:ext cx="1047195" cy="171450"/>
          </a:xfrm>
          <a:prstGeom prst="rect">
            <a:avLst/>
          </a:prstGeom>
        </p:spPr>
        <p:txBody>
          <a:bodyPr/>
          <a:lstStyle/>
          <a:p>
            <a:fld id="{9AFE8FB1-0A7A-443E-AAF7-31D4FA1AA312}" type="datetimeFigureOut">
              <a:rPr lang="en-US" smtClean="0"/>
              <a:t>8/27/2024</a:t>
            </a:fld>
            <a:endParaRPr lang="en-US"/>
          </a:p>
        </p:txBody>
      </p:sp>
    </p:spTree>
    <p:extLst>
      <p:ext uri="{BB962C8B-B14F-4D97-AF65-F5344CB8AC3E}">
        <p14:creationId xmlns:p14="http://schemas.microsoft.com/office/powerpoint/2010/main" val="339630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529"/>
        <p:cNvGrpSpPr/>
        <p:nvPr/>
      </p:nvGrpSpPr>
      <p:grpSpPr>
        <a:xfrm>
          <a:off x="0" y="0"/>
          <a:ext cx="0" cy="0"/>
          <a:chOff x="0" y="0"/>
          <a:chExt cx="0" cy="0"/>
        </a:xfrm>
      </p:grpSpPr>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529"/>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2107" y="1428750"/>
            <a:ext cx="6859786" cy="2000250"/>
          </a:xfrm>
        </p:spPr>
        <p:txBody>
          <a:bodyPr>
            <a:noAutofit/>
          </a:bodyPr>
          <a:lstStyle>
            <a:lvl1pPr>
              <a:defRPr sz="4100"/>
            </a:lvl1pPr>
          </a:lstStyle>
          <a:p>
            <a:r>
              <a:rPr lang="en-US" smtClean="0"/>
              <a:t>Click to edit Master title style</a:t>
            </a:r>
            <a:endParaRPr/>
          </a:p>
        </p:txBody>
      </p:sp>
      <p:grpSp>
        <p:nvGrpSpPr>
          <p:cNvPr id="256" name="line" descr="Line graphic"/>
          <p:cNvGrpSpPr/>
          <p:nvPr/>
        </p:nvGrpSpPr>
        <p:grpSpPr bwMode="invGray">
          <a:xfrm>
            <a:off x="1188982" y="3543300"/>
            <a:ext cx="6475638" cy="48006"/>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142107" y="3829050"/>
            <a:ext cx="6859786" cy="800100"/>
          </a:xfrm>
        </p:spPr>
        <p:txBody>
          <a:bodyPr/>
          <a:lstStyle>
            <a:lvl1pPr marL="0" indent="0" algn="l">
              <a:spcBef>
                <a:spcPts val="0"/>
              </a:spcBef>
              <a:buNone/>
              <a:defRPr>
                <a:solidFill>
                  <a:schemeClr val="tx1">
                    <a:tint val="75000"/>
                  </a:schemeClr>
                </a:solidFill>
              </a:defRPr>
            </a:lvl1pPr>
            <a:lvl2pPr marL="342946" indent="0" algn="ctr">
              <a:buNone/>
              <a:defRPr>
                <a:solidFill>
                  <a:schemeClr val="tx1">
                    <a:tint val="75000"/>
                  </a:schemeClr>
                </a:solidFill>
              </a:defRPr>
            </a:lvl2pPr>
            <a:lvl3pPr marL="685891" indent="0" algn="ctr">
              <a:buNone/>
              <a:defRPr>
                <a:solidFill>
                  <a:schemeClr val="tx1">
                    <a:tint val="75000"/>
                  </a:schemeClr>
                </a:solidFill>
              </a:defRPr>
            </a:lvl3pPr>
            <a:lvl4pPr marL="1028837" indent="0" algn="ctr">
              <a:buNone/>
              <a:defRPr>
                <a:solidFill>
                  <a:schemeClr val="tx1">
                    <a:tint val="75000"/>
                  </a:schemeClr>
                </a:solidFill>
              </a:defRPr>
            </a:lvl4pPr>
            <a:lvl5pPr marL="1371783" indent="0" algn="ctr">
              <a:buNone/>
              <a:defRPr>
                <a:solidFill>
                  <a:schemeClr val="tx1">
                    <a:tint val="75000"/>
                  </a:schemeClr>
                </a:solidFill>
              </a:defRPr>
            </a:lvl5pPr>
            <a:lvl6pPr marL="1714729" indent="0" algn="ctr">
              <a:buNone/>
              <a:defRPr>
                <a:solidFill>
                  <a:schemeClr val="tx1">
                    <a:tint val="75000"/>
                  </a:schemeClr>
                </a:solidFill>
              </a:defRPr>
            </a:lvl6pPr>
            <a:lvl7pPr marL="2057674" indent="0" algn="ctr">
              <a:buNone/>
              <a:defRPr>
                <a:solidFill>
                  <a:schemeClr val="tx1">
                    <a:tint val="75000"/>
                  </a:schemeClr>
                </a:solidFill>
              </a:defRPr>
            </a:lvl7pPr>
            <a:lvl8pPr marL="2400620" indent="0" algn="ctr">
              <a:buNone/>
              <a:defRPr>
                <a:solidFill>
                  <a:schemeClr val="tx1">
                    <a:tint val="75000"/>
                  </a:schemeClr>
                </a:solidFill>
              </a:defRPr>
            </a:lvl8pPr>
            <a:lvl9pPr marL="2743566" indent="0" algn="ctr">
              <a:buNone/>
              <a:defRPr>
                <a:solidFill>
                  <a:schemeClr val="tx1">
                    <a:tint val="75000"/>
                  </a:schemeClr>
                </a:solidFill>
              </a:defRPr>
            </a:lvl9pPr>
          </a:lstStyle>
          <a:p>
            <a:r>
              <a:rPr lang="en-US" smtClean="0"/>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42108" y="205978"/>
            <a:ext cx="6859785" cy="765572"/>
          </a:xfrm>
        </p:spPr>
        <p:txBody>
          <a:bodyPr/>
          <a:lstStyle/>
          <a:p>
            <a:r>
              <a:rPr lang="en-US" smtClean="0"/>
              <a:t>Click to edit Master title style</a:t>
            </a:r>
            <a:endParaRPr/>
          </a:p>
        </p:txBody>
      </p:sp>
      <p:grpSp>
        <p:nvGrpSpPr>
          <p:cNvPr id="167" name="line" descr="Line graphic"/>
          <p:cNvGrpSpPr/>
          <p:nvPr/>
        </p:nvGrpSpPr>
        <p:grpSpPr bwMode="invGray">
          <a:xfrm>
            <a:off x="1142108" y="1135856"/>
            <a:ext cx="7929246" cy="48006"/>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411535">
              <a:defRPr/>
            </a:lvl2pPr>
            <a:lvl3pPr marL="583008">
              <a:defRPr/>
            </a:lvl3pPr>
            <a:lvl4pPr marL="754481">
              <a:defRPr/>
            </a:lvl4pPr>
            <a:lvl5pPr marL="925953">
              <a:defRPr/>
            </a:lvl5pPr>
            <a:lvl6pPr marL="1097426">
              <a:defRPr baseline="0"/>
            </a:lvl6pPr>
            <a:lvl7pPr marL="1268899">
              <a:defRPr baseline="0"/>
            </a:lvl7pPr>
            <a:lvl8pPr marL="1440372">
              <a:defRPr baseline="0"/>
            </a:lvl8pPr>
            <a:lvl9pPr marL="1611845">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fld id="{9AFE8FB1-0A7A-443E-AAF7-31D4FA1AA312}" type="datetimeFigureOut">
              <a:rPr lang="en-US" smtClean="0"/>
              <a:t>8/27/2024</a:t>
            </a:fld>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2107" y="1428750"/>
            <a:ext cx="6859786" cy="2000250"/>
          </a:xfrm>
        </p:spPr>
        <p:txBody>
          <a:bodyPr anchor="b">
            <a:noAutofit/>
          </a:bodyPr>
          <a:lstStyle>
            <a:lvl1pPr algn="l">
              <a:defRPr sz="3300" b="0" cap="none" baseline="0"/>
            </a:lvl1pPr>
          </a:lstStyle>
          <a:p>
            <a:r>
              <a:rPr lang="en-US" smtClean="0"/>
              <a:t>Click to edit Master title style</a:t>
            </a:r>
            <a:endParaRPr/>
          </a:p>
        </p:txBody>
      </p:sp>
      <p:grpSp>
        <p:nvGrpSpPr>
          <p:cNvPr id="255" name="line" descr="Line graphic"/>
          <p:cNvGrpSpPr/>
          <p:nvPr/>
        </p:nvGrpSpPr>
        <p:grpSpPr bwMode="invGray">
          <a:xfrm>
            <a:off x="1188982" y="3543300"/>
            <a:ext cx="6475638" cy="48006"/>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142107" y="3826894"/>
            <a:ext cx="6859786" cy="802256"/>
          </a:xfrm>
        </p:spPr>
        <p:txBody>
          <a:bodyPr anchor="t">
            <a:normAutofit/>
          </a:bodyPr>
          <a:lstStyle>
            <a:lvl1pPr marL="0" indent="0">
              <a:spcBef>
                <a:spcPts val="0"/>
              </a:spcBef>
              <a:buNone/>
              <a:defRPr sz="1800">
                <a:solidFill>
                  <a:schemeClr val="tx1">
                    <a:tint val="75000"/>
                  </a:schemeClr>
                </a:solidFill>
              </a:defRPr>
            </a:lvl1pPr>
            <a:lvl2pPr marL="342946" indent="0">
              <a:buNone/>
              <a:defRPr sz="1400">
                <a:solidFill>
                  <a:schemeClr val="tx1">
                    <a:tint val="75000"/>
                  </a:schemeClr>
                </a:solidFill>
              </a:defRPr>
            </a:lvl2pPr>
            <a:lvl3pPr marL="685891" indent="0">
              <a:buNone/>
              <a:defRPr sz="1200">
                <a:solidFill>
                  <a:schemeClr val="tx1">
                    <a:tint val="75000"/>
                  </a:schemeClr>
                </a:solidFill>
              </a:defRPr>
            </a:lvl3pPr>
            <a:lvl4pPr marL="1028837" indent="0">
              <a:buNone/>
              <a:defRPr sz="1100">
                <a:solidFill>
                  <a:schemeClr val="tx1">
                    <a:tint val="75000"/>
                  </a:schemeClr>
                </a:solidFill>
              </a:defRPr>
            </a:lvl4pPr>
            <a:lvl5pPr marL="1371783" indent="0">
              <a:buNone/>
              <a:defRPr sz="1100">
                <a:solidFill>
                  <a:schemeClr val="tx1">
                    <a:tint val="75000"/>
                  </a:schemeClr>
                </a:solidFill>
              </a:defRPr>
            </a:lvl5pPr>
            <a:lvl6pPr marL="1714729" indent="0">
              <a:buNone/>
              <a:defRPr sz="1100">
                <a:solidFill>
                  <a:schemeClr val="tx1">
                    <a:tint val="75000"/>
                  </a:schemeClr>
                </a:solidFill>
              </a:defRPr>
            </a:lvl6pPr>
            <a:lvl7pPr marL="2057674" indent="0">
              <a:buNone/>
              <a:defRPr sz="1100">
                <a:solidFill>
                  <a:schemeClr val="tx1">
                    <a:tint val="75000"/>
                  </a:schemeClr>
                </a:solidFill>
              </a:defRPr>
            </a:lvl7pPr>
            <a:lvl8pPr marL="2400620" indent="0">
              <a:buNone/>
              <a:defRPr sz="1100">
                <a:solidFill>
                  <a:schemeClr val="tx1">
                    <a:tint val="75000"/>
                  </a:schemeClr>
                </a:solidFill>
              </a:defRPr>
            </a:lvl8pPr>
            <a:lvl9pPr marL="2743566" indent="0">
              <a:buNone/>
              <a:defRPr sz="11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8/27/2024</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42108" y="205978"/>
            <a:ext cx="6859785" cy="765572"/>
          </a:xfrm>
        </p:spPr>
        <p:txBody>
          <a:bodyPr/>
          <a:lstStyle/>
          <a:p>
            <a:r>
              <a:rPr lang="en-US" smtClean="0"/>
              <a:t>Click to edit Master title style</a:t>
            </a:r>
            <a:endParaRPr/>
          </a:p>
        </p:txBody>
      </p:sp>
      <p:grpSp>
        <p:nvGrpSpPr>
          <p:cNvPr id="158" name="line" descr="Line graphic"/>
          <p:cNvGrpSpPr/>
          <p:nvPr/>
        </p:nvGrpSpPr>
        <p:grpSpPr bwMode="invGray">
          <a:xfrm>
            <a:off x="1142108" y="1135856"/>
            <a:ext cx="7929246" cy="48006"/>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142107" y="1428750"/>
            <a:ext cx="3315563" cy="3200400"/>
          </a:xfrm>
        </p:spPr>
        <p:txBody>
          <a:bodyPr>
            <a:normAutofit/>
          </a:bodyPr>
          <a:lstStyle>
            <a:lvl1pPr>
              <a:defRPr sz="1800"/>
            </a:lvl1pPr>
            <a:lvl2pPr>
              <a:defRPr sz="1500"/>
            </a:lvl2pPr>
            <a:lvl3pPr>
              <a:defRPr sz="1400"/>
            </a:lvl3pPr>
            <a:lvl4pPr>
              <a:defRPr sz="1200"/>
            </a:lvl4pPr>
            <a:lvl5pPr>
              <a:defRPr sz="1200"/>
            </a:lvl5pPr>
            <a:lvl6pPr marL="1467808">
              <a:defRPr sz="1200"/>
            </a:lvl6pPr>
            <a:lvl7pPr marL="1467808">
              <a:defRPr sz="1200" baseline="0"/>
            </a:lvl7pPr>
            <a:lvl8pPr marL="1467808">
              <a:defRPr sz="1200" baseline="0"/>
            </a:lvl8pPr>
            <a:lvl9pPr marL="1467808">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686332" y="1428750"/>
            <a:ext cx="3315562" cy="3200400"/>
          </a:xfrm>
        </p:spPr>
        <p:txBody>
          <a:bodyPr>
            <a:normAutofit/>
          </a:bodyPr>
          <a:lstStyle>
            <a:lvl1pPr>
              <a:defRPr sz="1800"/>
            </a:lvl1pPr>
            <a:lvl2pPr>
              <a:defRPr sz="1500"/>
            </a:lvl2pPr>
            <a:lvl3pPr>
              <a:defRPr sz="1400"/>
            </a:lvl3pPr>
            <a:lvl4pPr>
              <a:defRPr sz="1200"/>
            </a:lvl4pPr>
            <a:lvl5pPr>
              <a:defRPr sz="1200"/>
            </a:lvl5pPr>
            <a:lvl6pPr marL="1467808">
              <a:defRPr sz="1200"/>
            </a:lvl6pPr>
            <a:lvl7pPr marL="1467808">
              <a:defRPr sz="1200"/>
            </a:lvl7pPr>
            <a:lvl8pPr marL="1467808">
              <a:defRPr sz="1200" baseline="0"/>
            </a:lvl8pPr>
            <a:lvl9pPr marL="1467808">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8/27/2024</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2108" y="205978"/>
            <a:ext cx="6859785" cy="765572"/>
          </a:xfrm>
        </p:spPr>
        <p:txBody>
          <a:bodyPr/>
          <a:lstStyle>
            <a:lvl1pPr>
              <a:defRPr/>
            </a:lvl1pPr>
          </a:lstStyle>
          <a:p>
            <a:r>
              <a:rPr lang="en-US" smtClean="0"/>
              <a:t>Click to edit Master title style</a:t>
            </a:r>
            <a:endParaRPr/>
          </a:p>
        </p:txBody>
      </p:sp>
      <p:grpSp>
        <p:nvGrpSpPr>
          <p:cNvPr id="160" name="line" descr="Line graphic"/>
          <p:cNvGrpSpPr/>
          <p:nvPr/>
        </p:nvGrpSpPr>
        <p:grpSpPr bwMode="invGray">
          <a:xfrm>
            <a:off x="1142108" y="1135856"/>
            <a:ext cx="7929246" cy="48006"/>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142107" y="1428750"/>
            <a:ext cx="3313277" cy="571500"/>
          </a:xfrm>
        </p:spPr>
        <p:txBody>
          <a:bodyPr anchor="ctr"/>
          <a:lstStyle>
            <a:lvl1pPr marL="0" indent="0">
              <a:spcBef>
                <a:spcPts val="0"/>
              </a:spcBef>
              <a:buNone/>
              <a:defRPr sz="1800" b="0"/>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1142107" y="2114550"/>
            <a:ext cx="3313277" cy="2514601"/>
          </a:xfrm>
        </p:spPr>
        <p:txBody>
          <a:bodyPr/>
          <a:lstStyle>
            <a:lvl1pPr>
              <a:defRPr sz="1800"/>
            </a:lvl1pPr>
            <a:lvl2pPr>
              <a:defRPr sz="1500"/>
            </a:lvl2pPr>
            <a:lvl3pPr>
              <a:defRPr sz="1400"/>
            </a:lvl3pPr>
            <a:lvl4pPr>
              <a:defRPr sz="1200"/>
            </a:lvl4pPr>
            <a:lvl5pPr>
              <a:defRPr sz="1200"/>
            </a:lvl5pPr>
            <a:lvl6pPr marL="1467808">
              <a:defRPr sz="1200"/>
            </a:lvl6pPr>
            <a:lvl7pPr marL="1467808">
              <a:defRPr sz="1200" baseline="0"/>
            </a:lvl7pPr>
            <a:lvl8pPr marL="1467808">
              <a:defRPr sz="1200" baseline="0"/>
            </a:lvl8pPr>
            <a:lvl9pPr marL="1467808">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688616" y="1428750"/>
            <a:ext cx="3313277" cy="571500"/>
          </a:xfrm>
        </p:spPr>
        <p:txBody>
          <a:bodyPr anchor="ctr"/>
          <a:lstStyle>
            <a:lvl1pPr marL="0" indent="0">
              <a:spcBef>
                <a:spcPts val="0"/>
              </a:spcBef>
              <a:buNone/>
              <a:defRPr sz="1800" b="0"/>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88616" y="2114550"/>
            <a:ext cx="3313277" cy="2514601"/>
          </a:xfrm>
        </p:spPr>
        <p:txBody>
          <a:bodyPr/>
          <a:lstStyle>
            <a:lvl1pPr>
              <a:defRPr sz="1800"/>
            </a:lvl1pPr>
            <a:lvl2pPr>
              <a:defRPr sz="1500"/>
            </a:lvl2pPr>
            <a:lvl3pPr>
              <a:defRPr sz="1400"/>
            </a:lvl3pPr>
            <a:lvl4pPr>
              <a:defRPr sz="1200"/>
            </a:lvl4pPr>
            <a:lvl5pPr marL="1467808">
              <a:defRPr sz="1200"/>
            </a:lvl5pPr>
            <a:lvl6pPr marL="1467808">
              <a:defRPr sz="1200"/>
            </a:lvl6pPr>
            <a:lvl7pPr marL="1467808">
              <a:defRPr sz="1200"/>
            </a:lvl7pPr>
            <a:lvl8pPr marL="1467808">
              <a:defRPr sz="1200"/>
            </a:lvl8pPr>
            <a:lvl9pPr marL="1467808">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9AFE8FB1-0A7A-443E-AAF7-31D4FA1AA312}" type="datetimeFigureOut">
              <a:rPr lang="en-US"/>
              <a:t>8/27/2024</a:t>
            </a:fld>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grpSp>
        <p:nvGrpSpPr>
          <p:cNvPr id="156" name="line" descr="Line graphic"/>
          <p:cNvGrpSpPr/>
          <p:nvPr/>
        </p:nvGrpSpPr>
        <p:grpSpPr bwMode="invGray">
          <a:xfrm>
            <a:off x="1142108" y="1135856"/>
            <a:ext cx="7929246" cy="48006"/>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9AFE8FB1-0A7A-443E-AAF7-31D4FA1AA312}" type="datetimeFigureOut">
              <a:rPr lang="en-US"/>
              <a:t>8/27/2024</a:t>
            </a:fld>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9AFE8FB1-0A7A-443E-AAF7-31D4FA1AA312}" type="datetimeFigureOut">
              <a:rPr lang="en-US"/>
              <a:t>8/27/2024</a:t>
            </a:fld>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2108" y="205978"/>
            <a:ext cx="6859785" cy="765572"/>
          </a:xfrm>
        </p:spPr>
        <p:txBody>
          <a:bodyPr anchor="b">
            <a:noAutofit/>
          </a:bodyPr>
          <a:lstStyle>
            <a:lvl1pPr algn="l">
              <a:defRPr sz="2400" b="0"/>
            </a:lvl1pPr>
          </a:lstStyle>
          <a:p>
            <a:r>
              <a:rPr lang="en-US" smtClean="0"/>
              <a:t>Click to edit Master title style</a:t>
            </a:r>
            <a:endParaRPr/>
          </a:p>
        </p:txBody>
      </p:sp>
      <p:sp>
        <p:nvSpPr>
          <p:cNvPr id="4" name="Text Placeholder 3"/>
          <p:cNvSpPr>
            <a:spLocks noGrp="1"/>
          </p:cNvSpPr>
          <p:nvPr>
            <p:ph type="body" sz="half" idx="2"/>
          </p:nvPr>
        </p:nvSpPr>
        <p:spPr>
          <a:xfrm>
            <a:off x="1142107" y="2571750"/>
            <a:ext cx="2057936" cy="2057400"/>
          </a:xfrm>
        </p:spPr>
        <p:txBody>
          <a:bodyPr anchor="b">
            <a:normAutofit/>
          </a:bodyPr>
          <a:lstStyle>
            <a:lvl1pPr marL="0" indent="0">
              <a:spcBef>
                <a:spcPts val="900"/>
              </a:spcBef>
              <a:buNone/>
              <a:defRPr sz="12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smtClean="0"/>
              <a:t>Click to edit Master text styles</a:t>
            </a:r>
          </a:p>
        </p:txBody>
      </p:sp>
      <p:sp>
        <p:nvSpPr>
          <p:cNvPr id="3" name="Content Placeholder 2"/>
          <p:cNvSpPr>
            <a:spLocks noGrp="1"/>
          </p:cNvSpPr>
          <p:nvPr>
            <p:ph idx="1"/>
          </p:nvPr>
        </p:nvSpPr>
        <p:spPr>
          <a:xfrm>
            <a:off x="3533436" y="1428750"/>
            <a:ext cx="4253068" cy="3028950"/>
          </a:xfrm>
        </p:spPr>
        <p:txBody>
          <a:bodyPr>
            <a:normAutofit/>
          </a:bodyPr>
          <a:lstStyle>
            <a:lvl1pPr>
              <a:defRPr sz="1800"/>
            </a:lvl1pPr>
            <a:lvl2pPr>
              <a:defRPr sz="1500"/>
            </a:lvl2pPr>
            <a:lvl3pPr>
              <a:defRPr sz="1400"/>
            </a:lvl3pPr>
            <a:lvl4pPr>
              <a:defRPr sz="1200"/>
            </a:lvl4pPr>
            <a:lvl5pPr>
              <a:defRPr sz="1200"/>
            </a:lvl5pPr>
            <a:lvl6pPr>
              <a:defRPr sz="1200"/>
            </a:lvl6pPr>
            <a:lvl7pPr>
              <a:defRPr sz="1200" baseline="0"/>
            </a:lvl7pPr>
            <a:lvl8pPr>
              <a:defRPr sz="1200" baseline="0"/>
            </a:lvl8pPr>
            <a:lvl9pPr>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grpSp>
        <p:nvGrpSpPr>
          <p:cNvPr id="615" name="frame" descr="Box graphic"/>
          <p:cNvGrpSpPr/>
          <p:nvPr/>
        </p:nvGrpSpPr>
        <p:grpSpPr bwMode="invGray">
          <a:xfrm>
            <a:off x="3314242" y="1223116"/>
            <a:ext cx="4719500" cy="3431914"/>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8/27/2024</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2108" y="205978"/>
            <a:ext cx="6859785" cy="765572"/>
          </a:xfrm>
        </p:spPr>
        <p:txBody>
          <a:bodyPr anchor="b">
            <a:noAutofit/>
          </a:bodyPr>
          <a:lstStyle>
            <a:lvl1pPr algn="l">
              <a:defRPr sz="2400" b="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309719" y="1413233"/>
            <a:ext cx="4253068" cy="3031236"/>
          </a:xfrm>
          <a:solidFill>
            <a:schemeClr val="bg1"/>
          </a:solidFill>
        </p:spPr>
        <p:txBody>
          <a:bodyPr tIns="685891">
            <a:normAutofit/>
          </a:bodyPr>
          <a:lstStyle>
            <a:lvl1pPr marL="0" indent="0" algn="ctr">
              <a:buNone/>
              <a:defRPr sz="1800"/>
            </a:lvl1pPr>
            <a:lvl2pPr marL="342946" indent="0">
              <a:buNone/>
              <a:defRPr sz="2100"/>
            </a:lvl2pPr>
            <a:lvl3pPr marL="685891" indent="0">
              <a:buNone/>
              <a:defRPr sz="1800"/>
            </a:lvl3pPr>
            <a:lvl4pPr marL="1028837" indent="0">
              <a:buNone/>
              <a:defRPr sz="1500"/>
            </a:lvl4pPr>
            <a:lvl5pPr marL="1371783" indent="0">
              <a:buNone/>
              <a:defRPr sz="1500"/>
            </a:lvl5pPr>
            <a:lvl6pPr marL="1714729" indent="0">
              <a:buNone/>
              <a:defRPr sz="1500"/>
            </a:lvl6pPr>
            <a:lvl7pPr marL="2057674" indent="0">
              <a:buNone/>
              <a:defRPr sz="1500"/>
            </a:lvl7pPr>
            <a:lvl8pPr marL="2400620" indent="0">
              <a:buNone/>
              <a:defRPr sz="1500"/>
            </a:lvl8pPr>
            <a:lvl9pPr marL="2743566" indent="0">
              <a:buNone/>
              <a:defRPr sz="1500"/>
            </a:lvl9pPr>
          </a:lstStyle>
          <a:p>
            <a:r>
              <a:rPr lang="en-US" smtClean="0"/>
              <a:t>Click icon to add picture</a:t>
            </a:r>
            <a:endParaRPr/>
          </a:p>
        </p:txBody>
      </p:sp>
      <p:grpSp>
        <p:nvGrpSpPr>
          <p:cNvPr id="614" name="frame" descr="Box graphic"/>
          <p:cNvGrpSpPr/>
          <p:nvPr/>
        </p:nvGrpSpPr>
        <p:grpSpPr bwMode="invGray">
          <a:xfrm flipH="1">
            <a:off x="1085908" y="1223116"/>
            <a:ext cx="4719500" cy="3431914"/>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5931014" y="2558811"/>
            <a:ext cx="2057936" cy="2057400"/>
          </a:xfrm>
        </p:spPr>
        <p:txBody>
          <a:bodyPr anchor="b">
            <a:normAutofit/>
          </a:bodyPr>
          <a:lstStyle>
            <a:lvl1pPr marL="0" indent="0">
              <a:spcBef>
                <a:spcPts val="900"/>
              </a:spcBef>
              <a:buNone/>
              <a:defRPr sz="12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8/27/2024</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grpSp>
        <p:nvGrpSpPr>
          <p:cNvPr id="7" name="line" descr="Line graphic"/>
          <p:cNvGrpSpPr/>
          <p:nvPr/>
        </p:nvGrpSpPr>
        <p:grpSpPr bwMode="invGray">
          <a:xfrm>
            <a:off x="1142108" y="1135856"/>
            <a:ext cx="7929246" cy="48006"/>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467808">
              <a:defRPr/>
            </a:lvl6pPr>
            <a:lvl7pPr marL="1467808">
              <a:defRPr/>
            </a:lvl7pPr>
            <a:lvl8pPr marL="1467808">
              <a:defRPr/>
            </a:lvl8pPr>
            <a:lvl9pPr marL="1467808">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8/27/2024</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73233" y="205980"/>
            <a:ext cx="1028968" cy="4426310"/>
          </a:xfrm>
        </p:spPr>
        <p:txBody>
          <a:bodyPr vert="eaVert"/>
          <a:lstStyle/>
          <a:p>
            <a:r>
              <a:rPr lang="en-US" smtClean="0"/>
              <a:t>Click to edit Master title style</a:t>
            </a:r>
            <a:endParaRPr/>
          </a:p>
        </p:txBody>
      </p:sp>
      <p:grpSp>
        <p:nvGrpSpPr>
          <p:cNvPr id="7" name="line" descr="Line graphic"/>
          <p:cNvGrpSpPr/>
          <p:nvPr/>
        </p:nvGrpSpPr>
        <p:grpSpPr bwMode="invGray">
          <a:xfrm rot="5400000">
            <a:off x="5150284" y="2604442"/>
            <a:ext cx="4869180" cy="48019"/>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456128" y="208360"/>
            <a:ext cx="6859787" cy="4423930"/>
          </a:xfrm>
        </p:spPr>
        <p:txBody>
          <a:bodyPr vert="eaVert"/>
          <a:lstStyle>
            <a:lvl5pPr>
              <a:defRPr/>
            </a:lvl5pPr>
            <a:lvl6pPr marL="946530"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8/27/2024</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slideLayout" Target="../slideLayouts/slideLayout47.xml"/><Relationship Id="rId39" Type="http://schemas.openxmlformats.org/officeDocument/2006/relationships/theme" Target="../theme/theme3.xml"/><Relationship Id="rId21" Type="http://schemas.openxmlformats.org/officeDocument/2006/relationships/slideLayout" Target="../slideLayouts/slideLayout42.xml"/><Relationship Id="rId34" Type="http://schemas.openxmlformats.org/officeDocument/2006/relationships/slideLayout" Target="../slideLayouts/slideLayout55.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33" Type="http://schemas.openxmlformats.org/officeDocument/2006/relationships/slideLayout" Target="../slideLayouts/slideLayout54.xml"/><Relationship Id="rId38" Type="http://schemas.openxmlformats.org/officeDocument/2006/relationships/slideLayout" Target="../slideLayouts/slideLayout59.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29" Type="http://schemas.openxmlformats.org/officeDocument/2006/relationships/slideLayout" Target="../slideLayouts/slideLayout50.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32" Type="http://schemas.openxmlformats.org/officeDocument/2006/relationships/slideLayout" Target="../slideLayouts/slideLayout53.xml"/><Relationship Id="rId37" Type="http://schemas.openxmlformats.org/officeDocument/2006/relationships/slideLayout" Target="../slideLayouts/slideLayout58.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36" Type="http://schemas.openxmlformats.org/officeDocument/2006/relationships/slideLayout" Target="../slideLayouts/slideLayout57.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31" Type="http://schemas.openxmlformats.org/officeDocument/2006/relationships/slideLayout" Target="../slideLayouts/slideLayout52.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 Id="rId30" Type="http://schemas.openxmlformats.org/officeDocument/2006/relationships/slideLayout" Target="../slideLayouts/slideLayout51.xml"/><Relationship Id="rId35" Type="http://schemas.openxmlformats.org/officeDocument/2006/relationships/slideLayout" Target="../slideLayouts/slideLayout56.xml"/><Relationship Id="rId8" Type="http://schemas.openxmlformats.org/officeDocument/2006/relationships/slideLayout" Target="../slideLayouts/slideLayout29.xml"/><Relationship Id="rId3"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theme" Target="../theme/theme6.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marL="914400" lvl="1"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marL="1371600" lvl="2"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marL="1828800" lvl="3"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marL="2286000" lvl="4"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marL="2743200" lvl="5"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marL="3200400" lvl="6"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marL="3657600" lvl="7"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marL="4114800" lvl="8" indent="-3175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426"/>
        <p:cNvGrpSpPr/>
        <p:nvPr/>
      </p:nvGrpSpPr>
      <p:grpSpPr>
        <a:xfrm>
          <a:off x="0" y="0"/>
          <a:ext cx="0" cy="0"/>
          <a:chOff x="0" y="0"/>
          <a:chExt cx="0" cy="0"/>
        </a:xfrm>
      </p:grpSpPr>
      <p:sp>
        <p:nvSpPr>
          <p:cNvPr id="427" name="Google Shape;427;p2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28" name="Google Shape;428;p2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83"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1132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hlink"/>
              </a:buClr>
              <a:buSzPts val="2800"/>
              <a:buFont typeface="Patrick Hand"/>
              <a:buNone/>
              <a:defRPr sz="2800">
                <a:solidFill>
                  <a:schemeClr val="hlink"/>
                </a:solidFill>
                <a:latin typeface="Patrick Hand"/>
                <a:ea typeface="Patrick Hand"/>
                <a:cs typeface="Patrick Hand"/>
                <a:sym typeface="Patrick Hand"/>
              </a:defRPr>
            </a:lvl1pPr>
            <a:lvl2pPr lvl="1">
              <a:spcBef>
                <a:spcPts val="0"/>
              </a:spcBef>
              <a:spcAft>
                <a:spcPts val="0"/>
              </a:spcAft>
              <a:buClr>
                <a:schemeClr val="hlink"/>
              </a:buClr>
              <a:buSzPts val="3000"/>
              <a:buFont typeface="Barlow Condensed Light"/>
              <a:buNone/>
              <a:defRPr sz="3000">
                <a:solidFill>
                  <a:schemeClr val="hlink"/>
                </a:solidFill>
                <a:latin typeface="Barlow Condensed Light"/>
                <a:ea typeface="Barlow Condensed Light"/>
                <a:cs typeface="Barlow Condensed Light"/>
                <a:sym typeface="Barlow Condensed Light"/>
              </a:defRPr>
            </a:lvl2pPr>
            <a:lvl3pPr lvl="2">
              <a:spcBef>
                <a:spcPts val="0"/>
              </a:spcBef>
              <a:spcAft>
                <a:spcPts val="0"/>
              </a:spcAft>
              <a:buClr>
                <a:schemeClr val="hlink"/>
              </a:buClr>
              <a:buSzPts val="3000"/>
              <a:buFont typeface="Barlow Condensed Light"/>
              <a:buNone/>
              <a:defRPr sz="3000">
                <a:solidFill>
                  <a:schemeClr val="hlink"/>
                </a:solidFill>
                <a:latin typeface="Barlow Condensed Light"/>
                <a:ea typeface="Barlow Condensed Light"/>
                <a:cs typeface="Barlow Condensed Light"/>
                <a:sym typeface="Barlow Condensed Light"/>
              </a:defRPr>
            </a:lvl3pPr>
            <a:lvl4pPr lvl="3">
              <a:spcBef>
                <a:spcPts val="0"/>
              </a:spcBef>
              <a:spcAft>
                <a:spcPts val="0"/>
              </a:spcAft>
              <a:buClr>
                <a:schemeClr val="hlink"/>
              </a:buClr>
              <a:buSzPts val="3000"/>
              <a:buFont typeface="Barlow Condensed Light"/>
              <a:buNone/>
              <a:defRPr sz="3000">
                <a:solidFill>
                  <a:schemeClr val="hlink"/>
                </a:solidFill>
                <a:latin typeface="Barlow Condensed Light"/>
                <a:ea typeface="Barlow Condensed Light"/>
                <a:cs typeface="Barlow Condensed Light"/>
                <a:sym typeface="Barlow Condensed Light"/>
              </a:defRPr>
            </a:lvl4pPr>
            <a:lvl5pPr lvl="4">
              <a:spcBef>
                <a:spcPts val="0"/>
              </a:spcBef>
              <a:spcAft>
                <a:spcPts val="0"/>
              </a:spcAft>
              <a:buClr>
                <a:schemeClr val="hlink"/>
              </a:buClr>
              <a:buSzPts val="3000"/>
              <a:buFont typeface="Barlow Condensed Light"/>
              <a:buNone/>
              <a:defRPr sz="3000">
                <a:solidFill>
                  <a:schemeClr val="hlink"/>
                </a:solidFill>
                <a:latin typeface="Barlow Condensed Light"/>
                <a:ea typeface="Barlow Condensed Light"/>
                <a:cs typeface="Barlow Condensed Light"/>
                <a:sym typeface="Barlow Condensed Light"/>
              </a:defRPr>
            </a:lvl5pPr>
            <a:lvl6pPr lvl="5">
              <a:spcBef>
                <a:spcPts val="0"/>
              </a:spcBef>
              <a:spcAft>
                <a:spcPts val="0"/>
              </a:spcAft>
              <a:buClr>
                <a:schemeClr val="hlink"/>
              </a:buClr>
              <a:buSzPts val="3000"/>
              <a:buFont typeface="Barlow Condensed Light"/>
              <a:buNone/>
              <a:defRPr sz="3000">
                <a:solidFill>
                  <a:schemeClr val="hlink"/>
                </a:solidFill>
                <a:latin typeface="Barlow Condensed Light"/>
                <a:ea typeface="Barlow Condensed Light"/>
                <a:cs typeface="Barlow Condensed Light"/>
                <a:sym typeface="Barlow Condensed Light"/>
              </a:defRPr>
            </a:lvl6pPr>
            <a:lvl7pPr lvl="6">
              <a:spcBef>
                <a:spcPts val="0"/>
              </a:spcBef>
              <a:spcAft>
                <a:spcPts val="0"/>
              </a:spcAft>
              <a:buClr>
                <a:schemeClr val="hlink"/>
              </a:buClr>
              <a:buSzPts val="3000"/>
              <a:buFont typeface="Barlow Condensed Light"/>
              <a:buNone/>
              <a:defRPr sz="3000">
                <a:solidFill>
                  <a:schemeClr val="hlink"/>
                </a:solidFill>
                <a:latin typeface="Barlow Condensed Light"/>
                <a:ea typeface="Barlow Condensed Light"/>
                <a:cs typeface="Barlow Condensed Light"/>
                <a:sym typeface="Barlow Condensed Light"/>
              </a:defRPr>
            </a:lvl7pPr>
            <a:lvl8pPr lvl="7">
              <a:spcBef>
                <a:spcPts val="0"/>
              </a:spcBef>
              <a:spcAft>
                <a:spcPts val="0"/>
              </a:spcAft>
              <a:buClr>
                <a:schemeClr val="hlink"/>
              </a:buClr>
              <a:buSzPts val="3000"/>
              <a:buFont typeface="Barlow Condensed Light"/>
              <a:buNone/>
              <a:defRPr sz="3000">
                <a:solidFill>
                  <a:schemeClr val="hlink"/>
                </a:solidFill>
                <a:latin typeface="Barlow Condensed Light"/>
                <a:ea typeface="Barlow Condensed Light"/>
                <a:cs typeface="Barlow Condensed Light"/>
                <a:sym typeface="Barlow Condensed Light"/>
              </a:defRPr>
            </a:lvl8pPr>
            <a:lvl9pPr lvl="8">
              <a:spcBef>
                <a:spcPts val="0"/>
              </a:spcBef>
              <a:spcAft>
                <a:spcPts val="0"/>
              </a:spcAft>
              <a:buClr>
                <a:schemeClr val="hlink"/>
              </a:buClr>
              <a:buSzPts val="3000"/>
              <a:buFont typeface="Barlow Condensed Light"/>
              <a:buNone/>
              <a:defRPr sz="3000">
                <a:solidFill>
                  <a:schemeClr val="hlink"/>
                </a:solidFill>
                <a:latin typeface="Barlow Condensed Light"/>
                <a:ea typeface="Barlow Condensed Light"/>
                <a:cs typeface="Barlow Condensed Light"/>
                <a:sym typeface="Barlow Condensed Light"/>
              </a:defRPr>
            </a:lvl9pPr>
          </a:lstStyle>
          <a:p>
            <a:endParaRPr/>
          </a:p>
        </p:txBody>
      </p:sp>
      <p:sp>
        <p:nvSpPr>
          <p:cNvPr id="7" name="Google Shape;7;p1"/>
          <p:cNvSpPr txBox="1">
            <a:spLocks noGrp="1"/>
          </p:cNvSpPr>
          <p:nvPr>
            <p:ph type="body" idx="1"/>
          </p:nvPr>
        </p:nvSpPr>
        <p:spPr>
          <a:xfrm>
            <a:off x="713225" y="1152475"/>
            <a:ext cx="7717500" cy="34515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hlink"/>
              </a:buClr>
              <a:buSzPts val="1800"/>
              <a:buFont typeface="Manjari"/>
              <a:buChar char="●"/>
              <a:defRPr sz="1800">
                <a:solidFill>
                  <a:schemeClr val="hlink"/>
                </a:solidFill>
                <a:latin typeface="Manjari"/>
                <a:ea typeface="Manjari"/>
                <a:cs typeface="Manjari"/>
                <a:sym typeface="Manjari"/>
              </a:defRPr>
            </a:lvl1pPr>
            <a:lvl2pPr marL="914400" lvl="1" indent="-317500">
              <a:lnSpc>
                <a:spcPct val="115000"/>
              </a:lnSpc>
              <a:spcBef>
                <a:spcPts val="1600"/>
              </a:spcBef>
              <a:spcAft>
                <a:spcPts val="0"/>
              </a:spcAft>
              <a:buClr>
                <a:schemeClr val="hlink"/>
              </a:buClr>
              <a:buSzPts val="1400"/>
              <a:buFont typeface="Manjari"/>
              <a:buChar char="○"/>
              <a:defRPr>
                <a:solidFill>
                  <a:schemeClr val="hlink"/>
                </a:solidFill>
                <a:latin typeface="Manjari"/>
                <a:ea typeface="Manjari"/>
                <a:cs typeface="Manjari"/>
                <a:sym typeface="Manjari"/>
              </a:defRPr>
            </a:lvl2pPr>
            <a:lvl3pPr marL="1371600" lvl="2" indent="-317500">
              <a:lnSpc>
                <a:spcPct val="115000"/>
              </a:lnSpc>
              <a:spcBef>
                <a:spcPts val="1600"/>
              </a:spcBef>
              <a:spcAft>
                <a:spcPts val="0"/>
              </a:spcAft>
              <a:buClr>
                <a:schemeClr val="hlink"/>
              </a:buClr>
              <a:buSzPts val="1400"/>
              <a:buFont typeface="Manjari"/>
              <a:buChar char="■"/>
              <a:defRPr>
                <a:solidFill>
                  <a:schemeClr val="hlink"/>
                </a:solidFill>
                <a:latin typeface="Manjari"/>
                <a:ea typeface="Manjari"/>
                <a:cs typeface="Manjari"/>
                <a:sym typeface="Manjari"/>
              </a:defRPr>
            </a:lvl3pPr>
            <a:lvl4pPr marL="1828800" lvl="3" indent="-317500">
              <a:lnSpc>
                <a:spcPct val="115000"/>
              </a:lnSpc>
              <a:spcBef>
                <a:spcPts val="1600"/>
              </a:spcBef>
              <a:spcAft>
                <a:spcPts val="0"/>
              </a:spcAft>
              <a:buClr>
                <a:schemeClr val="hlink"/>
              </a:buClr>
              <a:buSzPts val="1400"/>
              <a:buFont typeface="Manjari"/>
              <a:buChar char="●"/>
              <a:defRPr>
                <a:solidFill>
                  <a:schemeClr val="hlink"/>
                </a:solidFill>
                <a:latin typeface="Manjari"/>
                <a:ea typeface="Manjari"/>
                <a:cs typeface="Manjari"/>
                <a:sym typeface="Manjari"/>
              </a:defRPr>
            </a:lvl4pPr>
            <a:lvl5pPr marL="2286000" lvl="4" indent="-317500">
              <a:lnSpc>
                <a:spcPct val="115000"/>
              </a:lnSpc>
              <a:spcBef>
                <a:spcPts val="1600"/>
              </a:spcBef>
              <a:spcAft>
                <a:spcPts val="0"/>
              </a:spcAft>
              <a:buClr>
                <a:schemeClr val="hlink"/>
              </a:buClr>
              <a:buSzPts val="1400"/>
              <a:buFont typeface="Manjari"/>
              <a:buChar char="○"/>
              <a:defRPr>
                <a:solidFill>
                  <a:schemeClr val="hlink"/>
                </a:solidFill>
                <a:latin typeface="Manjari"/>
                <a:ea typeface="Manjari"/>
                <a:cs typeface="Manjari"/>
                <a:sym typeface="Manjari"/>
              </a:defRPr>
            </a:lvl5pPr>
            <a:lvl6pPr marL="2743200" lvl="5" indent="-317500">
              <a:lnSpc>
                <a:spcPct val="115000"/>
              </a:lnSpc>
              <a:spcBef>
                <a:spcPts val="1600"/>
              </a:spcBef>
              <a:spcAft>
                <a:spcPts val="0"/>
              </a:spcAft>
              <a:buClr>
                <a:schemeClr val="hlink"/>
              </a:buClr>
              <a:buSzPts val="1400"/>
              <a:buFont typeface="Manjari"/>
              <a:buChar char="■"/>
              <a:defRPr>
                <a:solidFill>
                  <a:schemeClr val="hlink"/>
                </a:solidFill>
                <a:latin typeface="Manjari"/>
                <a:ea typeface="Manjari"/>
                <a:cs typeface="Manjari"/>
                <a:sym typeface="Manjari"/>
              </a:defRPr>
            </a:lvl6pPr>
            <a:lvl7pPr marL="3200400" lvl="6" indent="-317500">
              <a:lnSpc>
                <a:spcPct val="115000"/>
              </a:lnSpc>
              <a:spcBef>
                <a:spcPts val="1600"/>
              </a:spcBef>
              <a:spcAft>
                <a:spcPts val="0"/>
              </a:spcAft>
              <a:buClr>
                <a:schemeClr val="hlink"/>
              </a:buClr>
              <a:buSzPts val="1400"/>
              <a:buFont typeface="Manjari"/>
              <a:buChar char="●"/>
              <a:defRPr>
                <a:solidFill>
                  <a:schemeClr val="hlink"/>
                </a:solidFill>
                <a:latin typeface="Manjari"/>
                <a:ea typeface="Manjari"/>
                <a:cs typeface="Manjari"/>
                <a:sym typeface="Manjari"/>
              </a:defRPr>
            </a:lvl7pPr>
            <a:lvl8pPr marL="3657600" lvl="7" indent="-317500">
              <a:lnSpc>
                <a:spcPct val="115000"/>
              </a:lnSpc>
              <a:spcBef>
                <a:spcPts val="1600"/>
              </a:spcBef>
              <a:spcAft>
                <a:spcPts val="0"/>
              </a:spcAft>
              <a:buClr>
                <a:schemeClr val="hlink"/>
              </a:buClr>
              <a:buSzPts val="1400"/>
              <a:buFont typeface="Manjari"/>
              <a:buChar char="○"/>
              <a:defRPr>
                <a:solidFill>
                  <a:schemeClr val="hlink"/>
                </a:solidFill>
                <a:latin typeface="Manjari"/>
                <a:ea typeface="Manjari"/>
                <a:cs typeface="Manjari"/>
                <a:sym typeface="Manjari"/>
              </a:defRPr>
            </a:lvl8pPr>
            <a:lvl9pPr marL="4114800" lvl="8" indent="-317500">
              <a:lnSpc>
                <a:spcPct val="115000"/>
              </a:lnSpc>
              <a:spcBef>
                <a:spcPts val="1600"/>
              </a:spcBef>
              <a:spcAft>
                <a:spcPts val="1600"/>
              </a:spcAft>
              <a:buClr>
                <a:schemeClr val="hlink"/>
              </a:buClr>
              <a:buSzPts val="1400"/>
              <a:buFont typeface="Manjari"/>
              <a:buChar char="■"/>
              <a:defRPr>
                <a:solidFill>
                  <a:schemeClr val="hlink"/>
                </a:solidFill>
                <a:latin typeface="Manjari"/>
                <a:ea typeface="Manjari"/>
                <a:cs typeface="Manjari"/>
                <a:sym typeface="Manjari"/>
              </a:defRPr>
            </a:lvl9pPr>
          </a:lstStyle>
          <a:p>
            <a:endParaRPr/>
          </a:p>
        </p:txBody>
      </p:sp>
    </p:spTree>
  </p:cSld>
  <p:clrMap bg1="lt1" tx1="dk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 id="2147483719" r:id="rId35"/>
    <p:sldLayoutId id="2147483720" r:id="rId36"/>
    <p:sldLayoutId id="2147483721" r:id="rId37"/>
    <p:sldLayoutId id="2147483751" r:id="rId38"/>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26"/>
        <p:cNvGrpSpPr/>
        <p:nvPr/>
      </p:nvGrpSpPr>
      <p:grpSpPr>
        <a:xfrm>
          <a:off x="0" y="0"/>
          <a:ext cx="0" cy="0"/>
          <a:chOff x="0" y="0"/>
          <a:chExt cx="0" cy="0"/>
        </a:xfrm>
      </p:grpSpPr>
      <p:sp>
        <p:nvSpPr>
          <p:cNvPr id="527" name="Google Shape;527;p39"/>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528" name="Google Shape;528;p39"/>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23"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26"/>
        <p:cNvGrpSpPr/>
        <p:nvPr/>
      </p:nvGrpSpPr>
      <p:grpSpPr>
        <a:xfrm>
          <a:off x="0" y="0"/>
          <a:ext cx="0" cy="0"/>
          <a:chOff x="0" y="0"/>
          <a:chExt cx="0" cy="0"/>
        </a:xfrm>
      </p:grpSpPr>
      <p:sp>
        <p:nvSpPr>
          <p:cNvPr id="527" name="Google Shape;527;p39"/>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528" name="Google Shape;528;p39"/>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53"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2108" y="205978"/>
            <a:ext cx="6859785" cy="765572"/>
          </a:xfrm>
          <a:prstGeom prst="rect">
            <a:avLst/>
          </a:prstGeom>
        </p:spPr>
        <p:txBody>
          <a:bodyPr vert="horz" lIns="68589" tIns="34295" rIns="68589" bIns="34295"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142108" y="1428750"/>
            <a:ext cx="6859786" cy="3200400"/>
          </a:xfrm>
          <a:prstGeom prst="rect">
            <a:avLst/>
          </a:prstGeom>
        </p:spPr>
        <p:txBody>
          <a:bodyPr vert="horz" lIns="68589" tIns="34295" rIns="68589" bIns="34295"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Footer Placeholder 4"/>
          <p:cNvSpPr>
            <a:spLocks noGrp="1"/>
          </p:cNvSpPr>
          <p:nvPr>
            <p:ph type="ftr" sz="quarter" idx="3"/>
          </p:nvPr>
        </p:nvSpPr>
        <p:spPr>
          <a:xfrm>
            <a:off x="1142107" y="4800601"/>
            <a:ext cx="4744685" cy="207170"/>
          </a:xfrm>
          <a:prstGeom prst="rect">
            <a:avLst/>
          </a:prstGeom>
        </p:spPr>
        <p:txBody>
          <a:bodyPr vert="horz" lIns="68589" tIns="34295" rIns="68589" bIns="34295" rtlCol="0" anchor="ctr"/>
          <a:lstStyle>
            <a:lvl1pPr algn="l">
              <a:defRPr sz="9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6058287" y="4800601"/>
            <a:ext cx="933137" cy="207170"/>
          </a:xfrm>
          <a:prstGeom prst="rect">
            <a:avLst/>
          </a:prstGeom>
        </p:spPr>
        <p:txBody>
          <a:bodyPr vert="horz" lIns="68589" tIns="34295" rIns="68589" bIns="34295" rtlCol="0" anchor="ctr"/>
          <a:lstStyle>
            <a:lvl1pPr algn="r">
              <a:defRPr sz="900">
                <a:solidFill>
                  <a:schemeClr val="tx1">
                    <a:tint val="75000"/>
                  </a:schemeClr>
                </a:solidFill>
              </a:defRPr>
            </a:lvl1pPr>
          </a:lstStyle>
          <a:p>
            <a:fld id="{9AFE8FB1-0A7A-443E-AAF7-31D4FA1AA312}" type="datetimeFigureOut">
              <a:rPr lang="en-US" smtClean="0"/>
              <a:pPr/>
              <a:t>8/27/2024</a:t>
            </a:fld>
            <a:endParaRPr lang="en-US" dirty="0"/>
          </a:p>
        </p:txBody>
      </p:sp>
      <p:sp>
        <p:nvSpPr>
          <p:cNvPr id="6" name="Slide Number Placeholder 5"/>
          <p:cNvSpPr>
            <a:spLocks noGrp="1"/>
          </p:cNvSpPr>
          <p:nvPr>
            <p:ph type="sldNum" sz="quarter" idx="4"/>
          </p:nvPr>
        </p:nvSpPr>
        <p:spPr>
          <a:xfrm>
            <a:off x="7144419" y="4800601"/>
            <a:ext cx="857475" cy="207170"/>
          </a:xfrm>
          <a:prstGeom prst="rect">
            <a:avLst/>
          </a:prstGeom>
        </p:spPr>
        <p:txBody>
          <a:bodyPr vert="horz" lIns="68589" tIns="34295" rIns="68589" bIns="34295" rtlCol="0" anchor="ctr"/>
          <a:lstStyle>
            <a:lvl1pPr algn="r">
              <a:defRPr sz="9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91"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205767" indent="-205767" algn="l" defTabSz="685891" rtl="0" eaLnBrk="1" latinLnBrk="0" hangingPunct="1">
        <a:lnSpc>
          <a:spcPct val="90000"/>
        </a:lnSpc>
        <a:spcBef>
          <a:spcPts val="1350"/>
        </a:spcBef>
        <a:buSzPct val="100000"/>
        <a:buFont typeface="Arial" pitchFamily="34" charset="0"/>
        <a:buChar char="▪"/>
        <a:defRPr sz="1800" kern="1200">
          <a:solidFill>
            <a:schemeClr val="tx1"/>
          </a:solidFill>
          <a:latin typeface="+mn-lt"/>
          <a:ea typeface="+mn-ea"/>
          <a:cs typeface="+mn-cs"/>
        </a:defRPr>
      </a:lvl1pPr>
      <a:lvl2pPr marL="432112" indent="-205767" algn="l" defTabSz="685891" rtl="0" eaLnBrk="1" latinLnBrk="0" hangingPunct="1">
        <a:lnSpc>
          <a:spcPct val="90000"/>
        </a:lnSpc>
        <a:spcBef>
          <a:spcPts val="450"/>
        </a:spcBef>
        <a:buSzPct val="100000"/>
        <a:buFont typeface="Consolas" pitchFamily="49" charset="0"/>
        <a:buChar char="–"/>
        <a:defRPr sz="1500" kern="1200">
          <a:solidFill>
            <a:schemeClr val="tx1"/>
          </a:solidFill>
          <a:latin typeface="+mn-lt"/>
          <a:ea typeface="+mn-ea"/>
          <a:cs typeface="+mn-cs"/>
        </a:defRPr>
      </a:lvl2pPr>
      <a:lvl3pPr marL="603584" indent="-171473" algn="l" defTabSz="685891" rtl="0" eaLnBrk="1" latinLnBrk="0" hangingPunct="1">
        <a:lnSpc>
          <a:spcPct val="90000"/>
        </a:lnSpc>
        <a:spcBef>
          <a:spcPts val="450"/>
        </a:spcBef>
        <a:buSzPct val="100000"/>
        <a:buFont typeface="Arial" pitchFamily="34" charset="0"/>
        <a:buChar char="▪"/>
        <a:defRPr sz="1400" kern="1200">
          <a:solidFill>
            <a:schemeClr val="tx1"/>
          </a:solidFill>
          <a:latin typeface="+mn-lt"/>
          <a:ea typeface="+mn-ea"/>
          <a:cs typeface="+mn-cs"/>
        </a:defRPr>
      </a:lvl3pPr>
      <a:lvl4pPr marL="775057" indent="-171473" algn="l" defTabSz="685891" rtl="0" eaLnBrk="1" latinLnBrk="0" hangingPunct="1">
        <a:lnSpc>
          <a:spcPct val="90000"/>
        </a:lnSpc>
        <a:spcBef>
          <a:spcPts val="450"/>
        </a:spcBef>
        <a:buSzPct val="100000"/>
        <a:buFont typeface="Consolas" pitchFamily="49" charset="0"/>
        <a:buChar char="–"/>
        <a:defRPr sz="1200" kern="1200">
          <a:solidFill>
            <a:schemeClr val="tx1"/>
          </a:solidFill>
          <a:latin typeface="+mn-lt"/>
          <a:ea typeface="+mn-ea"/>
          <a:cs typeface="+mn-cs"/>
        </a:defRPr>
      </a:lvl4pPr>
      <a:lvl5pPr marL="946530" indent="-171473" algn="l" defTabSz="685891" rtl="0" eaLnBrk="1" latinLnBrk="0" hangingPunct="1">
        <a:lnSpc>
          <a:spcPct val="90000"/>
        </a:lnSpc>
        <a:spcBef>
          <a:spcPts val="450"/>
        </a:spcBef>
        <a:buSzPct val="100000"/>
        <a:buFont typeface="Arial" pitchFamily="34" charset="0"/>
        <a:buChar char="▪"/>
        <a:defRPr sz="1200" kern="1200">
          <a:solidFill>
            <a:schemeClr val="tx1"/>
          </a:solidFill>
          <a:latin typeface="+mn-lt"/>
          <a:ea typeface="+mn-ea"/>
          <a:cs typeface="+mn-cs"/>
        </a:defRPr>
      </a:lvl5pPr>
      <a:lvl6pPr marL="1118003" indent="-171473" algn="l" defTabSz="685891" rtl="0" eaLnBrk="1" latinLnBrk="0" hangingPunct="1">
        <a:lnSpc>
          <a:spcPct val="90000"/>
        </a:lnSpc>
        <a:spcBef>
          <a:spcPts val="450"/>
        </a:spcBef>
        <a:buSzPct val="100000"/>
        <a:buFont typeface="Consolas" pitchFamily="49" charset="0"/>
        <a:buChar char="–"/>
        <a:defRPr sz="1200" kern="1200">
          <a:solidFill>
            <a:schemeClr val="tx1"/>
          </a:solidFill>
          <a:latin typeface="+mn-lt"/>
          <a:ea typeface="+mn-ea"/>
          <a:cs typeface="+mn-cs"/>
        </a:defRPr>
      </a:lvl6pPr>
      <a:lvl7pPr marL="1289476" indent="-171473" algn="l" defTabSz="685891" rtl="0" eaLnBrk="1" latinLnBrk="0" hangingPunct="1">
        <a:lnSpc>
          <a:spcPct val="90000"/>
        </a:lnSpc>
        <a:spcBef>
          <a:spcPts val="450"/>
        </a:spcBef>
        <a:buSzPct val="100000"/>
        <a:buFont typeface="Arial" pitchFamily="34" charset="0"/>
        <a:buChar char="▪"/>
        <a:defRPr sz="1200" kern="1200">
          <a:solidFill>
            <a:schemeClr val="tx1"/>
          </a:solidFill>
          <a:latin typeface="+mn-lt"/>
          <a:ea typeface="+mn-ea"/>
          <a:cs typeface="+mn-cs"/>
        </a:defRPr>
      </a:lvl7pPr>
      <a:lvl8pPr marL="1460949" indent="-171473" algn="l" defTabSz="685891" rtl="0" eaLnBrk="1" latinLnBrk="0" hangingPunct="1">
        <a:lnSpc>
          <a:spcPct val="90000"/>
        </a:lnSpc>
        <a:spcBef>
          <a:spcPts val="450"/>
        </a:spcBef>
        <a:buSzPct val="100000"/>
        <a:buFont typeface="Consolas" pitchFamily="49" charset="0"/>
        <a:buChar char="–"/>
        <a:defRPr sz="1200" kern="1200">
          <a:solidFill>
            <a:schemeClr val="tx1"/>
          </a:solidFill>
          <a:latin typeface="+mn-lt"/>
          <a:ea typeface="+mn-ea"/>
          <a:cs typeface="+mn-cs"/>
        </a:defRPr>
      </a:lvl8pPr>
      <a:lvl9pPr marL="1632422" indent="-171473" algn="l" defTabSz="685891" rtl="0" eaLnBrk="1" latinLnBrk="0" hangingPunct="1">
        <a:lnSpc>
          <a:spcPct val="90000"/>
        </a:lnSpc>
        <a:spcBef>
          <a:spcPts val="450"/>
        </a:spcBef>
        <a:buSzPct val="100000"/>
        <a:buFont typeface="Arial" pitchFamily="34" charset="0"/>
        <a:buChar char="▪"/>
        <a:defRPr sz="1200" kern="1200">
          <a:solidFill>
            <a:schemeClr val="tx1"/>
          </a:solidFill>
          <a:latin typeface="+mn-lt"/>
          <a:ea typeface="+mn-ea"/>
          <a:cs typeface="+mn-cs"/>
        </a:defRPr>
      </a:lvl9pPr>
    </p:bodyStyle>
    <p:otherStyle>
      <a:defPPr>
        <a:defRPr/>
      </a:defPPr>
      <a:lvl1pPr marL="0" algn="l" defTabSz="685891" rtl="0" eaLnBrk="1" latinLnBrk="0" hangingPunct="1">
        <a:defRPr sz="1400" kern="1200">
          <a:solidFill>
            <a:schemeClr val="tx1"/>
          </a:solidFill>
          <a:latin typeface="+mn-lt"/>
          <a:ea typeface="+mn-ea"/>
          <a:cs typeface="+mn-cs"/>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3.xml"/><Relationship Id="rId5" Type="http://schemas.openxmlformats.org/officeDocument/2006/relationships/image" Target="../media/image7.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jpeg"/><Relationship Id="rId7" Type="http://schemas.openxmlformats.org/officeDocument/2006/relationships/image" Target="../media/image15.jpeg"/><Relationship Id="rId2" Type="http://schemas.openxmlformats.org/officeDocument/2006/relationships/image" Target="../media/image10.jpeg"/><Relationship Id="rId1" Type="http://schemas.openxmlformats.org/officeDocument/2006/relationships/slideLayout" Target="../slideLayouts/slideLayout6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 Id="rId9"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6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Layout" Target="../diagrams/layout4.xml"/><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diagramData" Target="../diagrams/data4.xml"/><Relationship Id="rId1" Type="http://schemas.openxmlformats.org/officeDocument/2006/relationships/slideLayout" Target="../slideLayouts/slideLayout63.xml"/><Relationship Id="rId6" Type="http://schemas.microsoft.com/office/2007/relationships/diagramDrawing" Target="../diagrams/drawing4.xml"/><Relationship Id="rId11" Type="http://schemas.openxmlformats.org/officeDocument/2006/relationships/image" Target="../media/image27.png"/><Relationship Id="rId5" Type="http://schemas.openxmlformats.org/officeDocument/2006/relationships/diagramColors" Target="../diagrams/colors4.xml"/><Relationship Id="rId10" Type="http://schemas.openxmlformats.org/officeDocument/2006/relationships/image" Target="../media/image26.png"/><Relationship Id="rId4" Type="http://schemas.openxmlformats.org/officeDocument/2006/relationships/diagramQuickStyle" Target="../diagrams/quickStyle4.xml"/><Relationship Id="rId9"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6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3.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3.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3.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smtClean="0"/>
              <a:t>Introduction to Multimedia</a:t>
            </a:r>
            <a:br>
              <a:rPr lang="en-US" sz="3600" dirty="0" smtClean="0"/>
            </a:br>
            <a:r>
              <a:rPr lang="en-US" sz="3600" dirty="0" smtClean="0"/>
              <a:t>ICT 1210</a:t>
            </a:r>
            <a:endParaRPr lang="en-US" sz="3600" dirty="0"/>
          </a:p>
        </p:txBody>
      </p:sp>
      <p:sp>
        <p:nvSpPr>
          <p:cNvPr id="3" name="Subtitle 2"/>
          <p:cNvSpPr>
            <a:spLocks noGrp="1"/>
          </p:cNvSpPr>
          <p:nvPr>
            <p:ph type="subTitle" idx="1"/>
          </p:nvPr>
        </p:nvSpPr>
        <p:spPr>
          <a:xfrm>
            <a:off x="1142107" y="3829050"/>
            <a:ext cx="6859786" cy="1314450"/>
          </a:xfrm>
        </p:spPr>
        <p:txBody>
          <a:bodyPr>
            <a:normAutofit/>
          </a:bodyPr>
          <a:lstStyle/>
          <a:p>
            <a:r>
              <a:rPr lang="en-US" b="1" dirty="0" smtClean="0"/>
              <a:t>Wiraj Wickramaarachchi</a:t>
            </a:r>
          </a:p>
          <a:p>
            <a:endParaRPr lang="en-US" sz="1400" dirty="0" smtClean="0"/>
          </a:p>
          <a:p>
            <a:r>
              <a:rPr lang="en-US" sz="1400" dirty="0" smtClean="0"/>
              <a:t>Department of ICT</a:t>
            </a:r>
          </a:p>
          <a:p>
            <a:r>
              <a:rPr lang="en-US" sz="1400" dirty="0" smtClean="0"/>
              <a:t>Faculty of Technology</a:t>
            </a:r>
          </a:p>
          <a:p>
            <a:r>
              <a:rPr lang="en-US" sz="1400" dirty="0" smtClean="0"/>
              <a:t>Rajarata University of Sri Lanka</a:t>
            </a:r>
            <a:endParaRPr lang="en-US" sz="1400" dirty="0"/>
          </a:p>
        </p:txBody>
      </p:sp>
    </p:spTree>
    <p:extLst>
      <p:ext uri="{BB962C8B-B14F-4D97-AF65-F5344CB8AC3E}">
        <p14:creationId xmlns:p14="http://schemas.microsoft.com/office/powerpoint/2010/main" val="2988902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Details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74384248"/>
              </p:ext>
            </p:extLst>
          </p:nvPr>
        </p:nvGraphicFramePr>
        <p:xfrm>
          <a:off x="685801" y="1352550"/>
          <a:ext cx="7772400"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40990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pPr algn="just"/>
            <a:r>
              <a:rPr lang="en-US" b="1" dirty="0">
                <a:solidFill>
                  <a:schemeClr val="accent6">
                    <a:lumMod val="60000"/>
                    <a:lumOff val="40000"/>
                  </a:schemeClr>
                </a:solidFill>
              </a:rPr>
              <a:t>Fundamentals of Multimedia (Second Edition) </a:t>
            </a:r>
            <a:endParaRPr lang="en-US" b="1" dirty="0" smtClean="0">
              <a:solidFill>
                <a:schemeClr val="accent6">
                  <a:lumMod val="60000"/>
                  <a:lumOff val="40000"/>
                </a:schemeClr>
              </a:solidFill>
            </a:endParaRPr>
          </a:p>
          <a:p>
            <a:pPr lvl="1" algn="just"/>
            <a:r>
              <a:rPr lang="en-US" dirty="0" smtClean="0">
                <a:solidFill>
                  <a:schemeClr val="accent6">
                    <a:lumMod val="60000"/>
                    <a:lumOff val="40000"/>
                  </a:schemeClr>
                </a:solidFill>
              </a:rPr>
              <a:t>by </a:t>
            </a:r>
            <a:r>
              <a:rPr lang="en-US" dirty="0" err="1">
                <a:solidFill>
                  <a:schemeClr val="accent6">
                    <a:lumMod val="60000"/>
                    <a:lumOff val="40000"/>
                  </a:schemeClr>
                </a:solidFill>
              </a:rPr>
              <a:t>Ze-Nian</a:t>
            </a:r>
            <a:r>
              <a:rPr lang="en-US" dirty="0">
                <a:solidFill>
                  <a:schemeClr val="accent6">
                    <a:lumMod val="60000"/>
                    <a:lumOff val="40000"/>
                  </a:schemeClr>
                </a:solidFill>
              </a:rPr>
              <a:t> Li, Mark S. Drew, and </a:t>
            </a:r>
            <a:r>
              <a:rPr lang="en-US" dirty="0" err="1">
                <a:solidFill>
                  <a:schemeClr val="accent6">
                    <a:lumMod val="60000"/>
                    <a:lumOff val="40000"/>
                  </a:schemeClr>
                </a:solidFill>
              </a:rPr>
              <a:t>Jiangchuan</a:t>
            </a:r>
            <a:r>
              <a:rPr lang="en-US" dirty="0">
                <a:solidFill>
                  <a:schemeClr val="accent6">
                    <a:lumMod val="60000"/>
                    <a:lumOff val="40000"/>
                  </a:schemeClr>
                </a:solidFill>
              </a:rPr>
              <a:t> Liu. (DOI: 10.1007/978-3-319-05290-8) Springer International Publishing</a:t>
            </a:r>
          </a:p>
          <a:p>
            <a:pPr algn="just"/>
            <a:r>
              <a:rPr lang="en-US" b="1" dirty="0">
                <a:solidFill>
                  <a:schemeClr val="accent6">
                    <a:lumMod val="60000"/>
                    <a:lumOff val="40000"/>
                  </a:schemeClr>
                </a:solidFill>
              </a:rPr>
              <a:t>Multimedia</a:t>
            </a:r>
            <a:r>
              <a:rPr lang="en-US" dirty="0">
                <a:solidFill>
                  <a:schemeClr val="accent6">
                    <a:lumMod val="60000"/>
                    <a:lumOff val="40000"/>
                  </a:schemeClr>
                </a:solidFill>
              </a:rPr>
              <a:t> </a:t>
            </a:r>
            <a:endParaRPr lang="en-US" dirty="0" smtClean="0">
              <a:solidFill>
                <a:schemeClr val="accent6">
                  <a:lumMod val="60000"/>
                  <a:lumOff val="40000"/>
                </a:schemeClr>
              </a:solidFill>
            </a:endParaRPr>
          </a:p>
          <a:p>
            <a:pPr lvl="1" algn="just"/>
            <a:r>
              <a:rPr lang="en-US" dirty="0" smtClean="0">
                <a:solidFill>
                  <a:schemeClr val="accent6">
                    <a:lumMod val="60000"/>
                    <a:lumOff val="40000"/>
                  </a:schemeClr>
                </a:solidFill>
              </a:rPr>
              <a:t>by </a:t>
            </a:r>
            <a:r>
              <a:rPr lang="en-US" dirty="0" err="1">
                <a:solidFill>
                  <a:schemeClr val="accent6">
                    <a:lumMod val="60000"/>
                    <a:lumOff val="40000"/>
                  </a:schemeClr>
                </a:solidFill>
              </a:rPr>
              <a:t>Er</a:t>
            </a:r>
            <a:r>
              <a:rPr lang="en-US" dirty="0">
                <a:solidFill>
                  <a:schemeClr val="accent6">
                    <a:lumMod val="60000"/>
                    <a:lumOff val="40000"/>
                  </a:schemeClr>
                </a:solidFill>
              </a:rPr>
              <a:t>. </a:t>
            </a:r>
            <a:r>
              <a:rPr lang="en-US" dirty="0" err="1">
                <a:solidFill>
                  <a:schemeClr val="accent6">
                    <a:lumMod val="60000"/>
                    <a:lumOff val="40000"/>
                  </a:schemeClr>
                </a:solidFill>
              </a:rPr>
              <a:t>Rachit</a:t>
            </a:r>
            <a:r>
              <a:rPr lang="en-US" dirty="0">
                <a:solidFill>
                  <a:schemeClr val="accent6">
                    <a:lumMod val="60000"/>
                    <a:lumOff val="40000"/>
                  </a:schemeClr>
                </a:solidFill>
              </a:rPr>
              <a:t> </a:t>
            </a:r>
            <a:r>
              <a:rPr lang="en-US" dirty="0" err="1">
                <a:solidFill>
                  <a:schemeClr val="accent6">
                    <a:lumMod val="60000"/>
                    <a:lumOff val="40000"/>
                  </a:schemeClr>
                </a:solidFill>
              </a:rPr>
              <a:t>Grag</a:t>
            </a:r>
            <a:r>
              <a:rPr lang="en-US" dirty="0">
                <a:solidFill>
                  <a:schemeClr val="accent6">
                    <a:lumMod val="60000"/>
                    <a:lumOff val="40000"/>
                  </a:schemeClr>
                </a:solidFill>
              </a:rPr>
              <a:t> published by S.K. </a:t>
            </a:r>
            <a:r>
              <a:rPr lang="en-US" dirty="0" err="1">
                <a:solidFill>
                  <a:schemeClr val="accent6">
                    <a:lumMod val="60000"/>
                    <a:lumOff val="40000"/>
                  </a:schemeClr>
                </a:solidFill>
              </a:rPr>
              <a:t>Kataria</a:t>
            </a:r>
            <a:r>
              <a:rPr lang="en-US" dirty="0">
                <a:solidFill>
                  <a:schemeClr val="accent6">
                    <a:lumMod val="60000"/>
                    <a:lumOff val="40000"/>
                  </a:schemeClr>
                </a:solidFill>
              </a:rPr>
              <a:t> &amp; Sons Publications</a:t>
            </a:r>
          </a:p>
        </p:txBody>
      </p:sp>
      <p:pic>
        <p:nvPicPr>
          <p:cNvPr id="1028" name="Picture 4" descr="Fundamentals of Multimedia | SpringerLin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949056"/>
            <a:ext cx="1406635" cy="21145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ultimedia - S.K. KATARIA and SONS, Publisher of Engineering Books in In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2949056"/>
            <a:ext cx="1604730" cy="2118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410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Outline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solidFill>
                  <a:schemeClr val="accent6">
                    <a:lumMod val="60000"/>
                    <a:lumOff val="40000"/>
                  </a:schemeClr>
                </a:solidFill>
              </a:rPr>
              <a:t>Introduction </a:t>
            </a:r>
            <a:r>
              <a:rPr lang="en-US" dirty="0">
                <a:solidFill>
                  <a:schemeClr val="accent6">
                    <a:lumMod val="60000"/>
                    <a:lumOff val="40000"/>
                  </a:schemeClr>
                </a:solidFill>
              </a:rPr>
              <a:t>to Multimedia</a:t>
            </a:r>
          </a:p>
          <a:p>
            <a:r>
              <a:rPr lang="en-US" dirty="0" smtClean="0">
                <a:solidFill>
                  <a:schemeClr val="accent6">
                    <a:lumMod val="60000"/>
                    <a:lumOff val="40000"/>
                  </a:schemeClr>
                </a:solidFill>
              </a:rPr>
              <a:t>Fundamentals </a:t>
            </a:r>
            <a:r>
              <a:rPr lang="en-US" dirty="0">
                <a:solidFill>
                  <a:schemeClr val="accent6">
                    <a:lumMod val="60000"/>
                    <a:lumOff val="40000"/>
                  </a:schemeClr>
                </a:solidFill>
              </a:rPr>
              <a:t>of Multimedia</a:t>
            </a:r>
          </a:p>
          <a:p>
            <a:r>
              <a:rPr lang="en-US" dirty="0" smtClean="0">
                <a:solidFill>
                  <a:schemeClr val="accent6">
                    <a:lumMod val="60000"/>
                    <a:lumOff val="40000"/>
                  </a:schemeClr>
                </a:solidFill>
              </a:rPr>
              <a:t>Text </a:t>
            </a:r>
            <a:r>
              <a:rPr lang="en-US" dirty="0">
                <a:solidFill>
                  <a:schemeClr val="accent6">
                    <a:lumMod val="60000"/>
                    <a:lumOff val="40000"/>
                  </a:schemeClr>
                </a:solidFill>
              </a:rPr>
              <a:t>(font) design</a:t>
            </a:r>
          </a:p>
          <a:p>
            <a:r>
              <a:rPr lang="en-US" dirty="0" smtClean="0">
                <a:solidFill>
                  <a:schemeClr val="accent6">
                    <a:lumMod val="60000"/>
                    <a:lumOff val="40000"/>
                  </a:schemeClr>
                </a:solidFill>
              </a:rPr>
              <a:t>Graphics/ Image </a:t>
            </a:r>
            <a:r>
              <a:rPr lang="en-US" dirty="0">
                <a:solidFill>
                  <a:schemeClr val="accent6">
                    <a:lumMod val="60000"/>
                    <a:lumOff val="40000"/>
                  </a:schemeClr>
                </a:solidFill>
              </a:rPr>
              <a:t>Data Representations</a:t>
            </a:r>
          </a:p>
          <a:p>
            <a:r>
              <a:rPr lang="en-US" dirty="0" smtClean="0">
                <a:solidFill>
                  <a:schemeClr val="accent6">
                    <a:lumMod val="60000"/>
                    <a:lumOff val="40000"/>
                  </a:schemeClr>
                </a:solidFill>
              </a:rPr>
              <a:t>Color </a:t>
            </a:r>
            <a:r>
              <a:rPr lang="en-US" dirty="0">
                <a:solidFill>
                  <a:schemeClr val="accent6">
                    <a:lumMod val="60000"/>
                    <a:lumOff val="40000"/>
                  </a:schemeClr>
                </a:solidFill>
              </a:rPr>
              <a:t>in Image and Video</a:t>
            </a:r>
          </a:p>
          <a:p>
            <a:r>
              <a:rPr lang="en-US" dirty="0" smtClean="0">
                <a:solidFill>
                  <a:schemeClr val="accent6">
                    <a:lumMod val="60000"/>
                    <a:lumOff val="40000"/>
                  </a:schemeClr>
                </a:solidFill>
              </a:rPr>
              <a:t>Fundamental </a:t>
            </a:r>
            <a:r>
              <a:rPr lang="en-US" dirty="0">
                <a:solidFill>
                  <a:schemeClr val="accent6">
                    <a:lumMod val="60000"/>
                    <a:lumOff val="40000"/>
                  </a:schemeClr>
                </a:solidFill>
              </a:rPr>
              <a:t>Concepts in Video</a:t>
            </a:r>
          </a:p>
          <a:p>
            <a:r>
              <a:rPr lang="en-US" dirty="0" smtClean="0">
                <a:solidFill>
                  <a:schemeClr val="accent6">
                    <a:lumMod val="60000"/>
                    <a:lumOff val="40000"/>
                  </a:schemeClr>
                </a:solidFill>
              </a:rPr>
              <a:t>Basics </a:t>
            </a:r>
            <a:r>
              <a:rPr lang="en-US" dirty="0">
                <a:solidFill>
                  <a:schemeClr val="accent6">
                    <a:lumMod val="60000"/>
                    <a:lumOff val="40000"/>
                  </a:schemeClr>
                </a:solidFill>
              </a:rPr>
              <a:t>of Digital Audio</a:t>
            </a:r>
          </a:p>
          <a:p>
            <a:r>
              <a:rPr lang="en-US" dirty="0" smtClean="0">
                <a:solidFill>
                  <a:schemeClr val="accent6">
                    <a:lumMod val="60000"/>
                    <a:lumOff val="40000"/>
                  </a:schemeClr>
                </a:solidFill>
              </a:rPr>
              <a:t>Multimedia </a:t>
            </a:r>
            <a:r>
              <a:rPr lang="en-US" dirty="0">
                <a:solidFill>
                  <a:schemeClr val="accent6">
                    <a:lumMod val="60000"/>
                    <a:lumOff val="40000"/>
                  </a:schemeClr>
                </a:solidFill>
              </a:rPr>
              <a:t>Data Compression</a:t>
            </a:r>
          </a:p>
          <a:p>
            <a:r>
              <a:rPr lang="en-US" dirty="0" smtClean="0">
                <a:solidFill>
                  <a:schemeClr val="accent6">
                    <a:lumMod val="60000"/>
                    <a:lumOff val="40000"/>
                  </a:schemeClr>
                </a:solidFill>
              </a:rPr>
              <a:t>Multimedia Communications</a:t>
            </a:r>
            <a:endParaRPr lang="en-US" dirty="0">
              <a:solidFill>
                <a:schemeClr val="accent6">
                  <a:lumMod val="60000"/>
                  <a:lumOff val="40000"/>
                </a:schemeClr>
              </a:solidFill>
            </a:endParaRPr>
          </a:p>
        </p:txBody>
      </p:sp>
      <p:sp>
        <p:nvSpPr>
          <p:cNvPr id="4" name="TextBox 3"/>
          <p:cNvSpPr txBox="1"/>
          <p:nvPr/>
        </p:nvSpPr>
        <p:spPr>
          <a:xfrm>
            <a:off x="5334000" y="1123950"/>
            <a:ext cx="3360792" cy="2062103"/>
          </a:xfrm>
          <a:prstGeom prst="rect">
            <a:avLst/>
          </a:prstGeom>
          <a:noFill/>
        </p:spPr>
        <p:txBody>
          <a:bodyPr wrap="none" rtlCol="0">
            <a:spAutoFit/>
          </a:bodyPr>
          <a:lstStyle/>
          <a:p>
            <a:pPr marL="285750" indent="-285750">
              <a:lnSpc>
                <a:spcPct val="200000"/>
              </a:lnSpc>
              <a:buFont typeface="Arial" pitchFamily="34" charset="0"/>
              <a:buChar char="•"/>
            </a:pPr>
            <a:r>
              <a:rPr lang="en-US" sz="1600" dirty="0" smtClean="0">
                <a:solidFill>
                  <a:schemeClr val="accent2">
                    <a:lumMod val="60000"/>
                    <a:lumOff val="40000"/>
                  </a:schemeClr>
                </a:solidFill>
              </a:rPr>
              <a:t>Font design – </a:t>
            </a:r>
            <a:r>
              <a:rPr lang="en-US" sz="1600" dirty="0" err="1" smtClean="0">
                <a:solidFill>
                  <a:schemeClr val="accent2">
                    <a:lumMod val="60000"/>
                    <a:lumOff val="40000"/>
                  </a:schemeClr>
                </a:solidFill>
              </a:rPr>
              <a:t>Birdfont</a:t>
            </a:r>
            <a:endParaRPr lang="en-US" sz="1600" dirty="0" smtClean="0">
              <a:solidFill>
                <a:schemeClr val="accent2">
                  <a:lumMod val="60000"/>
                  <a:lumOff val="40000"/>
                </a:schemeClr>
              </a:solidFill>
            </a:endParaRPr>
          </a:p>
          <a:p>
            <a:pPr marL="285750" indent="-285750">
              <a:lnSpc>
                <a:spcPct val="200000"/>
              </a:lnSpc>
              <a:buFont typeface="Arial" pitchFamily="34" charset="0"/>
              <a:buChar char="•"/>
            </a:pPr>
            <a:r>
              <a:rPr lang="en-US" sz="1600" dirty="0" smtClean="0">
                <a:solidFill>
                  <a:schemeClr val="accent2">
                    <a:lumMod val="60000"/>
                    <a:lumOff val="40000"/>
                  </a:schemeClr>
                </a:solidFill>
              </a:rPr>
              <a:t>Image Editing – Adobe Photoshop</a:t>
            </a:r>
          </a:p>
          <a:p>
            <a:pPr marL="285750" indent="-285750">
              <a:lnSpc>
                <a:spcPct val="200000"/>
              </a:lnSpc>
              <a:buFont typeface="Arial" pitchFamily="34" charset="0"/>
              <a:buChar char="•"/>
            </a:pPr>
            <a:r>
              <a:rPr lang="en-US" sz="1600" dirty="0" smtClean="0">
                <a:solidFill>
                  <a:schemeClr val="accent2">
                    <a:lumMod val="60000"/>
                    <a:lumOff val="40000"/>
                  </a:schemeClr>
                </a:solidFill>
              </a:rPr>
              <a:t>Audio Editing – Adobe Audition</a:t>
            </a:r>
          </a:p>
          <a:p>
            <a:pPr marL="285750" indent="-285750">
              <a:lnSpc>
                <a:spcPct val="200000"/>
              </a:lnSpc>
              <a:buFont typeface="Arial" pitchFamily="34" charset="0"/>
              <a:buChar char="•"/>
            </a:pPr>
            <a:r>
              <a:rPr lang="en-US" sz="1600" dirty="0" smtClean="0">
                <a:solidFill>
                  <a:schemeClr val="accent2">
                    <a:lumMod val="60000"/>
                    <a:lumOff val="40000"/>
                  </a:schemeClr>
                </a:solidFill>
              </a:rPr>
              <a:t>Video Editing – Adobe Premier</a:t>
            </a:r>
            <a:endParaRPr lang="en-US" sz="1600" dirty="0">
              <a:solidFill>
                <a:schemeClr val="accent2">
                  <a:lumMod val="60000"/>
                  <a:lumOff val="40000"/>
                </a:schemeClr>
              </a:solidFill>
            </a:endParaRPr>
          </a:p>
        </p:txBody>
      </p:sp>
      <p:pic>
        <p:nvPicPr>
          <p:cNvPr id="1030" name="Picture 6" descr="Birdfont 4.25.0 | Font Edito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6441" y="4082503"/>
            <a:ext cx="880594" cy="95522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3"/>
          <a:stretch>
            <a:fillRect/>
          </a:stretch>
        </p:blipFill>
        <p:spPr>
          <a:xfrm>
            <a:off x="6250647" y="4153133"/>
            <a:ext cx="798403" cy="780817"/>
          </a:xfrm>
          <a:prstGeom prst="rect">
            <a:avLst/>
          </a:prstGeom>
        </p:spPr>
      </p:pic>
      <p:pic>
        <p:nvPicPr>
          <p:cNvPr id="1034" name="Picture 10" descr="Photoshop Logo Wallpapers - Top Free Photoshop Logo Backgrounds -  WallpaperAccess"/>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5537" t="12020" r="24835" b="11791"/>
          <a:stretch/>
        </p:blipFill>
        <p:spPr bwMode="auto">
          <a:xfrm>
            <a:off x="5334000" y="4153133"/>
            <a:ext cx="809736" cy="78081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ile:Adobe Premiere Pro Logo.svg - Wikipedi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90177" y="4153133"/>
            <a:ext cx="813962" cy="813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951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Assessment Strategy</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561913160"/>
              </p:ext>
            </p:extLst>
          </p:nvPr>
        </p:nvGraphicFramePr>
        <p:xfrm>
          <a:off x="1141413" y="1428750"/>
          <a:ext cx="6861175"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8581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Penalties for </a:t>
            </a:r>
            <a:r>
              <a:rPr lang="en-US" dirty="0"/>
              <a:t>the </a:t>
            </a:r>
            <a:r>
              <a:rPr lang="en-US" dirty="0" smtClean="0"/>
              <a:t>late </a:t>
            </a:r>
            <a:r>
              <a:rPr lang="en-US" dirty="0"/>
              <a:t>submission</a:t>
            </a:r>
          </a:p>
        </p:txBody>
      </p:sp>
      <p:sp>
        <p:nvSpPr>
          <p:cNvPr id="3" name="Content Placeholder 2"/>
          <p:cNvSpPr>
            <a:spLocks noGrp="1"/>
          </p:cNvSpPr>
          <p:nvPr>
            <p:ph idx="1"/>
          </p:nvPr>
        </p:nvSpPr>
        <p:spPr/>
        <p:txBody>
          <a:bodyPr>
            <a:normAutofit fontScale="85000" lnSpcReduction="10000"/>
          </a:bodyPr>
          <a:lstStyle/>
          <a:p>
            <a:pPr algn="just"/>
            <a:r>
              <a:rPr lang="en-US" b="1" dirty="0">
                <a:solidFill>
                  <a:srgbClr val="00B0F0"/>
                </a:solidFill>
              </a:rPr>
              <a:t>Late within ONE week </a:t>
            </a:r>
            <a:r>
              <a:rPr lang="en-US" dirty="0"/>
              <a:t>after the deadline: </a:t>
            </a:r>
            <a:r>
              <a:rPr lang="en-US" b="1" dirty="0">
                <a:solidFill>
                  <a:srgbClr val="FF0000"/>
                </a:solidFill>
              </a:rPr>
              <a:t>5 marks </a:t>
            </a:r>
            <a:r>
              <a:rPr lang="en-US" dirty="0"/>
              <a:t>deduction from earned total</a:t>
            </a:r>
          </a:p>
          <a:p>
            <a:pPr algn="just"/>
            <a:r>
              <a:rPr lang="en-US" b="1" dirty="0">
                <a:solidFill>
                  <a:srgbClr val="00B0F0"/>
                </a:solidFill>
              </a:rPr>
              <a:t>Late between ONE to TWO weeks </a:t>
            </a:r>
            <a:r>
              <a:rPr lang="en-US" dirty="0"/>
              <a:t>after the deadline: </a:t>
            </a:r>
            <a:r>
              <a:rPr lang="en-US" b="1" dirty="0">
                <a:solidFill>
                  <a:srgbClr val="FF0000"/>
                </a:solidFill>
              </a:rPr>
              <a:t>10 marks </a:t>
            </a:r>
            <a:r>
              <a:rPr lang="en-US" dirty="0"/>
              <a:t>deduction from earned total</a:t>
            </a:r>
          </a:p>
          <a:p>
            <a:pPr algn="just"/>
            <a:r>
              <a:rPr lang="en-US" b="1" dirty="0">
                <a:solidFill>
                  <a:srgbClr val="00B0F0"/>
                </a:solidFill>
              </a:rPr>
              <a:t>Late between TWO to THREE weeks </a:t>
            </a:r>
            <a:r>
              <a:rPr lang="en-US" dirty="0"/>
              <a:t>after the deadline: </a:t>
            </a:r>
            <a:r>
              <a:rPr lang="en-US" b="1" dirty="0">
                <a:solidFill>
                  <a:srgbClr val="FF0000"/>
                </a:solidFill>
              </a:rPr>
              <a:t>15 marks </a:t>
            </a:r>
            <a:r>
              <a:rPr lang="en-US" dirty="0"/>
              <a:t>deduction from earned total</a:t>
            </a:r>
          </a:p>
          <a:p>
            <a:pPr algn="just"/>
            <a:r>
              <a:rPr lang="en-US" b="1" dirty="0">
                <a:solidFill>
                  <a:srgbClr val="00B0F0"/>
                </a:solidFill>
              </a:rPr>
              <a:t>Late between THREE to FOUR weeks </a:t>
            </a:r>
            <a:r>
              <a:rPr lang="en-US" dirty="0"/>
              <a:t>after the deadline: </a:t>
            </a:r>
            <a:r>
              <a:rPr lang="en-US" b="1" dirty="0">
                <a:solidFill>
                  <a:srgbClr val="FF0000"/>
                </a:solidFill>
              </a:rPr>
              <a:t>20 marks </a:t>
            </a:r>
            <a:r>
              <a:rPr lang="en-US" dirty="0"/>
              <a:t>deduction from earned total</a:t>
            </a:r>
          </a:p>
          <a:p>
            <a:pPr algn="just"/>
            <a:r>
              <a:rPr lang="en-US" b="1" dirty="0">
                <a:solidFill>
                  <a:srgbClr val="00B0F0"/>
                </a:solidFill>
              </a:rPr>
              <a:t>Late after ONE month</a:t>
            </a:r>
            <a:r>
              <a:rPr lang="en-US" dirty="0"/>
              <a:t> from the deadline: </a:t>
            </a:r>
            <a:r>
              <a:rPr lang="en-US" b="1" dirty="0">
                <a:solidFill>
                  <a:srgbClr val="FF0000"/>
                </a:solidFill>
              </a:rPr>
              <a:t>NO marks </a:t>
            </a:r>
            <a:r>
              <a:rPr lang="en-US" dirty="0"/>
              <a:t>will be given to the assignment submission</a:t>
            </a:r>
          </a:p>
          <a:p>
            <a:pPr algn="just"/>
            <a:r>
              <a:rPr lang="en-US" dirty="0"/>
              <a:t>Late submissions for in-class quizzes </a:t>
            </a:r>
            <a:r>
              <a:rPr lang="en-US" b="1" dirty="0">
                <a:solidFill>
                  <a:srgbClr val="FFFF00"/>
                </a:solidFill>
              </a:rPr>
              <a:t>will NOT be accepted</a:t>
            </a:r>
          </a:p>
          <a:p>
            <a:pPr marL="0" indent="0" algn="r">
              <a:buNone/>
            </a:pPr>
            <a:r>
              <a:rPr lang="en-US" i="1" dirty="0"/>
              <a:t>*Note that the above marks are based on a scale of 0-100</a:t>
            </a:r>
          </a:p>
        </p:txBody>
      </p:sp>
    </p:spTree>
    <p:extLst>
      <p:ext uri="{BB962C8B-B14F-4D97-AF65-F5344CB8AC3E}">
        <p14:creationId xmlns:p14="http://schemas.microsoft.com/office/powerpoint/2010/main" val="2323356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r>
              <a:rPr lang="en-US" dirty="0"/>
              <a:t>to Multimedia</a:t>
            </a:r>
          </a:p>
        </p:txBody>
      </p:sp>
    </p:spTree>
    <p:extLst>
      <p:ext uri="{BB962C8B-B14F-4D97-AF65-F5344CB8AC3E}">
        <p14:creationId xmlns:p14="http://schemas.microsoft.com/office/powerpoint/2010/main" val="3710518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Lesson Outline</a:t>
            </a:r>
            <a:endParaRPr lang="en-US" dirty="0"/>
          </a:p>
        </p:txBody>
      </p:sp>
      <p:sp>
        <p:nvSpPr>
          <p:cNvPr id="3" name="Content Placeholder 2"/>
          <p:cNvSpPr>
            <a:spLocks noGrp="1"/>
          </p:cNvSpPr>
          <p:nvPr>
            <p:ph idx="1"/>
          </p:nvPr>
        </p:nvSpPr>
        <p:spPr/>
        <p:txBody>
          <a:bodyPr/>
          <a:lstStyle/>
          <a:p>
            <a:r>
              <a:rPr lang="en-US" dirty="0">
                <a:solidFill>
                  <a:schemeClr val="accent6">
                    <a:lumMod val="60000"/>
                    <a:lumOff val="40000"/>
                  </a:schemeClr>
                </a:solidFill>
              </a:rPr>
              <a:t>Multimedia: Past and </a:t>
            </a:r>
            <a:r>
              <a:rPr lang="en-US" dirty="0" smtClean="0">
                <a:solidFill>
                  <a:schemeClr val="accent6">
                    <a:lumMod val="60000"/>
                    <a:lumOff val="40000"/>
                  </a:schemeClr>
                </a:solidFill>
              </a:rPr>
              <a:t>Present</a:t>
            </a:r>
          </a:p>
          <a:p>
            <a:r>
              <a:rPr lang="en-US" dirty="0">
                <a:solidFill>
                  <a:schemeClr val="accent6">
                    <a:lumMod val="60000"/>
                    <a:lumOff val="40000"/>
                  </a:schemeClr>
                </a:solidFill>
              </a:rPr>
              <a:t>The term “MULTIMEDIA</a:t>
            </a:r>
            <a:r>
              <a:rPr lang="en-US" dirty="0" smtClean="0">
                <a:solidFill>
                  <a:schemeClr val="accent6">
                    <a:lumMod val="60000"/>
                    <a:lumOff val="40000"/>
                  </a:schemeClr>
                </a:solidFill>
              </a:rPr>
              <a:t>”</a:t>
            </a:r>
          </a:p>
          <a:p>
            <a:r>
              <a:rPr lang="en-US" dirty="0">
                <a:solidFill>
                  <a:schemeClr val="accent6">
                    <a:lumMod val="60000"/>
                    <a:lumOff val="40000"/>
                  </a:schemeClr>
                </a:solidFill>
              </a:rPr>
              <a:t>Multimedia vs. Interactive Media vs. </a:t>
            </a:r>
            <a:r>
              <a:rPr lang="en-US" dirty="0" smtClean="0">
                <a:solidFill>
                  <a:schemeClr val="accent6">
                    <a:lumMod val="60000"/>
                    <a:lumOff val="40000"/>
                  </a:schemeClr>
                </a:solidFill>
              </a:rPr>
              <a:t>Hypermedia</a:t>
            </a:r>
          </a:p>
          <a:p>
            <a:r>
              <a:rPr lang="en-US" dirty="0">
                <a:solidFill>
                  <a:schemeClr val="accent6">
                    <a:lumMod val="60000"/>
                    <a:lumOff val="40000"/>
                  </a:schemeClr>
                </a:solidFill>
              </a:rPr>
              <a:t>Multimedia </a:t>
            </a:r>
            <a:r>
              <a:rPr lang="en-US" dirty="0" smtClean="0">
                <a:solidFill>
                  <a:schemeClr val="accent6">
                    <a:lumMod val="60000"/>
                    <a:lumOff val="40000"/>
                  </a:schemeClr>
                </a:solidFill>
              </a:rPr>
              <a:t>System</a:t>
            </a:r>
          </a:p>
          <a:p>
            <a:r>
              <a:rPr lang="en-US" dirty="0">
                <a:solidFill>
                  <a:schemeClr val="accent6">
                    <a:lumMod val="60000"/>
                    <a:lumOff val="40000"/>
                  </a:schemeClr>
                </a:solidFill>
              </a:rPr>
              <a:t>Application of </a:t>
            </a:r>
            <a:r>
              <a:rPr lang="en-US" dirty="0" smtClean="0">
                <a:solidFill>
                  <a:schemeClr val="accent6">
                    <a:lumMod val="60000"/>
                    <a:lumOff val="40000"/>
                  </a:schemeClr>
                </a:solidFill>
              </a:rPr>
              <a:t>Multimedia</a:t>
            </a:r>
          </a:p>
          <a:p>
            <a:r>
              <a:rPr lang="en-US" dirty="0">
                <a:solidFill>
                  <a:schemeClr val="accent6">
                    <a:lumMod val="60000"/>
                    <a:lumOff val="40000"/>
                  </a:schemeClr>
                </a:solidFill>
              </a:rPr>
              <a:t>Multimedia </a:t>
            </a:r>
            <a:r>
              <a:rPr lang="en-US" dirty="0" smtClean="0">
                <a:solidFill>
                  <a:schemeClr val="accent6">
                    <a:lumMod val="60000"/>
                    <a:lumOff val="40000"/>
                  </a:schemeClr>
                </a:solidFill>
              </a:rPr>
              <a:t>Hardware</a:t>
            </a:r>
          </a:p>
          <a:p>
            <a:r>
              <a:rPr lang="en-US" dirty="0">
                <a:solidFill>
                  <a:schemeClr val="accent6">
                    <a:lumMod val="60000"/>
                    <a:lumOff val="40000"/>
                  </a:schemeClr>
                </a:solidFill>
              </a:rPr>
              <a:t>Multimedia Team</a:t>
            </a:r>
          </a:p>
        </p:txBody>
      </p:sp>
    </p:spTree>
    <p:extLst>
      <p:ext uri="{BB962C8B-B14F-4D97-AF65-F5344CB8AC3E}">
        <p14:creationId xmlns:p14="http://schemas.microsoft.com/office/powerpoint/2010/main" val="73358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4655" y="2647950"/>
            <a:ext cx="225552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smtClean="0"/>
              <a:t>Multimedia: Past and Present</a:t>
            </a:r>
            <a:endParaRPr lang="en-US" dirty="0"/>
          </a:p>
        </p:txBody>
      </p:sp>
      <p:sp>
        <p:nvSpPr>
          <p:cNvPr id="3" name="Content Placeholder 2"/>
          <p:cNvSpPr>
            <a:spLocks noGrp="1"/>
          </p:cNvSpPr>
          <p:nvPr>
            <p:ph idx="1"/>
          </p:nvPr>
        </p:nvSpPr>
        <p:spPr>
          <a:xfrm>
            <a:off x="1142108" y="1428750"/>
            <a:ext cx="6859786" cy="1371600"/>
          </a:xfrm>
        </p:spPr>
        <p:txBody>
          <a:bodyPr>
            <a:normAutofit lnSpcReduction="10000"/>
          </a:bodyPr>
          <a:lstStyle/>
          <a:p>
            <a:pPr algn="just"/>
            <a:r>
              <a:rPr lang="en-US" dirty="0" smtClean="0"/>
              <a:t>The </a:t>
            </a:r>
            <a:r>
              <a:rPr lang="en-US" dirty="0"/>
              <a:t>use of multimedia to communicate ideas might begin </a:t>
            </a:r>
            <a:r>
              <a:rPr lang="en-US" dirty="0" smtClean="0"/>
              <a:t>with newspapers</a:t>
            </a:r>
            <a:r>
              <a:rPr lang="en-US" dirty="0"/>
              <a:t>, which were perhaps the first mass communication medium, using </a:t>
            </a:r>
            <a:r>
              <a:rPr lang="en-US" dirty="0" smtClean="0"/>
              <a:t>text, graphics</a:t>
            </a:r>
            <a:r>
              <a:rPr lang="en-US" dirty="0"/>
              <a:t>, and images</a:t>
            </a:r>
            <a:r>
              <a:rPr lang="en-US" dirty="0" smtClean="0"/>
              <a:t>.</a:t>
            </a:r>
          </a:p>
          <a:p>
            <a:pPr algn="just"/>
            <a:r>
              <a:rPr lang="en-US" dirty="0"/>
              <a:t>Before still-image camera was invented, these graphics </a:t>
            </a:r>
            <a:r>
              <a:rPr lang="en-US" dirty="0" smtClean="0"/>
              <a:t>and images </a:t>
            </a:r>
            <a:r>
              <a:rPr lang="en-US" dirty="0"/>
              <a:t>were generally hand-drawn</a:t>
            </a:r>
            <a:r>
              <a:rPr lang="en-US" dirty="0" smtClean="0"/>
              <a:t>.</a:t>
            </a:r>
          </a:p>
        </p:txBody>
      </p:sp>
      <p:sp>
        <p:nvSpPr>
          <p:cNvPr id="4" name="Rectangle 3"/>
          <p:cNvSpPr/>
          <p:nvPr/>
        </p:nvSpPr>
        <p:spPr>
          <a:xfrm>
            <a:off x="1041632" y="2790438"/>
            <a:ext cx="5587768" cy="1477328"/>
          </a:xfrm>
          <a:prstGeom prst="rect">
            <a:avLst/>
          </a:prstGeom>
        </p:spPr>
        <p:txBody>
          <a:bodyPr wrap="square">
            <a:spAutoFit/>
          </a:bodyPr>
          <a:lstStyle/>
          <a:p>
            <a:pPr marL="285750" indent="-285750" algn="just">
              <a:spcBef>
                <a:spcPts val="600"/>
              </a:spcBef>
              <a:buFont typeface="Wingdings" pitchFamily="2" charset="2"/>
              <a:buChar char="§"/>
            </a:pPr>
            <a:r>
              <a:rPr lang="en-US" sz="1700" dirty="0"/>
              <a:t>Joseph </a:t>
            </a:r>
            <a:r>
              <a:rPr lang="en-US" sz="1700" dirty="0" err="1"/>
              <a:t>Nicéphore</a:t>
            </a:r>
            <a:r>
              <a:rPr lang="en-US" sz="1700" dirty="0"/>
              <a:t> </a:t>
            </a:r>
            <a:r>
              <a:rPr lang="en-US" sz="1700" dirty="0" err="1"/>
              <a:t>Niépce</a:t>
            </a:r>
            <a:r>
              <a:rPr lang="en-US" sz="1700" dirty="0"/>
              <a:t> captured the first natural image from his window in 1826 using a sliding wooden box camera</a:t>
            </a:r>
            <a:r>
              <a:rPr lang="en-US" sz="1700" dirty="0" smtClean="0"/>
              <a:t>.</a:t>
            </a:r>
            <a:endParaRPr lang="en-US" sz="900" dirty="0"/>
          </a:p>
          <a:p>
            <a:pPr marL="285750" indent="-285750" algn="just">
              <a:spcBef>
                <a:spcPts val="600"/>
              </a:spcBef>
              <a:buFont typeface="Wingdings" pitchFamily="2" charset="2"/>
              <a:buChar char="§"/>
            </a:pPr>
            <a:r>
              <a:rPr lang="en-US" sz="1700" dirty="0"/>
              <a:t>Hypermedia, </a:t>
            </a:r>
            <a:r>
              <a:rPr lang="en-US" sz="1700" dirty="0" smtClean="0"/>
              <a:t>WWW, Internet, HTML and XML </a:t>
            </a:r>
            <a:r>
              <a:rPr lang="en-US" sz="1700" dirty="0"/>
              <a:t>have influenced extremely to the development of multimedia</a:t>
            </a:r>
            <a:r>
              <a:rPr lang="en-US" sz="1700" dirty="0" smtClean="0"/>
              <a:t>.</a:t>
            </a:r>
          </a:p>
        </p:txBody>
      </p:sp>
    </p:spTree>
    <p:extLst>
      <p:ext uri="{BB962C8B-B14F-4D97-AF65-F5344CB8AC3E}">
        <p14:creationId xmlns:p14="http://schemas.microsoft.com/office/powerpoint/2010/main" val="289413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Multimedia: Past and Present</a:t>
            </a:r>
          </a:p>
        </p:txBody>
      </p:sp>
      <p:sp>
        <p:nvSpPr>
          <p:cNvPr id="3" name="Content Placeholder 2"/>
          <p:cNvSpPr>
            <a:spLocks noGrp="1"/>
          </p:cNvSpPr>
          <p:nvPr>
            <p:ph idx="1"/>
          </p:nvPr>
        </p:nvSpPr>
        <p:spPr/>
        <p:txBody>
          <a:bodyPr/>
          <a:lstStyle/>
          <a:p>
            <a:pPr algn="just"/>
            <a:r>
              <a:rPr lang="en-US" dirty="0" smtClean="0"/>
              <a:t>The </a:t>
            </a:r>
            <a:r>
              <a:rPr lang="en-US" dirty="0"/>
              <a:t>fast evolution toward a new generation of social, mobile, and cloud computing have influenced multimedia processing and sharing.</a:t>
            </a:r>
          </a:p>
          <a:p>
            <a:pPr algn="just"/>
            <a:r>
              <a:rPr lang="en-US" dirty="0" smtClean="0"/>
              <a:t>The </a:t>
            </a:r>
            <a:r>
              <a:rPr lang="en-US" dirty="0"/>
              <a:t>users are now actively engaged to be part </a:t>
            </a:r>
            <a:r>
              <a:rPr lang="en-US" dirty="0" smtClean="0"/>
              <a:t>of a </a:t>
            </a:r>
            <a:r>
              <a:rPr lang="en-US" dirty="0"/>
              <a:t>social ecosystem, rather than passively </a:t>
            </a:r>
            <a:r>
              <a:rPr lang="en-US" dirty="0" smtClean="0"/>
              <a:t>receiving </a:t>
            </a:r>
            <a:r>
              <a:rPr lang="en-US" dirty="0"/>
              <a:t>media </a:t>
            </a:r>
            <a:r>
              <a:rPr lang="en-US" dirty="0" smtClean="0"/>
              <a:t>content.</a:t>
            </a:r>
          </a:p>
          <a:p>
            <a:pPr algn="just"/>
            <a:r>
              <a:rPr lang="en-US" dirty="0"/>
              <a:t>The revolution </a:t>
            </a:r>
            <a:r>
              <a:rPr lang="en-US" dirty="0" smtClean="0"/>
              <a:t>is being </a:t>
            </a:r>
            <a:r>
              <a:rPr lang="en-US" dirty="0"/>
              <a:t>driven further by the deep penetration of 3G/4G wireless networks and </a:t>
            </a:r>
            <a:r>
              <a:rPr lang="en-US" dirty="0" smtClean="0"/>
              <a:t>smart mobile </a:t>
            </a:r>
            <a:r>
              <a:rPr lang="en-US" dirty="0"/>
              <a:t>devices.</a:t>
            </a:r>
          </a:p>
        </p:txBody>
      </p:sp>
    </p:spTree>
    <p:extLst>
      <p:ext uri="{BB962C8B-B14F-4D97-AF65-F5344CB8AC3E}">
        <p14:creationId xmlns:p14="http://schemas.microsoft.com/office/powerpoint/2010/main" val="412286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term “MULTIMEDIA”</a:t>
            </a:r>
            <a:endParaRPr lang="en-US" dirty="0"/>
          </a:p>
        </p:txBody>
      </p:sp>
      <p:sp>
        <p:nvSpPr>
          <p:cNvPr id="3" name="Content Placeholder 2"/>
          <p:cNvSpPr>
            <a:spLocks noGrp="1"/>
          </p:cNvSpPr>
          <p:nvPr>
            <p:ph idx="1"/>
          </p:nvPr>
        </p:nvSpPr>
        <p:spPr/>
        <p:txBody>
          <a:bodyPr/>
          <a:lstStyle/>
          <a:p>
            <a:pPr algn="just"/>
            <a:r>
              <a:rPr lang="en-US" dirty="0" smtClean="0"/>
              <a:t>Applications </a:t>
            </a:r>
            <a:r>
              <a:rPr lang="en-US" dirty="0"/>
              <a:t>that </a:t>
            </a:r>
            <a:r>
              <a:rPr lang="en-US" b="1" dirty="0">
                <a:solidFill>
                  <a:srgbClr val="FF0000"/>
                </a:solidFill>
              </a:rPr>
              <a:t>use </a:t>
            </a:r>
            <a:r>
              <a:rPr lang="en-US" b="1" dirty="0" smtClean="0">
                <a:solidFill>
                  <a:srgbClr val="FF0000"/>
                </a:solidFill>
              </a:rPr>
              <a:t>multiple modalities</a:t>
            </a:r>
            <a:r>
              <a:rPr lang="en-US" dirty="0" smtClean="0"/>
              <a:t> </a:t>
            </a:r>
            <a:r>
              <a:rPr lang="en-US" dirty="0"/>
              <a:t>to their advantage, including </a:t>
            </a:r>
            <a:r>
              <a:rPr lang="en-US" b="1" dirty="0">
                <a:solidFill>
                  <a:srgbClr val="FFFF00"/>
                </a:solidFill>
              </a:rPr>
              <a:t>text, images, drawings, graphics, </a:t>
            </a:r>
            <a:r>
              <a:rPr lang="en-US" b="1" dirty="0" smtClean="0">
                <a:solidFill>
                  <a:srgbClr val="FFFF00"/>
                </a:solidFill>
              </a:rPr>
              <a:t>animation, video</a:t>
            </a:r>
            <a:r>
              <a:rPr lang="en-US" b="1" dirty="0">
                <a:solidFill>
                  <a:srgbClr val="FFFF00"/>
                </a:solidFill>
              </a:rPr>
              <a:t>, sound</a:t>
            </a:r>
            <a:r>
              <a:rPr lang="en-US" b="1" dirty="0">
                <a:solidFill>
                  <a:srgbClr val="FF0000"/>
                </a:solidFill>
              </a:rPr>
              <a:t> </a:t>
            </a:r>
            <a:r>
              <a:rPr lang="en-US" dirty="0"/>
              <a:t>(including speech), and, most likely, </a:t>
            </a:r>
            <a:r>
              <a:rPr lang="en-US" b="1" dirty="0">
                <a:solidFill>
                  <a:srgbClr val="00B0F0"/>
                </a:solidFill>
              </a:rPr>
              <a:t>interactivity</a:t>
            </a:r>
            <a:r>
              <a:rPr lang="en-US" dirty="0"/>
              <a:t> of some kind</a:t>
            </a:r>
            <a:r>
              <a:rPr lang="en-US" dirty="0" smtClean="0"/>
              <a:t>.</a:t>
            </a:r>
          </a:p>
          <a:p>
            <a:pPr algn="just"/>
            <a:r>
              <a:rPr lang="en-US" dirty="0" smtClean="0"/>
              <a:t>Graphics, visualization</a:t>
            </a:r>
            <a:r>
              <a:rPr lang="en-US" dirty="0"/>
              <a:t>, HCI, computer vision, data compression, graph theory, </a:t>
            </a:r>
            <a:r>
              <a:rPr lang="en-US" dirty="0" smtClean="0"/>
              <a:t>networking, database </a:t>
            </a:r>
            <a:r>
              <a:rPr lang="en-US" dirty="0"/>
              <a:t>systems—all have important contributions to make in multimedia at </a:t>
            </a:r>
            <a:r>
              <a:rPr lang="en-US" dirty="0" smtClean="0"/>
              <a:t>the present </a:t>
            </a:r>
            <a:r>
              <a:rPr lang="en-US" dirty="0"/>
              <a:t>time.</a:t>
            </a:r>
          </a:p>
        </p:txBody>
      </p:sp>
      <p:pic>
        <p:nvPicPr>
          <p:cNvPr id="1028" name="Picture 4" descr="F:\Rajarata University\Subjects\Applied\ICT 2210 - Multimedia Technologies\PPT Materials\asda.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8920" b="10233"/>
          <a:stretch/>
        </p:blipFill>
        <p:spPr bwMode="auto">
          <a:xfrm>
            <a:off x="6324600" y="2864096"/>
            <a:ext cx="2819399" cy="2279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3327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Multimedia vs. Interactive Media vs. Hypermedia</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661696698"/>
              </p:ext>
            </p:extLst>
          </p:nvPr>
        </p:nvGraphicFramePr>
        <p:xfrm>
          <a:off x="304800" y="1276350"/>
          <a:ext cx="2285999" cy="38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p:cNvSpPr txBox="1"/>
          <p:nvPr/>
        </p:nvSpPr>
        <p:spPr>
          <a:xfrm>
            <a:off x="2971800" y="1300698"/>
            <a:ext cx="5562600" cy="3785652"/>
          </a:xfrm>
          <a:prstGeom prst="rect">
            <a:avLst/>
          </a:prstGeom>
          <a:noFill/>
        </p:spPr>
        <p:txBody>
          <a:bodyPr wrap="square" rtlCol="0">
            <a:spAutoFit/>
          </a:bodyPr>
          <a:lstStyle/>
          <a:p>
            <a:pPr marL="342900" indent="-342900" algn="just">
              <a:lnSpc>
                <a:spcPct val="150000"/>
              </a:lnSpc>
              <a:buFont typeface="Arial" pitchFamily="34" charset="0"/>
              <a:buChar char="•"/>
            </a:pPr>
            <a:r>
              <a:rPr lang="en-US" sz="2000" dirty="0" smtClean="0"/>
              <a:t>Multimedia is the broad scope concept.</a:t>
            </a:r>
          </a:p>
          <a:p>
            <a:pPr marL="342900" indent="-342900" algn="just">
              <a:lnSpc>
                <a:spcPct val="150000"/>
              </a:lnSpc>
              <a:buFont typeface="Arial" pitchFamily="34" charset="0"/>
              <a:buChar char="•"/>
            </a:pPr>
            <a:r>
              <a:rPr lang="en-US" sz="2000" dirty="0" smtClean="0"/>
              <a:t>When a user interacts with multimedia (bidirectional communication), it becomes interactive media.</a:t>
            </a:r>
          </a:p>
          <a:p>
            <a:pPr marL="342900" indent="-342900" algn="just">
              <a:lnSpc>
                <a:spcPct val="150000"/>
              </a:lnSpc>
              <a:buFont typeface="Arial" pitchFamily="34" charset="0"/>
              <a:buChar char="•"/>
            </a:pPr>
            <a:r>
              <a:rPr lang="en-US" sz="2000" dirty="0" smtClean="0"/>
              <a:t>Traditional multimedia experience is more passive.</a:t>
            </a:r>
          </a:p>
          <a:p>
            <a:pPr marL="342900" indent="-342900" algn="just">
              <a:lnSpc>
                <a:spcPct val="150000"/>
              </a:lnSpc>
              <a:buFont typeface="Arial" pitchFamily="34" charset="0"/>
              <a:buChar char="•"/>
            </a:pPr>
            <a:r>
              <a:rPr lang="en-US" sz="2000" dirty="0" smtClean="0"/>
              <a:t>Non-sequential access among multimedia called as hypermedia.</a:t>
            </a:r>
            <a:endParaRPr lang="en-US" sz="2000" dirty="0"/>
          </a:p>
        </p:txBody>
      </p:sp>
    </p:spTree>
    <p:extLst>
      <p:ext uri="{BB962C8B-B14F-4D97-AF65-F5344CB8AC3E}">
        <p14:creationId xmlns:p14="http://schemas.microsoft.com/office/powerpoint/2010/main" val="3341190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Multimedia System</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00222384"/>
              </p:ext>
            </p:extLst>
          </p:nvPr>
        </p:nvGraphicFramePr>
        <p:xfrm>
          <a:off x="304800" y="1962150"/>
          <a:ext cx="6705600" cy="2981960"/>
        </p:xfrm>
        <a:graphic>
          <a:graphicData uri="http://schemas.openxmlformats.org/drawingml/2006/table">
            <a:tbl>
              <a:tblPr firstRow="1" bandRow="1">
                <a:tableStyleId>{5940675A-B579-460E-94D1-54222C63F5DA}</a:tableStyleId>
              </a:tblPr>
              <a:tblGrid>
                <a:gridCol w="381000"/>
                <a:gridCol w="228600"/>
                <a:gridCol w="1371600"/>
                <a:gridCol w="533400"/>
                <a:gridCol w="685800"/>
                <a:gridCol w="1143000"/>
                <a:gridCol w="327253"/>
                <a:gridCol w="739547"/>
                <a:gridCol w="1295400"/>
              </a:tblGrid>
              <a:tr h="370840">
                <a:tc rowSpan="8">
                  <a:txBody>
                    <a:bodyPr/>
                    <a:lstStyle/>
                    <a:p>
                      <a:pPr algn="ctr"/>
                      <a:r>
                        <a:rPr lang="en-US" dirty="0" smtClean="0"/>
                        <a:t>Synchronization</a:t>
                      </a:r>
                      <a:endParaRPr lang="en-US" dirty="0"/>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00"/>
                    </a:solidFill>
                  </a:tcPr>
                </a:tc>
                <a:tc rowSpan="8">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7">
                  <a:txBody>
                    <a:bodyPr/>
                    <a:lstStyle/>
                    <a:p>
                      <a:pPr algn="ctr"/>
                      <a:r>
                        <a:rPr lang="en-US" dirty="0" smtClean="0"/>
                        <a:t>Tools and Application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r>
              <a:tr h="370840">
                <a:tc vMerge="1">
                  <a:txBody>
                    <a:bodyPr/>
                    <a:lstStyle/>
                    <a:p>
                      <a:endParaRPr lang="en-US" dirty="0"/>
                    </a:p>
                  </a:txBody>
                  <a:tcPr/>
                </a:tc>
                <a:tc vMerge="1">
                  <a:txBody>
                    <a:bodyPr/>
                    <a:lstStyle/>
                    <a:p>
                      <a:endParaRPr lang="en-US" dirty="0"/>
                    </a:p>
                  </a:txBody>
                  <a:tcPr/>
                </a:tc>
                <a:tc gridSpan="2">
                  <a:txBody>
                    <a:bodyPr/>
                    <a:lstStyle/>
                    <a:p>
                      <a:pPr algn="ctr"/>
                      <a:r>
                        <a:rPr lang="en-US" dirty="0" smtClean="0"/>
                        <a:t>Documents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lang="en-US"/>
                    </a:p>
                  </a:txBody>
                  <a:tcPr/>
                </a:tc>
                <a:tc gridSpan="3">
                  <a:txBody>
                    <a:bodyPr/>
                    <a:lstStyle/>
                    <a:p>
                      <a:pPr algn="ctr"/>
                      <a:r>
                        <a:rPr lang="en-US" dirty="0" smtClean="0"/>
                        <a:t>Use</a:t>
                      </a:r>
                      <a:r>
                        <a:rPr lang="en-US" baseline="0" dirty="0" smtClean="0"/>
                        <a:t> Interface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lang="en-US"/>
                    </a:p>
                  </a:txBody>
                  <a:tcPr/>
                </a:tc>
                <a:tc hMerge="1">
                  <a:txBody>
                    <a:bodyPr/>
                    <a:lstStyle/>
                    <a:p>
                      <a:endParaRPr lang="en-US"/>
                    </a:p>
                  </a:txBody>
                  <a:tcPr/>
                </a:tc>
                <a:tc gridSpan="2">
                  <a:txBody>
                    <a:bodyPr/>
                    <a:lstStyle/>
                    <a:p>
                      <a:pPr algn="ctr"/>
                      <a:r>
                        <a:rPr lang="en-US" dirty="0" smtClean="0"/>
                        <a:t>Programing</a:t>
                      </a:r>
                      <a:r>
                        <a:rPr lang="en-US" baseline="0" dirty="0" smtClean="0"/>
                        <a:t> Abstractions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lang="en-US"/>
                    </a:p>
                  </a:txBody>
                  <a:tcPr/>
                </a:tc>
              </a:tr>
              <a:tr h="172720">
                <a:tc vMerge="1">
                  <a:txBody>
                    <a:bodyPr/>
                    <a:lstStyle/>
                    <a:p>
                      <a:endParaRPr lang="en-US" dirty="0"/>
                    </a:p>
                  </a:txBody>
                  <a:tcPr/>
                </a:tc>
                <a:tc vMerge="1">
                  <a:txBody>
                    <a:bodyPr/>
                    <a:lstStyle/>
                    <a:p>
                      <a:endParaRPr lang="en-US" dirty="0"/>
                    </a:p>
                  </a:txBody>
                  <a:tcPr/>
                </a:tc>
                <a:tc gridSpan="7">
                  <a:txBody>
                    <a:bodyPr/>
                    <a:lstStyle/>
                    <a:p>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r>
              <a:tr h="370840">
                <a:tc vMerge="1">
                  <a:txBody>
                    <a:bodyPr/>
                    <a:lstStyle/>
                    <a:p>
                      <a:endParaRPr lang="en-US" dirty="0"/>
                    </a:p>
                  </a:txBody>
                  <a:tcPr/>
                </a:tc>
                <a:tc vMerge="1">
                  <a:txBody>
                    <a:bodyPr/>
                    <a:lstStyle/>
                    <a:p>
                      <a:endParaRPr lang="en-US" dirty="0"/>
                    </a:p>
                  </a:txBody>
                  <a:tcPr/>
                </a:tc>
                <a:tc gridSpan="2">
                  <a:txBody>
                    <a:bodyPr/>
                    <a:lstStyle/>
                    <a:p>
                      <a:pPr algn="ctr"/>
                      <a:r>
                        <a:rPr lang="en-US" dirty="0" smtClean="0"/>
                        <a:t>Database Systems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8000"/>
                    </a:solidFill>
                  </a:tcPr>
                </a:tc>
                <a:tc hMerge="1">
                  <a:txBody>
                    <a:bodyPr/>
                    <a:lstStyle/>
                    <a:p>
                      <a:endParaRPr lang="en-US"/>
                    </a:p>
                  </a:txBody>
                  <a:tcPr/>
                </a:tc>
                <a:tc gridSpan="3">
                  <a:txBody>
                    <a:bodyPr/>
                    <a:lstStyle/>
                    <a:p>
                      <a:pPr algn="ctr"/>
                      <a:r>
                        <a:rPr lang="en-US" dirty="0" smtClean="0"/>
                        <a:t>Operating Systems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8000"/>
                    </a:solidFill>
                  </a:tcPr>
                </a:tc>
                <a:tc hMerge="1">
                  <a:txBody>
                    <a:bodyPr/>
                    <a:lstStyle/>
                    <a:p>
                      <a:endParaRPr lang="en-US"/>
                    </a:p>
                  </a:txBody>
                  <a:tcPr/>
                </a:tc>
                <a:tc hMerge="1">
                  <a:txBody>
                    <a:bodyPr/>
                    <a:lstStyle/>
                    <a:p>
                      <a:endParaRPr lang="en-US"/>
                    </a:p>
                  </a:txBody>
                  <a:tcPr/>
                </a:tc>
                <a:tc gridSpan="2">
                  <a:txBody>
                    <a:bodyPr/>
                    <a:lstStyle/>
                    <a:p>
                      <a:pPr algn="ctr"/>
                      <a:r>
                        <a:rPr lang="en-US" dirty="0" smtClean="0"/>
                        <a:t>Communication Systems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8000"/>
                    </a:solidFill>
                  </a:tcPr>
                </a:tc>
                <a:tc hMerge="1">
                  <a:txBody>
                    <a:bodyPr/>
                    <a:lstStyle/>
                    <a:p>
                      <a:endParaRPr lang="en-US"/>
                    </a:p>
                  </a:txBody>
                  <a:tcPr/>
                </a:tc>
              </a:tr>
              <a:tr h="370840">
                <a:tc vMerge="1">
                  <a:txBody>
                    <a:bodyPr/>
                    <a:lstStyle/>
                    <a:p>
                      <a:endParaRPr lang="en-US" dirty="0"/>
                    </a:p>
                  </a:txBody>
                  <a:tcPr/>
                </a:tc>
                <a:tc vMerge="1">
                  <a:txBody>
                    <a:bodyPr/>
                    <a:lstStyle/>
                    <a:p>
                      <a:endParaRPr lang="en-US" dirty="0"/>
                    </a:p>
                  </a:txBody>
                  <a:tcPr/>
                </a:tc>
                <a:tc gridSpan="7">
                  <a:txBody>
                    <a:bodyPr/>
                    <a:lstStyle/>
                    <a:p>
                      <a:pPr algn="ctr"/>
                      <a:r>
                        <a:rPr lang="en-US" dirty="0" smtClean="0"/>
                        <a:t>Computer Technology</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8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0">
                <a:tc vMerge="1">
                  <a:txBody>
                    <a:bodyPr/>
                    <a:lstStyle/>
                    <a:p>
                      <a:endParaRPr lang="en-US" dirty="0"/>
                    </a:p>
                  </a:txBody>
                  <a:tcPr/>
                </a:tc>
                <a:tc vMerge="1">
                  <a:txBody>
                    <a:bodyPr/>
                    <a:lstStyle/>
                    <a:p>
                      <a:endParaRPr lang="en-US" dirty="0"/>
                    </a:p>
                  </a:txBody>
                  <a:tcPr/>
                </a:tc>
                <a:tc gridSpan="7">
                  <a:txBody>
                    <a:bodyPr/>
                    <a:lstStyle/>
                    <a:p>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r>
              <a:tr h="370840">
                <a:tc vMerge="1">
                  <a:txBody>
                    <a:bodyPr/>
                    <a:lstStyle/>
                    <a:p>
                      <a:endParaRPr lang="en-US" dirty="0"/>
                    </a:p>
                  </a:txBody>
                  <a:tcPr/>
                </a:tc>
                <a:tc vMerge="1">
                  <a:txBody>
                    <a:bodyPr/>
                    <a:lstStyle/>
                    <a:p>
                      <a:endParaRPr lang="en-US" dirty="0"/>
                    </a:p>
                  </a:txBody>
                  <a:tcPr/>
                </a:tc>
                <a:tc rowSpan="2">
                  <a:txBody>
                    <a:bodyPr/>
                    <a:lstStyle/>
                    <a:p>
                      <a:pPr algn="ctr"/>
                      <a:r>
                        <a:rPr lang="en-US" dirty="0" smtClean="0"/>
                        <a:t>Storage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50000"/>
                      </a:schemeClr>
                    </a:solidFill>
                  </a:tcPr>
                </a:tc>
                <a:tc gridSpan="5">
                  <a:txBody>
                    <a:bodyPr/>
                    <a:lstStyle/>
                    <a:p>
                      <a:pPr algn="ctr"/>
                      <a:r>
                        <a:rPr lang="en-US" dirty="0" smtClean="0"/>
                        <a:t>Compression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50000"/>
                      </a:schemeClr>
                    </a:solidFill>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dirty="0"/>
                    </a:p>
                  </a:txBody>
                  <a:tcPr/>
                </a:tc>
                <a:tc rowSpan="2">
                  <a:txBody>
                    <a:bodyPr/>
                    <a:lstStyle/>
                    <a:p>
                      <a:pPr algn="ctr"/>
                      <a:r>
                        <a:rPr lang="en-US" dirty="0" smtClean="0"/>
                        <a:t>Network</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50000"/>
                      </a:schemeClr>
                    </a:solidFill>
                  </a:tcPr>
                </a:tc>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gridSpan="2">
                  <a:txBody>
                    <a:bodyPr/>
                    <a:lstStyle/>
                    <a:p>
                      <a:pPr algn="ctr"/>
                      <a:r>
                        <a:rPr lang="en-US" dirty="0" smtClean="0"/>
                        <a:t>Sound</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50000"/>
                      </a:schemeClr>
                    </a:solidFill>
                  </a:tcPr>
                </a:tc>
                <a:tc hMerge="1">
                  <a:txBody>
                    <a:bodyPr/>
                    <a:lstStyle/>
                    <a:p>
                      <a:endParaRPr lang="en-US"/>
                    </a:p>
                  </a:txBody>
                  <a:tcPr/>
                </a:tc>
                <a:tc>
                  <a:txBody>
                    <a:bodyPr/>
                    <a:lstStyle/>
                    <a:p>
                      <a:pPr algn="ctr"/>
                      <a:r>
                        <a:rPr lang="en-US" dirty="0" smtClean="0"/>
                        <a:t>Image Graphics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50000"/>
                      </a:schemeClr>
                    </a:solidFill>
                  </a:tcPr>
                </a:tc>
                <a:tc gridSpan="2">
                  <a:txBody>
                    <a:bodyPr/>
                    <a:lstStyle/>
                    <a:p>
                      <a:pPr algn="ctr"/>
                      <a:r>
                        <a:rPr lang="en-US" dirty="0" smtClean="0"/>
                        <a:t>Video Animation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50000"/>
                      </a:schemeClr>
                    </a:solidFill>
                  </a:tcPr>
                </a:tc>
                <a:tc hMerge="1">
                  <a:txBody>
                    <a:bodyPr/>
                    <a:lstStyle/>
                    <a:p>
                      <a:endParaRPr lang="en-US" dirty="0"/>
                    </a:p>
                  </a:txBody>
                  <a:tcPr/>
                </a:tc>
                <a:tc vMerge="1">
                  <a:txBody>
                    <a:bodyPr/>
                    <a:lstStyle/>
                    <a:p>
                      <a:endParaRPr lang="en-US"/>
                    </a:p>
                  </a:txBody>
                  <a:tcPr/>
                </a:tc>
              </a:tr>
            </a:tbl>
          </a:graphicData>
        </a:graphic>
      </p:graphicFrame>
      <p:sp>
        <p:nvSpPr>
          <p:cNvPr id="5" name="TextBox 4"/>
          <p:cNvSpPr txBox="1"/>
          <p:nvPr/>
        </p:nvSpPr>
        <p:spPr>
          <a:xfrm>
            <a:off x="7467600" y="2127325"/>
            <a:ext cx="1331957" cy="535531"/>
          </a:xfrm>
          <a:prstGeom prst="rect">
            <a:avLst/>
          </a:prstGeom>
          <a:noFill/>
        </p:spPr>
        <p:txBody>
          <a:bodyPr wrap="square" rtlCol="0">
            <a:spAutoFit/>
          </a:bodyPr>
          <a:lstStyle/>
          <a:p>
            <a:pPr algn="ctr">
              <a:lnSpc>
                <a:spcPct val="90000"/>
              </a:lnSpc>
            </a:pPr>
            <a:r>
              <a:rPr lang="en-US" sz="1600" b="1" dirty="0" smtClean="0"/>
              <a:t>Application Domain</a:t>
            </a:r>
            <a:endParaRPr lang="en-US" sz="1600" b="1" dirty="0"/>
          </a:p>
        </p:txBody>
      </p:sp>
      <p:sp>
        <p:nvSpPr>
          <p:cNvPr id="6" name="TextBox 5"/>
          <p:cNvSpPr txBox="1"/>
          <p:nvPr/>
        </p:nvSpPr>
        <p:spPr>
          <a:xfrm>
            <a:off x="7543800" y="3105150"/>
            <a:ext cx="1255756" cy="535531"/>
          </a:xfrm>
          <a:prstGeom prst="rect">
            <a:avLst/>
          </a:prstGeom>
          <a:noFill/>
        </p:spPr>
        <p:txBody>
          <a:bodyPr wrap="square" rtlCol="0">
            <a:spAutoFit/>
          </a:bodyPr>
          <a:lstStyle/>
          <a:p>
            <a:pPr algn="ctr">
              <a:lnSpc>
                <a:spcPct val="90000"/>
              </a:lnSpc>
            </a:pPr>
            <a:r>
              <a:rPr lang="en-US" sz="1600" b="1" dirty="0" smtClean="0"/>
              <a:t>System Domain</a:t>
            </a:r>
            <a:endParaRPr lang="en-US" sz="1600" b="1" dirty="0"/>
          </a:p>
        </p:txBody>
      </p:sp>
      <p:sp>
        <p:nvSpPr>
          <p:cNvPr id="7" name="TextBox 6"/>
          <p:cNvSpPr txBox="1"/>
          <p:nvPr/>
        </p:nvSpPr>
        <p:spPr>
          <a:xfrm>
            <a:off x="7543800" y="4248150"/>
            <a:ext cx="1255756" cy="535531"/>
          </a:xfrm>
          <a:prstGeom prst="rect">
            <a:avLst/>
          </a:prstGeom>
          <a:noFill/>
        </p:spPr>
        <p:txBody>
          <a:bodyPr wrap="square" rtlCol="0">
            <a:spAutoFit/>
          </a:bodyPr>
          <a:lstStyle/>
          <a:p>
            <a:pPr algn="ctr">
              <a:lnSpc>
                <a:spcPct val="90000"/>
              </a:lnSpc>
            </a:pPr>
            <a:r>
              <a:rPr lang="en-US" sz="1600" b="1" dirty="0" smtClean="0"/>
              <a:t>Device Domain</a:t>
            </a:r>
            <a:endParaRPr lang="en-US" sz="1600" b="1" dirty="0"/>
          </a:p>
        </p:txBody>
      </p:sp>
      <p:cxnSp>
        <p:nvCxnSpPr>
          <p:cNvPr id="9" name="Straight Arrow Connector 8"/>
          <p:cNvCxnSpPr>
            <a:stCxn id="5" idx="1"/>
          </p:cNvCxnSpPr>
          <p:nvPr/>
        </p:nvCxnSpPr>
        <p:spPr>
          <a:xfrm flipH="1" flipV="1">
            <a:off x="7086600" y="2395090"/>
            <a:ext cx="381000" cy="1"/>
          </a:xfrm>
          <a:prstGeom prst="straightConnector1">
            <a:avLst/>
          </a:prstGeom>
          <a:ln w="25400">
            <a:miter lim="8000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1"/>
          </p:cNvCxnSpPr>
          <p:nvPr/>
        </p:nvCxnSpPr>
        <p:spPr>
          <a:xfrm flipH="1">
            <a:off x="7086602" y="3372916"/>
            <a:ext cx="457198" cy="0"/>
          </a:xfrm>
          <a:prstGeom prst="straightConnector1">
            <a:avLst/>
          </a:prstGeom>
          <a:ln w="25400">
            <a:miter lim="800000"/>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7" idx="1"/>
          </p:cNvCxnSpPr>
          <p:nvPr/>
        </p:nvCxnSpPr>
        <p:spPr>
          <a:xfrm flipH="1">
            <a:off x="7086604" y="4515916"/>
            <a:ext cx="457196" cy="0"/>
          </a:xfrm>
          <a:prstGeom prst="straightConnector1">
            <a:avLst/>
          </a:prstGeom>
          <a:ln w="25400">
            <a:miter lim="800000"/>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143000" y="1315718"/>
            <a:ext cx="6858000" cy="341632"/>
          </a:xfrm>
          <a:prstGeom prst="rect">
            <a:avLst/>
          </a:prstGeom>
          <a:noFill/>
        </p:spPr>
        <p:txBody>
          <a:bodyPr wrap="square" rtlCol="0">
            <a:spAutoFit/>
          </a:bodyPr>
          <a:lstStyle/>
          <a:p>
            <a:pPr algn="ctr">
              <a:lnSpc>
                <a:spcPct val="90000"/>
              </a:lnSpc>
            </a:pPr>
            <a:r>
              <a:rPr lang="en-US" b="1" i="1" dirty="0" smtClean="0">
                <a:solidFill>
                  <a:schemeClr val="accent2">
                    <a:lumMod val="60000"/>
                    <a:lumOff val="40000"/>
                  </a:schemeClr>
                </a:solidFill>
              </a:rPr>
              <a:t>A system capable of processing multimedia data and applications</a:t>
            </a:r>
            <a:endParaRPr lang="en-US" b="1" i="1" dirty="0">
              <a:solidFill>
                <a:schemeClr val="accent2">
                  <a:lumMod val="60000"/>
                  <a:lumOff val="40000"/>
                </a:schemeClr>
              </a:solidFill>
            </a:endParaRPr>
          </a:p>
        </p:txBody>
      </p:sp>
    </p:spTree>
    <p:extLst>
      <p:ext uri="{BB962C8B-B14F-4D97-AF65-F5344CB8AC3E}">
        <p14:creationId xmlns:p14="http://schemas.microsoft.com/office/powerpoint/2010/main" val="2922662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2" name="Picture 14" descr="Dolby Digital patent expires: what may change - Son-Vidéo.com: blo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93978" y="2633996"/>
            <a:ext cx="1803400" cy="13525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Application of Multimedia</a:t>
            </a:r>
            <a:endParaRPr lang="en-US" dirty="0"/>
          </a:p>
        </p:txBody>
      </p:sp>
      <p:sp>
        <p:nvSpPr>
          <p:cNvPr id="3" name="Content Placeholder 2"/>
          <p:cNvSpPr>
            <a:spLocks noGrp="1"/>
          </p:cNvSpPr>
          <p:nvPr>
            <p:ph idx="1"/>
          </p:nvPr>
        </p:nvSpPr>
        <p:spPr/>
        <p:txBody>
          <a:bodyPr>
            <a:normAutofit/>
          </a:bodyPr>
          <a:lstStyle/>
          <a:p>
            <a:r>
              <a:rPr lang="en-US" dirty="0" smtClean="0"/>
              <a:t>Home entertainment</a:t>
            </a:r>
          </a:p>
          <a:p>
            <a:pPr lvl="1"/>
            <a:r>
              <a:rPr lang="en-US" dirty="0" smtClean="0"/>
              <a:t>Computer games</a:t>
            </a:r>
          </a:p>
          <a:p>
            <a:pPr lvl="1"/>
            <a:r>
              <a:rPr lang="en-US" dirty="0" smtClean="0"/>
              <a:t>Interactive encyclopedia</a:t>
            </a:r>
          </a:p>
          <a:p>
            <a:pPr lvl="1"/>
            <a:r>
              <a:rPr lang="en-US" dirty="0" smtClean="0"/>
              <a:t>Story telling</a:t>
            </a:r>
          </a:p>
          <a:p>
            <a:pPr lvl="1"/>
            <a:r>
              <a:rPr lang="en-US" dirty="0" smtClean="0"/>
              <a:t>Cartoons</a:t>
            </a:r>
          </a:p>
          <a:p>
            <a:pPr lvl="1"/>
            <a:r>
              <a:rPr lang="en-US" dirty="0" smtClean="0"/>
              <a:t>Interactive television/ Cinema</a:t>
            </a:r>
          </a:p>
          <a:p>
            <a:pPr lvl="1"/>
            <a:r>
              <a:rPr lang="en-US" dirty="0" smtClean="0"/>
              <a:t>Video-on demand</a:t>
            </a:r>
          </a:p>
          <a:p>
            <a:r>
              <a:rPr lang="en-US" dirty="0" smtClean="0"/>
              <a:t>Educational purpose</a:t>
            </a:r>
          </a:p>
          <a:p>
            <a:pPr lvl="1"/>
            <a:r>
              <a:rPr lang="en-US" dirty="0" smtClean="0"/>
              <a:t>Learning packages</a:t>
            </a:r>
          </a:p>
          <a:p>
            <a:pPr lvl="1"/>
            <a:r>
              <a:rPr lang="en-US" dirty="0" smtClean="0"/>
              <a:t>Lab simulation</a:t>
            </a:r>
          </a:p>
        </p:txBody>
      </p:sp>
      <p:pic>
        <p:nvPicPr>
          <p:cNvPr id="2050" name="Picture 2" descr="Need for Speed II: SE Free Download | GameTrex"/>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687" r="12572"/>
          <a:stretch/>
        </p:blipFill>
        <p:spPr bwMode="auto">
          <a:xfrm>
            <a:off x="6296084" y="76675"/>
            <a:ext cx="2366075" cy="178071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Scooby Doo Games, Videos &amp; Downloads Online! - Cartoon Netwo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02747" y="1555925"/>
            <a:ext cx="2952750" cy="144756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oft Encarta - NollyTech.co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1200150"/>
            <a:ext cx="2050821" cy="126531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inhala Movies, Sri Lankan Teledramas | Gluuoo-Powered by Derana"/>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4439" y="2343150"/>
            <a:ext cx="1320685" cy="1320686"/>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Radiation Lab 1.0 Download (Free) - RadiationLab.ex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3631" y="3562350"/>
            <a:ext cx="2375634" cy="1588281"/>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digital electronics lab simulation software free downloa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88225" y="3676456"/>
            <a:ext cx="2102143" cy="1479664"/>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34" descr="Zoom Logo | Symbol, History, PNG (3840*216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87" name="Picture 39" descr="Udemy Logo - PNG and Vector - Logo Download"/>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295280" y="4324350"/>
            <a:ext cx="2488351" cy="70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7045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Multimedia</a:t>
            </a:r>
          </a:p>
        </p:txBody>
      </p:sp>
      <p:sp>
        <p:nvSpPr>
          <p:cNvPr id="3" name="Content Placeholder 2"/>
          <p:cNvSpPr>
            <a:spLocks noGrp="1"/>
          </p:cNvSpPr>
          <p:nvPr>
            <p:ph idx="1"/>
          </p:nvPr>
        </p:nvSpPr>
        <p:spPr/>
        <p:txBody>
          <a:bodyPr/>
          <a:lstStyle/>
          <a:p>
            <a:r>
              <a:rPr lang="en-US" dirty="0" smtClean="0"/>
              <a:t>Home shopping</a:t>
            </a:r>
          </a:p>
          <a:p>
            <a:r>
              <a:rPr lang="en-US" dirty="0" smtClean="0"/>
              <a:t>Industrial training</a:t>
            </a:r>
          </a:p>
          <a:p>
            <a:pPr lvl="1"/>
            <a:r>
              <a:rPr lang="en-US" dirty="0" smtClean="0"/>
              <a:t>Computer Based Training (CBT) Packages</a:t>
            </a:r>
          </a:p>
          <a:p>
            <a:r>
              <a:rPr lang="en-US" dirty="0" smtClean="0"/>
              <a:t>Business/ E-Commerce</a:t>
            </a:r>
          </a:p>
          <a:p>
            <a:pPr lvl="1"/>
            <a:r>
              <a:rPr lang="en-US" dirty="0" smtClean="0"/>
              <a:t>Marketing, Advertising</a:t>
            </a:r>
          </a:p>
          <a:p>
            <a:pPr lvl="1"/>
            <a:r>
              <a:rPr lang="en-US" dirty="0" smtClean="0"/>
              <a:t>Product demonstrations, Presentations</a:t>
            </a:r>
          </a:p>
          <a:p>
            <a:r>
              <a:rPr lang="en-US" dirty="0" smtClean="0"/>
              <a:t>Video conferencing</a:t>
            </a:r>
          </a:p>
          <a:p>
            <a:r>
              <a:rPr lang="en-US" dirty="0" smtClean="0"/>
              <a:t>Kiosk</a:t>
            </a:r>
            <a:endParaRPr lang="en-US" dirty="0"/>
          </a:p>
        </p:txBody>
      </p:sp>
      <p:pic>
        <p:nvPicPr>
          <p:cNvPr id="4098" name="Picture 2" descr="Premium Vector | Stay home and shopping online with delivery man.  coronavirus outbrea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133350"/>
            <a:ext cx="3067050" cy="1856889"/>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1554" r="41887" b="3069"/>
          <a:stretch/>
        </p:blipFill>
        <p:spPr bwMode="auto">
          <a:xfrm>
            <a:off x="5007102" y="1990238"/>
            <a:ext cx="4111067" cy="1988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7" descr="Zoom Logo PNG High-Quality Image | PNG Art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19600" y="3477688"/>
            <a:ext cx="1656640" cy="1470268"/>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Google Meet Icon Logo transparent PNG - Stick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77000" y="3202676"/>
            <a:ext cx="2305050" cy="1899361"/>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1" descr="Self-service Kiosks - Self Service Kiosk Clipart (#5325250) - Pik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24" name="Picture 28" descr="Implementation of self-service kiosks into the Four Paws pet products chain"/>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2598" t="6361" r="27597" b="1916"/>
          <a:stretch/>
        </p:blipFill>
        <p:spPr bwMode="auto">
          <a:xfrm>
            <a:off x="0" y="1885950"/>
            <a:ext cx="1395663" cy="3216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945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Multimedia Hardware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72244970"/>
              </p:ext>
            </p:extLst>
          </p:nvPr>
        </p:nvGraphicFramePr>
        <p:xfrm>
          <a:off x="2438402" y="1200150"/>
          <a:ext cx="4267198" cy="38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122" name="Picture 2" descr="KS2 Computing - COMPUTING THEORY - 2. Inputs &amp; Outputs - The Schools of  King Edward VI in Birmingha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3153905"/>
            <a:ext cx="2205385" cy="198959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KS2 Computing - COMPUTING THEORY - 2. Inputs &amp; Outputs - The Schools of  King Edward VI in Birmingha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9400" y="3569377"/>
            <a:ext cx="2638425" cy="1579612"/>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Download Usb flash Drive Ceuzer PNG Image for Free"/>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315200" y="1041984"/>
            <a:ext cx="1609725" cy="1609725"/>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LITE-ON DVD-Writer SATA 5.25-Inch Optical Drive | AVADirect"/>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239000" y="2215364"/>
            <a:ext cx="1862937" cy="1862937"/>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descr="Stack Compact Disc transparent PNG - Stick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04800" y="1360675"/>
            <a:ext cx="1415984" cy="972341"/>
          </a:xfrm>
          <a:prstGeom prst="rect">
            <a:avLst/>
          </a:prstGeom>
          <a:noFill/>
          <a:extLst>
            <a:ext uri="{909E8E84-426E-40DD-AFC4-6F175D3DCCD1}">
              <a14:hiddenFill xmlns:a14="http://schemas.microsoft.com/office/drawing/2010/main">
                <a:solidFill>
                  <a:srgbClr val="FFFFFF"/>
                </a:solidFill>
              </a14:hiddenFill>
            </a:ext>
          </a:extLst>
        </p:spPr>
      </p:pic>
      <p:pic>
        <p:nvPicPr>
          <p:cNvPr id="5138" name="Picture 18" descr="DSL-AX82U｜Modem Routers｜ASUS Global"/>
          <p:cNvPicPr>
            <a:picLocks noChangeAspect="1" noChangeArrowheads="1"/>
          </p:cNvPicPr>
          <p:nvPr/>
        </p:nvPicPr>
        <p:blipFill>
          <a:blip r:embed="rId12" cstate="print">
            <a:lum bright="70000" contrast="-70000"/>
            <a:extLst>
              <a:ext uri="{28A0092B-C50C-407E-A947-70E740481C1C}">
                <a14:useLocalDpi xmlns:a14="http://schemas.microsoft.com/office/drawing/2010/main" val="0"/>
              </a:ext>
            </a:extLst>
          </a:blip>
          <a:srcRect/>
          <a:stretch>
            <a:fillRect/>
          </a:stretch>
        </p:blipFill>
        <p:spPr bwMode="auto">
          <a:xfrm flipH="1">
            <a:off x="6781800" y="-95250"/>
            <a:ext cx="1680020" cy="1680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570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Multimedia Software </a:t>
            </a:r>
            <a:r>
              <a:rPr lang="en-US" dirty="0" smtClean="0"/>
              <a:t>Tools</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smtClean="0"/>
              <a:t>Music </a:t>
            </a:r>
            <a:r>
              <a:rPr lang="en-US" dirty="0"/>
              <a:t>sequencing and </a:t>
            </a:r>
            <a:r>
              <a:rPr lang="en-US" dirty="0" smtClean="0"/>
              <a:t>notation (</a:t>
            </a:r>
            <a:r>
              <a:rPr lang="en-US" dirty="0"/>
              <a:t>Ex: </a:t>
            </a:r>
            <a:r>
              <a:rPr lang="en-US" b="1" dirty="0"/>
              <a:t>Cakewalk Pro Audio, Finale, Sibelius</a:t>
            </a:r>
            <a:r>
              <a:rPr lang="en-US" dirty="0"/>
              <a:t>)</a:t>
            </a:r>
          </a:p>
          <a:p>
            <a:pPr algn="just"/>
            <a:r>
              <a:rPr lang="en-US" dirty="0" smtClean="0"/>
              <a:t>Digital audio </a:t>
            </a:r>
            <a:r>
              <a:rPr lang="en-US" dirty="0"/>
              <a:t>(Ex</a:t>
            </a:r>
            <a:r>
              <a:rPr lang="en-US" dirty="0" smtClean="0"/>
              <a:t>: </a:t>
            </a:r>
            <a:r>
              <a:rPr lang="en-US" b="1" dirty="0"/>
              <a:t>Adobe Audition, Sound Forge, Pro </a:t>
            </a:r>
            <a:r>
              <a:rPr lang="en-US" b="1" dirty="0" smtClean="0"/>
              <a:t>Tools, </a:t>
            </a:r>
            <a:r>
              <a:rPr lang="en-US" b="1" dirty="0" err="1" smtClean="0"/>
              <a:t>Qbase</a:t>
            </a:r>
            <a:r>
              <a:rPr lang="en-US" dirty="0" smtClean="0"/>
              <a:t>)</a:t>
            </a:r>
            <a:endParaRPr lang="en-US" dirty="0"/>
          </a:p>
          <a:p>
            <a:pPr algn="just"/>
            <a:r>
              <a:rPr lang="en-US" dirty="0" smtClean="0"/>
              <a:t>Graphics and image </a:t>
            </a:r>
            <a:r>
              <a:rPr lang="en-US" dirty="0"/>
              <a:t>editing  (Ex: </a:t>
            </a:r>
            <a:r>
              <a:rPr lang="en-US" b="1" dirty="0"/>
              <a:t>Adobe </a:t>
            </a:r>
            <a:r>
              <a:rPr lang="en-US" b="1" dirty="0" smtClean="0"/>
              <a:t>Illustrator, Adobe Photoshop, MS Paint</a:t>
            </a:r>
            <a:r>
              <a:rPr lang="en-US" b="1" dirty="0"/>
              <a:t>, </a:t>
            </a:r>
            <a:r>
              <a:rPr lang="en-US" b="1" dirty="0" err="1"/>
              <a:t>CorelDRAW</a:t>
            </a:r>
            <a:r>
              <a:rPr lang="en-US" dirty="0"/>
              <a:t>)</a:t>
            </a:r>
            <a:endParaRPr lang="en-US" dirty="0" smtClean="0"/>
          </a:p>
          <a:p>
            <a:pPr algn="just"/>
            <a:r>
              <a:rPr lang="en-US" dirty="0"/>
              <a:t>Video editing (Ex: </a:t>
            </a:r>
            <a:r>
              <a:rPr lang="en-US" b="1" dirty="0"/>
              <a:t>Adobe Premiere, </a:t>
            </a:r>
            <a:r>
              <a:rPr lang="en-US" b="1" dirty="0" err="1"/>
              <a:t>CyberLink</a:t>
            </a:r>
            <a:r>
              <a:rPr lang="en-US" b="1" dirty="0"/>
              <a:t> </a:t>
            </a:r>
            <a:r>
              <a:rPr lang="en-US" b="1" dirty="0" err="1" smtClean="0"/>
              <a:t>PowerDirector</a:t>
            </a:r>
            <a:r>
              <a:rPr lang="en-US" b="1" dirty="0"/>
              <a:t>, Final Cut Pro, Adobe After Effects</a:t>
            </a:r>
            <a:r>
              <a:rPr lang="en-US" dirty="0"/>
              <a:t>)</a:t>
            </a:r>
          </a:p>
          <a:p>
            <a:pPr algn="just"/>
            <a:r>
              <a:rPr lang="en-US" dirty="0"/>
              <a:t>Animation (Ex: </a:t>
            </a:r>
            <a:r>
              <a:rPr lang="en-US" b="1" dirty="0"/>
              <a:t>Multimedia APIs-Java3D, DirectX, OpenGL; Animation Software-Autodesk 3ds Max. Autodesk Softimage, Autodesk Maya</a:t>
            </a:r>
            <a:r>
              <a:rPr lang="en-US" dirty="0"/>
              <a:t>)</a:t>
            </a:r>
          </a:p>
          <a:p>
            <a:pPr algn="just"/>
            <a:r>
              <a:rPr lang="en-US" dirty="0"/>
              <a:t>Multimedia authoring (Ex: </a:t>
            </a:r>
            <a:r>
              <a:rPr lang="en-US" b="1" dirty="0"/>
              <a:t>Adobe Flash, Adobe Director, Dreamweaver</a:t>
            </a:r>
            <a:r>
              <a:rPr lang="en-US" dirty="0"/>
              <a:t>)</a:t>
            </a:r>
            <a:endParaRPr lang="en-US" dirty="0" smtClean="0"/>
          </a:p>
          <a:p>
            <a:pPr algn="just"/>
            <a:r>
              <a:rPr lang="en-US" dirty="0"/>
              <a:t>Text designing (Ex: </a:t>
            </a:r>
            <a:r>
              <a:rPr lang="en-US" b="1" dirty="0" err="1" smtClean="0"/>
              <a:t>FontLab</a:t>
            </a:r>
            <a:r>
              <a:rPr lang="en-US" b="1" dirty="0"/>
              <a:t>, </a:t>
            </a:r>
            <a:r>
              <a:rPr lang="en-US" b="1" dirty="0" err="1" smtClean="0"/>
              <a:t>FontCreator</a:t>
            </a:r>
            <a:r>
              <a:rPr lang="en-US" b="1" dirty="0"/>
              <a:t>, </a:t>
            </a:r>
            <a:r>
              <a:rPr lang="en-US" b="1" dirty="0" err="1"/>
              <a:t>CorelDRAW</a:t>
            </a:r>
            <a:r>
              <a:rPr lang="en-US" dirty="0"/>
              <a:t>)</a:t>
            </a:r>
          </a:p>
        </p:txBody>
      </p:sp>
      <p:pic>
        <p:nvPicPr>
          <p:cNvPr id="4" name="Picture 4" descr="F:\Rajarata University\Subjects\Applied\ICT 2210 - Multimedia Technologies\PPT Materials\asda.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8920" b="10233"/>
          <a:stretch/>
        </p:blipFill>
        <p:spPr bwMode="auto">
          <a:xfrm>
            <a:off x="7188272" y="3562350"/>
            <a:ext cx="1955727" cy="1581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1890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Multimedia Project Life cycle</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2593748"/>
              </p:ext>
            </p:extLst>
          </p:nvPr>
        </p:nvGraphicFramePr>
        <p:xfrm>
          <a:off x="304802" y="1200150"/>
          <a:ext cx="8534398" cy="3943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63836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Multimedia Team</a:t>
            </a:r>
            <a:endParaRPr lang="en-US" dirty="0"/>
          </a:p>
        </p:txBody>
      </p:sp>
      <p:sp>
        <p:nvSpPr>
          <p:cNvPr id="3" name="Content Placeholder 2"/>
          <p:cNvSpPr>
            <a:spLocks noGrp="1"/>
          </p:cNvSpPr>
          <p:nvPr>
            <p:ph idx="1"/>
          </p:nvPr>
        </p:nvSpPr>
        <p:spPr/>
        <p:txBody>
          <a:bodyPr>
            <a:normAutofit lnSpcReduction="10000"/>
          </a:bodyPr>
          <a:lstStyle/>
          <a:p>
            <a:r>
              <a:rPr lang="en-US" dirty="0"/>
              <a:t>Project Manager</a:t>
            </a:r>
          </a:p>
          <a:p>
            <a:r>
              <a:rPr lang="en-US" dirty="0" smtClean="0"/>
              <a:t>Multimedia </a:t>
            </a:r>
            <a:r>
              <a:rPr lang="en-US" dirty="0"/>
              <a:t>Designer</a:t>
            </a:r>
          </a:p>
          <a:p>
            <a:r>
              <a:rPr lang="en-US" dirty="0" smtClean="0"/>
              <a:t>Interface </a:t>
            </a:r>
            <a:r>
              <a:rPr lang="en-US" dirty="0"/>
              <a:t>Designer</a:t>
            </a:r>
          </a:p>
          <a:p>
            <a:r>
              <a:rPr lang="en-US" dirty="0" smtClean="0"/>
              <a:t>Multimedia Programmer</a:t>
            </a:r>
            <a:endParaRPr lang="en-US" dirty="0"/>
          </a:p>
          <a:p>
            <a:r>
              <a:rPr lang="en-US" dirty="0" smtClean="0"/>
              <a:t>Multimedia Content Writer</a:t>
            </a:r>
            <a:endParaRPr lang="en-US" dirty="0"/>
          </a:p>
          <a:p>
            <a:r>
              <a:rPr lang="en-US" dirty="0" smtClean="0"/>
              <a:t>Video </a:t>
            </a:r>
            <a:r>
              <a:rPr lang="en-US" dirty="0"/>
              <a:t>Specialist</a:t>
            </a:r>
          </a:p>
          <a:p>
            <a:r>
              <a:rPr lang="en-US" dirty="0" smtClean="0"/>
              <a:t>Audio </a:t>
            </a:r>
            <a:r>
              <a:rPr lang="en-US" dirty="0"/>
              <a:t>Specialist</a:t>
            </a:r>
          </a:p>
          <a:p>
            <a:r>
              <a:rPr lang="en-US" dirty="0" smtClean="0"/>
              <a:t>Producer</a:t>
            </a:r>
            <a:endParaRPr lang="en-US" dirty="0"/>
          </a:p>
        </p:txBody>
      </p:sp>
    </p:spTree>
    <p:extLst>
      <p:ext uri="{BB962C8B-B14F-4D97-AF65-F5344CB8AC3E}">
        <p14:creationId xmlns:p14="http://schemas.microsoft.com/office/powerpoint/2010/main" val="2173306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Multimedia Team</a:t>
            </a:r>
            <a:r>
              <a:rPr lang="en-US" dirty="0" smtClean="0"/>
              <a:t>: Project Manager</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dirty="0" smtClean="0"/>
              <a:t>Responsible </a:t>
            </a:r>
            <a:r>
              <a:rPr lang="en-US" dirty="0"/>
              <a:t>for:</a:t>
            </a:r>
          </a:p>
          <a:p>
            <a:pPr lvl="1" algn="just">
              <a:lnSpc>
                <a:spcPct val="150000"/>
              </a:lnSpc>
            </a:pPr>
            <a:r>
              <a:rPr lang="en-US" dirty="0" smtClean="0"/>
              <a:t>The </a:t>
            </a:r>
            <a:r>
              <a:rPr lang="en-US" dirty="0"/>
              <a:t>overall development, implementation and day to </a:t>
            </a:r>
            <a:r>
              <a:rPr lang="en-US" dirty="0" smtClean="0"/>
              <a:t>day operation </a:t>
            </a:r>
            <a:r>
              <a:rPr lang="en-US" dirty="0"/>
              <a:t>of the project.</a:t>
            </a:r>
          </a:p>
          <a:p>
            <a:pPr lvl="1" algn="just">
              <a:lnSpc>
                <a:spcPct val="150000"/>
              </a:lnSpc>
            </a:pPr>
            <a:r>
              <a:rPr lang="en-US" dirty="0" smtClean="0"/>
              <a:t>The </a:t>
            </a:r>
            <a:r>
              <a:rPr lang="en-US" dirty="0"/>
              <a:t>design and management of a project.</a:t>
            </a:r>
          </a:p>
          <a:p>
            <a:pPr lvl="1" algn="just">
              <a:lnSpc>
                <a:spcPct val="150000"/>
              </a:lnSpc>
            </a:pPr>
            <a:r>
              <a:rPr lang="en-US" dirty="0" smtClean="0"/>
              <a:t>Understanding </a:t>
            </a:r>
            <a:r>
              <a:rPr lang="en-US" dirty="0"/>
              <a:t>the strengths and limitations of hardware </a:t>
            </a:r>
            <a:r>
              <a:rPr lang="en-US" dirty="0" smtClean="0"/>
              <a:t>and software</a:t>
            </a:r>
            <a:r>
              <a:rPr lang="en-US" dirty="0"/>
              <a:t>.</a:t>
            </a:r>
          </a:p>
          <a:p>
            <a:pPr lvl="1" algn="just">
              <a:lnSpc>
                <a:spcPct val="150000"/>
              </a:lnSpc>
            </a:pPr>
            <a:r>
              <a:rPr lang="en-US" dirty="0" smtClean="0"/>
              <a:t>Ensuring </a:t>
            </a:r>
            <a:r>
              <a:rPr lang="en-US" dirty="0"/>
              <a:t>people skill and organizational skills.</a:t>
            </a:r>
          </a:p>
          <a:p>
            <a:pPr lvl="1" algn="just">
              <a:lnSpc>
                <a:spcPct val="150000"/>
              </a:lnSpc>
            </a:pPr>
            <a:r>
              <a:rPr lang="en-US" dirty="0" smtClean="0"/>
              <a:t>Conveying </a:t>
            </a:r>
            <a:r>
              <a:rPr lang="en-US" dirty="0"/>
              <a:t>information between the team and the client.</a:t>
            </a:r>
          </a:p>
        </p:txBody>
      </p:sp>
    </p:spTree>
    <p:extLst>
      <p:ext uri="{BB962C8B-B14F-4D97-AF65-F5344CB8AC3E}">
        <p14:creationId xmlns:p14="http://schemas.microsoft.com/office/powerpoint/2010/main" val="1088830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Multimedia Team: Multimedia Designer</a:t>
            </a:r>
          </a:p>
        </p:txBody>
      </p:sp>
      <p:sp>
        <p:nvSpPr>
          <p:cNvPr id="3" name="Content Placeholder 2"/>
          <p:cNvSpPr>
            <a:spLocks noGrp="1"/>
          </p:cNvSpPr>
          <p:nvPr>
            <p:ph idx="1"/>
          </p:nvPr>
        </p:nvSpPr>
        <p:spPr/>
        <p:txBody>
          <a:bodyPr>
            <a:normAutofit/>
          </a:bodyPr>
          <a:lstStyle/>
          <a:p>
            <a:pPr algn="just">
              <a:lnSpc>
                <a:spcPct val="150000"/>
              </a:lnSpc>
            </a:pPr>
            <a:r>
              <a:rPr lang="en-US" dirty="0"/>
              <a:t>This team consists of:</a:t>
            </a:r>
          </a:p>
          <a:p>
            <a:pPr lvl="1" algn="just">
              <a:lnSpc>
                <a:spcPct val="150000"/>
              </a:lnSpc>
            </a:pPr>
            <a:r>
              <a:rPr lang="en-US" b="1" dirty="0" smtClean="0"/>
              <a:t>Graphics </a:t>
            </a:r>
            <a:r>
              <a:rPr lang="en-US" b="1" dirty="0"/>
              <a:t>designers</a:t>
            </a:r>
            <a:r>
              <a:rPr lang="en-US" dirty="0"/>
              <a:t>, </a:t>
            </a:r>
            <a:r>
              <a:rPr lang="en-US" b="1" dirty="0"/>
              <a:t>illustrators</a:t>
            </a:r>
            <a:r>
              <a:rPr lang="en-US" dirty="0"/>
              <a:t>, </a:t>
            </a:r>
            <a:r>
              <a:rPr lang="en-US" b="1" dirty="0"/>
              <a:t>animators</a:t>
            </a:r>
            <a:r>
              <a:rPr lang="en-US" dirty="0"/>
              <a:t> and </a:t>
            </a:r>
            <a:r>
              <a:rPr lang="en-US" b="1" dirty="0" smtClean="0"/>
              <a:t>image processing </a:t>
            </a:r>
            <a:r>
              <a:rPr lang="en-US" b="1" dirty="0"/>
              <a:t>specialists</a:t>
            </a:r>
            <a:r>
              <a:rPr lang="en-US" dirty="0"/>
              <a:t> who deal with visuals, </a:t>
            </a:r>
            <a:r>
              <a:rPr lang="en-US" dirty="0" smtClean="0"/>
              <a:t>thereby making </a:t>
            </a:r>
            <a:r>
              <a:rPr lang="en-US" dirty="0"/>
              <a:t>the project appealing and aesthetic.</a:t>
            </a:r>
          </a:p>
          <a:p>
            <a:pPr lvl="1" algn="just">
              <a:lnSpc>
                <a:spcPct val="150000"/>
              </a:lnSpc>
            </a:pPr>
            <a:r>
              <a:rPr lang="en-US" b="1" dirty="0" smtClean="0"/>
              <a:t>Instructional </a:t>
            </a:r>
            <a:r>
              <a:rPr lang="en-US" b="1" dirty="0"/>
              <a:t>designers</a:t>
            </a:r>
            <a:r>
              <a:rPr lang="en-US" dirty="0"/>
              <a:t>, who make sure that the </a:t>
            </a:r>
            <a:r>
              <a:rPr lang="en-US" dirty="0" smtClean="0"/>
              <a:t>subject matter </a:t>
            </a:r>
            <a:r>
              <a:rPr lang="en-US" dirty="0"/>
              <a:t>is presented clearly for the target audience.</a:t>
            </a:r>
          </a:p>
          <a:p>
            <a:pPr lvl="1" algn="just">
              <a:lnSpc>
                <a:spcPct val="150000"/>
              </a:lnSpc>
            </a:pPr>
            <a:r>
              <a:rPr lang="en-US" b="1" dirty="0" smtClean="0"/>
              <a:t>Interface </a:t>
            </a:r>
            <a:r>
              <a:rPr lang="en-US" b="1" dirty="0"/>
              <a:t>designers</a:t>
            </a:r>
            <a:r>
              <a:rPr lang="en-US" dirty="0"/>
              <a:t>, </a:t>
            </a:r>
            <a:r>
              <a:rPr lang="en-US" dirty="0" smtClean="0"/>
              <a:t>who </a:t>
            </a:r>
            <a:r>
              <a:rPr lang="en-US" dirty="0"/>
              <a:t>devise the </a:t>
            </a:r>
            <a:r>
              <a:rPr lang="en-US" dirty="0" smtClean="0"/>
              <a:t>navigational pathways </a:t>
            </a:r>
            <a:r>
              <a:rPr lang="en-US" dirty="0"/>
              <a:t>and content maps</a:t>
            </a:r>
            <a:r>
              <a:rPr lang="en-US" dirty="0" smtClean="0"/>
              <a:t>.</a:t>
            </a:r>
          </a:p>
          <a:p>
            <a:pPr lvl="1" algn="just">
              <a:lnSpc>
                <a:spcPct val="150000"/>
              </a:lnSpc>
            </a:pPr>
            <a:r>
              <a:rPr lang="en-US" b="1" dirty="0"/>
              <a:t>Information designers</a:t>
            </a:r>
            <a:r>
              <a:rPr lang="en-US" dirty="0"/>
              <a:t>, who structure </a:t>
            </a:r>
            <a:r>
              <a:rPr lang="en-US" dirty="0" smtClean="0"/>
              <a:t>content, determine </a:t>
            </a:r>
            <a:r>
              <a:rPr lang="en-US" dirty="0"/>
              <a:t>user pathways and feedback and </a:t>
            </a:r>
            <a:r>
              <a:rPr lang="en-US" dirty="0" smtClean="0"/>
              <a:t>select presentation </a:t>
            </a:r>
            <a:r>
              <a:rPr lang="en-US" dirty="0"/>
              <a:t>media.</a:t>
            </a:r>
          </a:p>
        </p:txBody>
      </p:sp>
    </p:spTree>
    <p:extLst>
      <p:ext uri="{BB962C8B-B14F-4D97-AF65-F5344CB8AC3E}">
        <p14:creationId xmlns:p14="http://schemas.microsoft.com/office/powerpoint/2010/main" val="3605192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Multimedia Team: Interface Designer </a:t>
            </a:r>
          </a:p>
        </p:txBody>
      </p:sp>
      <p:sp>
        <p:nvSpPr>
          <p:cNvPr id="3" name="Content Placeholder 2"/>
          <p:cNvSpPr>
            <a:spLocks noGrp="1"/>
          </p:cNvSpPr>
          <p:nvPr>
            <p:ph idx="1"/>
          </p:nvPr>
        </p:nvSpPr>
        <p:spPr/>
        <p:txBody>
          <a:bodyPr/>
          <a:lstStyle/>
          <a:p>
            <a:pPr algn="just">
              <a:lnSpc>
                <a:spcPct val="150000"/>
              </a:lnSpc>
            </a:pPr>
            <a:r>
              <a:rPr lang="en-US" dirty="0" smtClean="0"/>
              <a:t>responsible </a:t>
            </a:r>
            <a:r>
              <a:rPr lang="en-US" dirty="0"/>
              <a:t>for :</a:t>
            </a:r>
          </a:p>
          <a:p>
            <a:pPr lvl="1" algn="just">
              <a:lnSpc>
                <a:spcPct val="150000"/>
              </a:lnSpc>
            </a:pPr>
            <a:r>
              <a:rPr lang="en-US" dirty="0" smtClean="0"/>
              <a:t>Creating </a:t>
            </a:r>
            <a:r>
              <a:rPr lang="en-US" dirty="0"/>
              <a:t>software device that organizes content, </a:t>
            </a:r>
            <a:r>
              <a:rPr lang="en-US" dirty="0" smtClean="0"/>
              <a:t>allows users </a:t>
            </a:r>
            <a:r>
              <a:rPr lang="en-US" dirty="0"/>
              <a:t>to access or modify content and present </a:t>
            </a:r>
            <a:r>
              <a:rPr lang="en-US" dirty="0" smtClean="0"/>
              <a:t>that content </a:t>
            </a:r>
            <a:r>
              <a:rPr lang="en-US" dirty="0"/>
              <a:t>on the screen.</a:t>
            </a:r>
          </a:p>
          <a:p>
            <a:pPr lvl="1" algn="just">
              <a:lnSpc>
                <a:spcPct val="150000"/>
              </a:lnSpc>
            </a:pPr>
            <a:r>
              <a:rPr lang="en-US" dirty="0" smtClean="0"/>
              <a:t>Building </a:t>
            </a:r>
            <a:r>
              <a:rPr lang="en-US" dirty="0"/>
              <a:t>a user friendly interface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2694445"/>
            <a:ext cx="36576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627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Multimedia Team: Multimedia Writer</a:t>
            </a:r>
          </a:p>
        </p:txBody>
      </p:sp>
      <p:sp>
        <p:nvSpPr>
          <p:cNvPr id="3" name="Content Placeholder 2"/>
          <p:cNvSpPr>
            <a:spLocks noGrp="1"/>
          </p:cNvSpPr>
          <p:nvPr>
            <p:ph idx="1"/>
          </p:nvPr>
        </p:nvSpPr>
        <p:spPr/>
        <p:txBody>
          <a:bodyPr/>
          <a:lstStyle/>
          <a:p>
            <a:pPr>
              <a:lnSpc>
                <a:spcPct val="150000"/>
              </a:lnSpc>
            </a:pPr>
            <a:r>
              <a:rPr lang="en-US" dirty="0" smtClean="0"/>
              <a:t>Responsible </a:t>
            </a:r>
            <a:r>
              <a:rPr lang="en-US" dirty="0"/>
              <a:t>for:</a:t>
            </a:r>
          </a:p>
          <a:p>
            <a:pPr lvl="1">
              <a:lnSpc>
                <a:spcPct val="150000"/>
              </a:lnSpc>
            </a:pPr>
            <a:r>
              <a:rPr lang="en-US" dirty="0" smtClean="0"/>
              <a:t>Creating </a:t>
            </a:r>
            <a:r>
              <a:rPr lang="en-US" dirty="0"/>
              <a:t>characters, actions, point of view and interactivity.</a:t>
            </a:r>
          </a:p>
          <a:p>
            <a:pPr lvl="1">
              <a:lnSpc>
                <a:spcPct val="150000"/>
              </a:lnSpc>
            </a:pPr>
            <a:r>
              <a:rPr lang="en-US" dirty="0" smtClean="0"/>
              <a:t>Writing </a:t>
            </a:r>
            <a:r>
              <a:rPr lang="en-US" dirty="0"/>
              <a:t>proposals and test screens.</a:t>
            </a:r>
          </a:p>
          <a:p>
            <a:pPr lvl="1">
              <a:lnSpc>
                <a:spcPct val="150000"/>
              </a:lnSpc>
            </a:pPr>
            <a:r>
              <a:rPr lang="en-US" dirty="0" smtClean="0"/>
              <a:t>Scripting </a:t>
            </a:r>
            <a:r>
              <a:rPr lang="en-US" dirty="0"/>
              <a:t>voice-overs and actors narrations.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2246048"/>
            <a:ext cx="3181350" cy="2745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657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Multimedia Team: </a:t>
            </a:r>
            <a:r>
              <a:rPr lang="en-US" dirty="0" smtClean="0"/>
              <a:t>Video </a:t>
            </a:r>
            <a:r>
              <a:rPr lang="en-US" dirty="0"/>
              <a:t>Specialist</a:t>
            </a:r>
          </a:p>
        </p:txBody>
      </p:sp>
      <p:sp>
        <p:nvSpPr>
          <p:cNvPr id="3" name="Content Placeholder 2"/>
          <p:cNvSpPr>
            <a:spLocks noGrp="1"/>
          </p:cNvSpPr>
          <p:nvPr>
            <p:ph idx="1"/>
          </p:nvPr>
        </p:nvSpPr>
        <p:spPr/>
        <p:txBody>
          <a:bodyPr/>
          <a:lstStyle/>
          <a:p>
            <a:pPr algn="just">
              <a:lnSpc>
                <a:spcPct val="150000"/>
              </a:lnSpc>
            </a:pPr>
            <a:r>
              <a:rPr lang="en-US" dirty="0"/>
              <a:t>N</a:t>
            </a:r>
            <a:r>
              <a:rPr lang="en-US" dirty="0" smtClean="0"/>
              <a:t>eed </a:t>
            </a:r>
            <a:r>
              <a:rPr lang="en-US" dirty="0"/>
              <a:t>to understand:</a:t>
            </a:r>
          </a:p>
          <a:p>
            <a:pPr lvl="1" algn="just">
              <a:lnSpc>
                <a:spcPct val="150000"/>
              </a:lnSpc>
            </a:pPr>
            <a:r>
              <a:rPr lang="en-US" dirty="0" smtClean="0"/>
              <a:t>The </a:t>
            </a:r>
            <a:r>
              <a:rPr lang="en-US" dirty="0"/>
              <a:t>delivery of video files on CD, DVD or the web.</a:t>
            </a:r>
          </a:p>
          <a:p>
            <a:pPr lvl="1" algn="just">
              <a:lnSpc>
                <a:spcPct val="150000"/>
              </a:lnSpc>
            </a:pPr>
            <a:r>
              <a:rPr lang="en-US" dirty="0" smtClean="0"/>
              <a:t>How </a:t>
            </a:r>
            <a:r>
              <a:rPr lang="en-US" dirty="0"/>
              <a:t>to shoot quality video.</a:t>
            </a:r>
          </a:p>
          <a:p>
            <a:pPr lvl="1" algn="just">
              <a:lnSpc>
                <a:spcPct val="150000"/>
              </a:lnSpc>
            </a:pPr>
            <a:r>
              <a:rPr lang="en-US" dirty="0" smtClean="0"/>
              <a:t>How </a:t>
            </a:r>
            <a:r>
              <a:rPr lang="en-US" dirty="0"/>
              <a:t>to transfer the video footage to a computer.</a:t>
            </a:r>
          </a:p>
          <a:p>
            <a:pPr lvl="1" algn="just">
              <a:lnSpc>
                <a:spcPct val="150000"/>
              </a:lnSpc>
            </a:pPr>
            <a:r>
              <a:rPr lang="en-US" dirty="0" smtClean="0"/>
              <a:t>How </a:t>
            </a:r>
            <a:r>
              <a:rPr lang="en-US" dirty="0"/>
              <a:t>to edit the footage down to a final product using </a:t>
            </a:r>
            <a:r>
              <a:rPr lang="en-US" dirty="0" smtClean="0"/>
              <a:t>digital nonlinear </a:t>
            </a:r>
            <a:r>
              <a:rPr lang="en-US" dirty="0"/>
              <a:t>editing system (NLE)</a:t>
            </a: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3199" y="3507800"/>
            <a:ext cx="2281237" cy="1515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1634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Multimedia Team: </a:t>
            </a:r>
            <a:r>
              <a:rPr lang="en-US" dirty="0" smtClean="0"/>
              <a:t>Audio </a:t>
            </a:r>
            <a:r>
              <a:rPr lang="en-US" dirty="0"/>
              <a:t>Specialist</a:t>
            </a:r>
          </a:p>
        </p:txBody>
      </p:sp>
      <p:sp>
        <p:nvSpPr>
          <p:cNvPr id="3" name="Content Placeholder 2"/>
          <p:cNvSpPr>
            <a:spLocks noGrp="1"/>
          </p:cNvSpPr>
          <p:nvPr>
            <p:ph idx="1"/>
          </p:nvPr>
        </p:nvSpPr>
        <p:spPr/>
        <p:txBody>
          <a:bodyPr/>
          <a:lstStyle/>
          <a:p>
            <a:pPr>
              <a:lnSpc>
                <a:spcPct val="150000"/>
              </a:lnSpc>
            </a:pPr>
            <a:r>
              <a:rPr lang="en-US" dirty="0" smtClean="0"/>
              <a:t>Responsible </a:t>
            </a:r>
            <a:r>
              <a:rPr lang="en-US" dirty="0"/>
              <a:t>for:</a:t>
            </a:r>
          </a:p>
          <a:p>
            <a:pPr lvl="1">
              <a:lnSpc>
                <a:spcPct val="150000"/>
              </a:lnSpc>
            </a:pPr>
            <a:r>
              <a:rPr lang="en-US" dirty="0" smtClean="0"/>
              <a:t>Locating </a:t>
            </a:r>
            <a:r>
              <a:rPr lang="en-US" dirty="0"/>
              <a:t>and selecting suitable music talent.</a:t>
            </a:r>
          </a:p>
          <a:p>
            <a:pPr lvl="1">
              <a:lnSpc>
                <a:spcPct val="150000"/>
              </a:lnSpc>
            </a:pPr>
            <a:r>
              <a:rPr lang="en-US" dirty="0" smtClean="0"/>
              <a:t>Scheduling </a:t>
            </a:r>
            <a:r>
              <a:rPr lang="en-US" dirty="0"/>
              <a:t>recording sessions.</a:t>
            </a:r>
          </a:p>
          <a:p>
            <a:pPr lvl="1">
              <a:lnSpc>
                <a:spcPct val="150000"/>
              </a:lnSpc>
            </a:pPr>
            <a:r>
              <a:rPr lang="en-US" dirty="0" smtClean="0"/>
              <a:t>Digitizing </a:t>
            </a:r>
            <a:r>
              <a:rPr lang="en-US" dirty="0"/>
              <a:t>and editing recorded material into computer files.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3082048"/>
            <a:ext cx="4248150" cy="1975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836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Multimedia Team: </a:t>
            </a:r>
            <a:r>
              <a:rPr lang="en-US" dirty="0" smtClean="0"/>
              <a:t>Multimedia </a:t>
            </a:r>
            <a:r>
              <a:rPr lang="en-US" dirty="0"/>
              <a:t>Programmer</a:t>
            </a:r>
          </a:p>
        </p:txBody>
      </p:sp>
      <p:sp>
        <p:nvSpPr>
          <p:cNvPr id="3" name="Content Placeholder 2"/>
          <p:cNvSpPr>
            <a:spLocks noGrp="1"/>
          </p:cNvSpPr>
          <p:nvPr>
            <p:ph idx="1"/>
          </p:nvPr>
        </p:nvSpPr>
        <p:spPr/>
        <p:txBody>
          <a:bodyPr/>
          <a:lstStyle/>
          <a:p>
            <a:pPr algn="just">
              <a:lnSpc>
                <a:spcPct val="150000"/>
              </a:lnSpc>
            </a:pPr>
            <a:r>
              <a:rPr lang="en-US" dirty="0" smtClean="0"/>
              <a:t>Also </a:t>
            </a:r>
            <a:r>
              <a:rPr lang="en-US" dirty="0"/>
              <a:t>called Software Engineer</a:t>
            </a:r>
          </a:p>
          <a:p>
            <a:pPr algn="just">
              <a:lnSpc>
                <a:spcPct val="150000"/>
              </a:lnSpc>
            </a:pPr>
            <a:r>
              <a:rPr lang="en-US" dirty="0" smtClean="0"/>
              <a:t>Integrates </a:t>
            </a:r>
            <a:r>
              <a:rPr lang="en-US" dirty="0"/>
              <a:t>all the multimedia elements into a seamless </a:t>
            </a:r>
            <a:r>
              <a:rPr lang="en-US" dirty="0" smtClean="0"/>
              <a:t>project, using </a:t>
            </a:r>
            <a:r>
              <a:rPr lang="en-US" dirty="0"/>
              <a:t>authoring systems or programming languages.</a:t>
            </a:r>
          </a:p>
          <a:p>
            <a:pPr algn="just">
              <a:lnSpc>
                <a:spcPct val="150000"/>
              </a:lnSpc>
            </a:pPr>
            <a:r>
              <a:rPr lang="en-US" dirty="0" smtClean="0"/>
              <a:t>Writes </a:t>
            </a:r>
            <a:r>
              <a:rPr lang="en-US" dirty="0"/>
              <a:t>codes for the display of multimedia elements and </a:t>
            </a:r>
            <a:r>
              <a:rPr lang="en-US" dirty="0" smtClean="0"/>
              <a:t>to control </a:t>
            </a:r>
            <a:r>
              <a:rPr lang="en-US" dirty="0"/>
              <a:t>various peripheral devices.</a:t>
            </a:r>
          </a:p>
          <a:p>
            <a:pPr algn="just">
              <a:lnSpc>
                <a:spcPct val="150000"/>
              </a:lnSpc>
            </a:pPr>
            <a:r>
              <a:rPr lang="en-US" dirty="0" smtClean="0"/>
              <a:t>Manage </a:t>
            </a:r>
            <a:r>
              <a:rPr lang="en-US" dirty="0"/>
              <a:t>timings, transitions and record keeping.</a:t>
            </a:r>
          </a:p>
        </p:txBody>
      </p:sp>
    </p:spTree>
    <p:extLst>
      <p:ext uri="{BB962C8B-B14F-4D97-AF65-F5344CB8AC3E}">
        <p14:creationId xmlns:p14="http://schemas.microsoft.com/office/powerpoint/2010/main" val="3974316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Doodle Digital Marketing Strategy by Slidesgo">
  <a:themeElements>
    <a:clrScheme name="Simple Light">
      <a:dk1>
        <a:srgbClr val="222F3F"/>
      </a:dk1>
      <a:lt1>
        <a:srgbClr val="FAFAFA"/>
      </a:lt1>
      <a:dk2>
        <a:srgbClr val="88F175"/>
      </a:dk2>
      <a:lt2>
        <a:srgbClr val="DBB6FA"/>
      </a:lt2>
      <a:accent1>
        <a:srgbClr val="FBD18C"/>
      </a:accent1>
      <a:accent2>
        <a:srgbClr val="88F175"/>
      </a:accent2>
      <a:accent3>
        <a:srgbClr val="FAFAFA"/>
      </a:accent3>
      <a:accent4>
        <a:srgbClr val="FAFAFA"/>
      </a:accent4>
      <a:accent5>
        <a:srgbClr val="FAFAFA"/>
      </a:accent5>
      <a:accent6>
        <a:srgbClr val="FAFAFA"/>
      </a:accent6>
      <a:hlink>
        <a:srgbClr val="222F3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Slidesgo Final Pages">
  <a:themeElements>
    <a:clrScheme name="Simple Light">
      <a:dk1>
        <a:srgbClr val="000000"/>
      </a:dk1>
      <a:lt1>
        <a:srgbClr val="FFFFFF"/>
      </a:lt1>
      <a:dk2>
        <a:srgbClr val="595959"/>
      </a:dk2>
      <a:lt2>
        <a:srgbClr val="EEEEEE"/>
      </a:lt2>
      <a:accent1>
        <a:srgbClr val="FFAB40"/>
      </a:accent1>
      <a:accent2>
        <a:srgbClr val="212121"/>
      </a:accent2>
      <a:accent3>
        <a:srgbClr val="B7B7B7"/>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Slidesgo Final Pages">
  <a:themeElements>
    <a:clrScheme name="Simple Light">
      <a:dk1>
        <a:srgbClr val="000000"/>
      </a:dk1>
      <a:lt1>
        <a:srgbClr val="FFFFFF"/>
      </a:lt1>
      <a:dk2>
        <a:srgbClr val="595959"/>
      </a:dk2>
      <a:lt2>
        <a:srgbClr val="EEEEEE"/>
      </a:lt2>
      <a:accent1>
        <a:srgbClr val="FFAB40"/>
      </a:accent1>
      <a:accent2>
        <a:srgbClr val="212121"/>
      </a:accent2>
      <a:accent3>
        <a:srgbClr val="B7B7B7"/>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Data Science Consulting by Slidesgo</Template>
  <TotalTime>4075</TotalTime>
  <Words>1687</Words>
  <Application>Microsoft Office PowerPoint</Application>
  <PresentationFormat>On-screen Show (16:9)</PresentationFormat>
  <Paragraphs>251</Paragraphs>
  <Slides>26</Slides>
  <Notes>5</Notes>
  <HiddenSlides>0</HiddenSlides>
  <MMClips>0</MMClips>
  <ScaleCrop>false</ScaleCrop>
  <HeadingPairs>
    <vt:vector size="6" baseType="variant">
      <vt:variant>
        <vt:lpstr>Fonts Used</vt:lpstr>
      </vt:variant>
      <vt:variant>
        <vt:i4>21</vt:i4>
      </vt:variant>
      <vt:variant>
        <vt:lpstr>Theme</vt:lpstr>
      </vt:variant>
      <vt:variant>
        <vt:i4>6</vt:i4>
      </vt:variant>
      <vt:variant>
        <vt:lpstr>Slide Titles</vt:lpstr>
      </vt:variant>
      <vt:variant>
        <vt:i4>26</vt:i4>
      </vt:variant>
    </vt:vector>
  </HeadingPairs>
  <TitlesOfParts>
    <vt:vector size="53" baseType="lpstr">
      <vt:lpstr>Advent Pro SemiBold</vt:lpstr>
      <vt:lpstr>Arial</vt:lpstr>
      <vt:lpstr>Barlow</vt:lpstr>
      <vt:lpstr>Barlow Condensed</vt:lpstr>
      <vt:lpstr>Barlow Condensed Light</vt:lpstr>
      <vt:lpstr>Calibri</vt:lpstr>
      <vt:lpstr>Consolas</vt:lpstr>
      <vt:lpstr>Corbel</vt:lpstr>
      <vt:lpstr>Fira Sans Condensed Medium</vt:lpstr>
      <vt:lpstr>Fira Sans Extra Condensed Medium</vt:lpstr>
      <vt:lpstr>Livvic Light</vt:lpstr>
      <vt:lpstr>Manjari</vt:lpstr>
      <vt:lpstr>Maven Pro</vt:lpstr>
      <vt:lpstr>Nunito Light</vt:lpstr>
      <vt:lpstr>Patrick Hand</vt:lpstr>
      <vt:lpstr>Poppins</vt:lpstr>
      <vt:lpstr>Proxima Nova</vt:lpstr>
      <vt:lpstr>Proxima Nova Semibold</vt:lpstr>
      <vt:lpstr>Rozha One</vt:lpstr>
      <vt:lpstr>Share Tech</vt:lpstr>
      <vt:lpstr>Wingdings</vt:lpstr>
      <vt:lpstr>Data Science Consulting by Slidesgo</vt:lpstr>
      <vt:lpstr>Slidesgo Final Pages</vt:lpstr>
      <vt:lpstr>Doodle Digital Marketing Strategy by Slidesgo</vt:lpstr>
      <vt:lpstr>1_Slidesgo Final Pages</vt:lpstr>
      <vt:lpstr>2_Slidesgo Final Pages</vt:lpstr>
      <vt:lpstr>Chalkboard 16x9</vt:lpstr>
      <vt:lpstr>Introduction to Multimedia ICT 1210</vt:lpstr>
      <vt:lpstr>Course Details</vt:lpstr>
      <vt:lpstr>References</vt:lpstr>
      <vt:lpstr>Course Outline</vt:lpstr>
      <vt:lpstr>Assessment Strategy</vt:lpstr>
      <vt:lpstr>Penalties for the late submission</vt:lpstr>
      <vt:lpstr>Introduction to Multimedia</vt:lpstr>
      <vt:lpstr>Lesson Outline</vt:lpstr>
      <vt:lpstr>Multimedia: Past and Present</vt:lpstr>
      <vt:lpstr>Multimedia: Past and Present</vt:lpstr>
      <vt:lpstr>The term “MULTIMEDIA”</vt:lpstr>
      <vt:lpstr>Multimedia vs. Interactive Media vs. Hypermedia</vt:lpstr>
      <vt:lpstr>Multimedia System</vt:lpstr>
      <vt:lpstr>Application of Multimedia</vt:lpstr>
      <vt:lpstr>Application of Multimedia</vt:lpstr>
      <vt:lpstr>Multimedia Hardware</vt:lpstr>
      <vt:lpstr>Multimedia Software Tools</vt:lpstr>
      <vt:lpstr>Multimedia Project Life cycle</vt:lpstr>
      <vt:lpstr>Multimedia Team</vt:lpstr>
      <vt:lpstr>Multimedia Team: Project Manager</vt:lpstr>
      <vt:lpstr>Multimedia Team: Multimedia Designer</vt:lpstr>
      <vt:lpstr>Multimedia Team: Interface Designer </vt:lpstr>
      <vt:lpstr>Multimedia Team: Multimedia Writer</vt:lpstr>
      <vt:lpstr>Multimedia Team: Video Specialist</vt:lpstr>
      <vt:lpstr>Multimedia Team: Audio Specialist</vt:lpstr>
      <vt:lpstr>Multimedia Team: Multimedia Programmer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Technologies ICT 22</dc:title>
  <dc:creator>Wiraj Udara</dc:creator>
  <cp:lastModifiedBy>Wiraj</cp:lastModifiedBy>
  <cp:revision>105</cp:revision>
  <dcterms:created xsi:type="dcterms:W3CDTF">2021-03-29T07:31:29Z</dcterms:created>
  <dcterms:modified xsi:type="dcterms:W3CDTF">2024-08-27T08:11:55Z</dcterms:modified>
</cp:coreProperties>
</file>